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7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notesMasterIdLst>
    <p:notesMasterId r:id="rId18"/>
  </p:notesMasterIdLst>
  <p:handoutMasterIdLst>
    <p:handoutMasterId r:id="rId19"/>
  </p:handoutMasterIdLst>
  <p:sldIdLst>
    <p:sldId id="261" r:id="rId4"/>
    <p:sldId id="303" r:id="rId5"/>
    <p:sldId id="290" r:id="rId6"/>
    <p:sldId id="300" r:id="rId7"/>
    <p:sldId id="304" r:id="rId8"/>
    <p:sldId id="311" r:id="rId9"/>
    <p:sldId id="286" r:id="rId10"/>
    <p:sldId id="301" r:id="rId11"/>
    <p:sldId id="288" r:id="rId12"/>
    <p:sldId id="309" r:id="rId13"/>
    <p:sldId id="307" r:id="rId14"/>
    <p:sldId id="308" r:id="rId15"/>
    <p:sldId id="264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14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0F2"/>
    <a:srgbClr val="3F3F3F"/>
    <a:srgbClr val="A06850"/>
    <a:srgbClr val="843C1A"/>
    <a:srgbClr val="8C221E"/>
    <a:srgbClr val="BA6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92" y="60"/>
      </p:cViewPr>
      <p:guideLst>
        <p:guide orient="horz" pos="20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648395127718725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1-48F3-4C8E-BFFB-640483779FC7}"/>
              </c:ext>
            </c:extLst>
          </c:dPt>
          <c:dPt>
            <c:idx val="1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48F3-4C8E-BFFB-640483779FC7}"/>
              </c:ext>
            </c:extLst>
          </c:dPt>
          <c:cat>
            <c:strRef>
              <c:f>Sheet1!$A$2:$A$3</c:f>
              <c:strCache>
                <c:ptCount val="2"/>
                <c:pt idx="0">
                  <c:v>colored</c:v>
                </c:pt>
                <c:pt idx="1">
                  <c:v>blank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8F3-4C8E-BFFB-640483779F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30:18.870" idx="1">
    <p:pos x="10" y="10"/>
    <p:text>COVER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40:35.688" idx="12">
    <p:pos x="10" y="10"/>
    <p:text>latar belakang</p:text>
    <p:extLst>
      <p:ext uri="{C676402C-5697-4E1C-873F-D02D1690AC5C}">
        <p15:threadingInfo xmlns:p15="http://schemas.microsoft.com/office/powerpoint/2012/main" timeZoneBias="-420"/>
      </p:ext>
    </p:extLst>
  </p:cm>
  <p:cm authorId="1" dt="2020-07-09T21:24:31.628" idx="13">
    <p:pos x="3345" y="2120"/>
    <p:text>Masukan Foto Google Form</p:text>
    <p:extLst>
      <p:ext uri="{C676402C-5697-4E1C-873F-D02D1690AC5C}">
        <p15:threadingInfo xmlns:p15="http://schemas.microsoft.com/office/powerpoint/2012/main" timeZoneBias="-420"/>
      </p:ext>
    </p:extLst>
  </p:cm>
  <p:cm authorId="1" dt="2020-07-09T21:24:52.391" idx="14">
    <p:pos x="5408" y="2120"/>
    <p:text>Masukan foto Mesin absen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38:41.729" idx="10">
    <p:pos x="10" y="10"/>
    <p:text>penelitian terkit (option 2)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33:29.088" idx="3">
    <p:pos x="10" y="10"/>
    <p:text>rumusan masalah (option 1)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36:37.568" idx="7">
    <p:pos x="10" y="10"/>
    <p:text>Posisi penelitian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37:39.215" idx="9">
    <p:pos x="10" y="10"/>
    <p:text>rumusan, batasan, tujuan (option 3)</p:text>
    <p:extLst>
      <p:ext uri="{C676402C-5697-4E1C-873F-D02D1690AC5C}">
        <p15:threadingInfo xmlns:p15="http://schemas.microsoft.com/office/powerpoint/2012/main" timeZoneBias="-42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7-09T20:30:51.314" idx="2">
    <p:pos x="10" y="10"/>
    <p:text>TIMELINE</p:text>
    <p:extLst>
      <p:ext uri="{C676402C-5697-4E1C-873F-D02D1690AC5C}">
        <p15:threadingInfo xmlns:p15="http://schemas.microsoft.com/office/powerpoint/2012/main" timeZoneBias="-42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C66EC1-0CD8-4107-9F98-AF0E48C498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0EBAA-1898-43EB-BD6F-114432B0289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41376-C351-4ACE-B2CE-D6BE648FAA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F7852-48DC-48F8-B4B5-958CEA9DA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702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C7263-6803-426E-8960-97E80D8913BB}" type="datetimeFigureOut">
              <a:rPr lang="en-ID" smtClean="0"/>
              <a:t>11/07/2020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282A2-8F14-40EC-A8B4-2D1F3686B18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0286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Akan menjelaskan tentang LINK-MATCH di STT NF dan modul – modul dari Link-Match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0388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Akan menjelaskan permasalah di bagian pendataan kehadiran di link and match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64621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Menejelaskan Rumusan Masalah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7312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Menjelaskan Tujuan dari penelitian ini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1218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Menjelaskan tentang batasan dari penelitian ini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1218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9345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Menjelaskan metode pengerjaan yang akna digunakan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5425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Menjelaskan tools apa saja yang digunakan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9933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Menjelasakn metode pengujian apa saja yang digunakan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7186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Menjelaskan tahapan dari penelitian ini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3551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d-ID" dirty="0"/>
              <a:t>Menjelaskan timeline dari penelitian ini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282A2-8F14-40EC-A8B4-2D1F3686B181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8119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ame 67">
            <a:extLst>
              <a:ext uri="{FF2B5EF4-FFF2-40B4-BE49-F238E27FC236}">
                <a16:creationId xmlns:a16="http://schemas.microsoft.com/office/drawing/2014/main" id="{71F7F2F9-06B9-4C4A-A315-7234E3D0EA9B}"/>
              </a:ext>
            </a:extLst>
          </p:cNvPr>
          <p:cNvSpPr/>
          <p:nvPr userDrawn="1"/>
        </p:nvSpPr>
        <p:spPr>
          <a:xfrm>
            <a:off x="227150" y="235090"/>
            <a:ext cx="11737700" cy="6387820"/>
          </a:xfrm>
          <a:prstGeom prst="frame">
            <a:avLst>
              <a:gd name="adj1" fmla="val 3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298AB30-4CC4-4E40-A400-C63256AF74D7}"/>
              </a:ext>
            </a:extLst>
          </p:cNvPr>
          <p:cNvSpPr/>
          <p:nvPr userDrawn="1"/>
        </p:nvSpPr>
        <p:spPr>
          <a:xfrm>
            <a:off x="11658600" y="0"/>
            <a:ext cx="533400" cy="189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A3BBC8D-D100-4F6F-AD90-78F516190CAA}"/>
              </a:ext>
            </a:extLst>
          </p:cNvPr>
          <p:cNvSpPr/>
          <p:nvPr userDrawn="1"/>
        </p:nvSpPr>
        <p:spPr>
          <a:xfrm>
            <a:off x="10207487" y="0"/>
            <a:ext cx="1984512" cy="442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224FBA7-6BED-42DE-A0FA-6A940E4B60CF}"/>
              </a:ext>
            </a:extLst>
          </p:cNvPr>
          <p:cNvGrpSpPr/>
          <p:nvPr userDrawn="1"/>
        </p:nvGrpSpPr>
        <p:grpSpPr>
          <a:xfrm>
            <a:off x="10331184" y="0"/>
            <a:ext cx="1784616" cy="1828654"/>
            <a:chOff x="10211914" y="309106"/>
            <a:chExt cx="1980086" cy="2028947"/>
          </a:xfrm>
          <a:solidFill>
            <a:schemeClr val="accent1">
              <a:alpha val="70000"/>
            </a:schemeClr>
          </a:solidFill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4C975F1-8C2C-478C-83E8-8ACBDE2B4250}"/>
                </a:ext>
              </a:extLst>
            </p:cNvPr>
            <p:cNvSpPr/>
            <p:nvPr userDrawn="1"/>
          </p:nvSpPr>
          <p:spPr>
            <a:xfrm>
              <a:off x="10397155" y="1209459"/>
              <a:ext cx="1565331" cy="1128594"/>
            </a:xfrm>
            <a:custGeom>
              <a:avLst/>
              <a:gdLst>
                <a:gd name="connsiteX0" fmla="*/ 293748 w 2003413"/>
                <a:gd name="connsiteY0" fmla="*/ 0 h 1444449"/>
                <a:gd name="connsiteX1" fmla="*/ 327507 w 2003413"/>
                <a:gd name="connsiteY1" fmla="*/ 121754 h 1444449"/>
                <a:gd name="connsiteX2" fmla="*/ 399453 w 2003413"/>
                <a:gd name="connsiteY2" fmla="*/ 322649 h 1444449"/>
                <a:gd name="connsiteX3" fmla="*/ 519547 w 2003413"/>
                <a:gd name="connsiteY3" fmla="*/ 539593 h 1444449"/>
                <a:gd name="connsiteX4" fmla="*/ 797368 w 2003413"/>
                <a:gd name="connsiteY4" fmla="*/ 791957 h 1444449"/>
                <a:gd name="connsiteX5" fmla="*/ 936832 w 2003413"/>
                <a:gd name="connsiteY5" fmla="*/ 873864 h 1444449"/>
                <a:gd name="connsiteX6" fmla="*/ 948454 w 2003413"/>
                <a:gd name="connsiteY6" fmla="*/ 881059 h 1444449"/>
                <a:gd name="connsiteX7" fmla="*/ 986641 w 2003413"/>
                <a:gd name="connsiteY7" fmla="*/ 786423 h 1444449"/>
                <a:gd name="connsiteX8" fmla="*/ 1126105 w 2003413"/>
                <a:gd name="connsiteY8" fmla="*/ 681271 h 1444449"/>
                <a:gd name="connsiteX9" fmla="*/ 1520700 w 2003413"/>
                <a:gd name="connsiteY9" fmla="*/ 669649 h 1444449"/>
                <a:gd name="connsiteX10" fmla="*/ 1664592 w 2003413"/>
                <a:gd name="connsiteY10" fmla="*/ 724992 h 1444449"/>
                <a:gd name="connsiteX11" fmla="*/ 1685068 w 2003413"/>
                <a:gd name="connsiteY11" fmla="*/ 744362 h 1444449"/>
                <a:gd name="connsiteX12" fmla="*/ 1645221 w 2003413"/>
                <a:gd name="connsiteY12" fmla="*/ 732740 h 1444449"/>
                <a:gd name="connsiteX13" fmla="*/ 1393965 w 2003413"/>
                <a:gd name="connsiteY13" fmla="*/ 680718 h 1444449"/>
                <a:gd name="connsiteX14" fmla="*/ 1198051 w 2003413"/>
                <a:gd name="connsiteY14" fmla="*/ 715584 h 1444449"/>
                <a:gd name="connsiteX15" fmla="*/ 1138280 w 2003413"/>
                <a:gd name="connsiteY15" fmla="*/ 938062 h 1444449"/>
                <a:gd name="connsiteX16" fmla="*/ 1328660 w 2003413"/>
                <a:gd name="connsiteY16" fmla="*/ 1125675 h 1444449"/>
                <a:gd name="connsiteX17" fmla="*/ 1687835 w 2003413"/>
                <a:gd name="connsiteY17" fmla="*/ 1311073 h 1444449"/>
                <a:gd name="connsiteX18" fmla="*/ 1997202 w 2003413"/>
                <a:gd name="connsiteY18" fmla="*/ 1437255 h 1444449"/>
                <a:gd name="connsiteX19" fmla="*/ 2006057 w 2003413"/>
                <a:gd name="connsiteY19" fmla="*/ 1446110 h 1444449"/>
                <a:gd name="connsiteX20" fmla="*/ 1938539 w 2003413"/>
                <a:gd name="connsiteY20" fmla="*/ 1440022 h 1444449"/>
                <a:gd name="connsiteX21" fmla="*/ 1697244 w 2003413"/>
                <a:gd name="connsiteY21" fmla="*/ 1383019 h 1444449"/>
                <a:gd name="connsiteX22" fmla="*/ 1260588 w 2003413"/>
                <a:gd name="connsiteY22" fmla="*/ 1208689 h 1444449"/>
                <a:gd name="connsiteX23" fmla="*/ 996603 w 2003413"/>
                <a:gd name="connsiteY23" fmla="*/ 1006687 h 1444449"/>
                <a:gd name="connsiteX24" fmla="*/ 953435 w 2003413"/>
                <a:gd name="connsiteY24" fmla="*/ 902643 h 1444449"/>
                <a:gd name="connsiteX25" fmla="*/ 940706 w 2003413"/>
                <a:gd name="connsiteY25" fmla="*/ 887700 h 1444449"/>
                <a:gd name="connsiteX26" fmla="*/ 804563 w 2003413"/>
                <a:gd name="connsiteY26" fmla="*/ 821842 h 1444449"/>
                <a:gd name="connsiteX27" fmla="*/ 625805 w 2003413"/>
                <a:gd name="connsiteY27" fmla="*/ 712263 h 1444449"/>
                <a:gd name="connsiteX28" fmla="*/ 439300 w 2003413"/>
                <a:gd name="connsiteY28" fmla="*/ 602131 h 1444449"/>
                <a:gd name="connsiteX29" fmla="*/ 272164 w 2003413"/>
                <a:gd name="connsiteY29" fmla="*/ 543467 h 1444449"/>
                <a:gd name="connsiteX30" fmla="*/ 118311 w 2003413"/>
                <a:gd name="connsiteY30" fmla="*/ 475396 h 1444449"/>
                <a:gd name="connsiteX31" fmla="*/ 4304 w 2003413"/>
                <a:gd name="connsiteY31" fmla="*/ 330951 h 1444449"/>
                <a:gd name="connsiteX32" fmla="*/ 132146 w 2003413"/>
                <a:gd name="connsiteY32" fmla="*/ 142785 h 1444449"/>
                <a:gd name="connsiteX33" fmla="*/ 288767 w 2003413"/>
                <a:gd name="connsiteY33" fmla="*/ 178758 h 1444449"/>
                <a:gd name="connsiteX34" fmla="*/ 309797 w 2003413"/>
                <a:gd name="connsiteY34" fmla="*/ 192593 h 1444449"/>
                <a:gd name="connsiteX35" fmla="*/ 295408 w 2003413"/>
                <a:gd name="connsiteY35" fmla="*/ 95190 h 1444449"/>
                <a:gd name="connsiteX36" fmla="*/ 289874 w 2003413"/>
                <a:gd name="connsiteY36" fmla="*/ 553 h 1444449"/>
                <a:gd name="connsiteX37" fmla="*/ 293748 w 2003413"/>
                <a:gd name="connsiteY37" fmla="*/ 0 h 1444449"/>
                <a:gd name="connsiteX38" fmla="*/ 155944 w 2003413"/>
                <a:gd name="connsiteY38" fmla="*/ 283356 h 1444449"/>
                <a:gd name="connsiteX39" fmla="*/ 194684 w 2003413"/>
                <a:gd name="connsiteY39" fmla="*/ 400129 h 1444449"/>
                <a:gd name="connsiteX40" fmla="*/ 221249 w 2003413"/>
                <a:gd name="connsiteY40" fmla="*/ 405664 h 1444449"/>
                <a:gd name="connsiteX41" fmla="*/ 339682 w 2003413"/>
                <a:gd name="connsiteY41" fmla="*/ 344233 h 1444449"/>
                <a:gd name="connsiteX42" fmla="*/ 346323 w 2003413"/>
                <a:gd name="connsiteY42" fmla="*/ 326523 h 1444449"/>
                <a:gd name="connsiteX43" fmla="*/ 314778 w 2003413"/>
                <a:gd name="connsiteY43" fmla="*/ 225799 h 1444449"/>
                <a:gd name="connsiteX44" fmla="*/ 296515 w 2003413"/>
                <a:gd name="connsiteY44" fmla="*/ 209196 h 1444449"/>
                <a:gd name="connsiteX45" fmla="*/ 231210 w 2003413"/>
                <a:gd name="connsiteY45" fmla="*/ 204769 h 1444449"/>
                <a:gd name="connsiteX46" fmla="*/ 155944 w 2003413"/>
                <a:gd name="connsiteY46" fmla="*/ 283356 h 1444449"/>
                <a:gd name="connsiteX47" fmla="*/ 216268 w 2003413"/>
                <a:gd name="connsiteY47" fmla="*/ 419499 h 1444449"/>
                <a:gd name="connsiteX48" fmla="*/ 479700 w 2003413"/>
                <a:gd name="connsiteY48" fmla="*/ 557303 h 1444449"/>
                <a:gd name="connsiteX49" fmla="*/ 355732 w 2003413"/>
                <a:gd name="connsiteY49" fmla="*/ 349767 h 1444449"/>
                <a:gd name="connsiteX50" fmla="*/ 216268 w 2003413"/>
                <a:gd name="connsiteY50" fmla="*/ 419499 h 1444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003413" h="1444449">
                  <a:moveTo>
                    <a:pt x="293748" y="0"/>
                  </a:moveTo>
                  <a:cubicBezTo>
                    <a:pt x="304816" y="40954"/>
                    <a:pt x="314225" y="81908"/>
                    <a:pt x="327507" y="121754"/>
                  </a:cubicBezTo>
                  <a:cubicBezTo>
                    <a:pt x="349644" y="189273"/>
                    <a:pt x="370121" y="258451"/>
                    <a:pt x="399453" y="322649"/>
                  </a:cubicBezTo>
                  <a:cubicBezTo>
                    <a:pt x="434319" y="397362"/>
                    <a:pt x="472505" y="472075"/>
                    <a:pt x="519547" y="539593"/>
                  </a:cubicBezTo>
                  <a:cubicBezTo>
                    <a:pt x="591493" y="644191"/>
                    <a:pt x="681148" y="732740"/>
                    <a:pt x="797368" y="791957"/>
                  </a:cubicBezTo>
                  <a:cubicBezTo>
                    <a:pt x="845517" y="816308"/>
                    <a:pt x="890344" y="846193"/>
                    <a:pt x="936832" y="873864"/>
                  </a:cubicBezTo>
                  <a:cubicBezTo>
                    <a:pt x="941813" y="876632"/>
                    <a:pt x="946241" y="879952"/>
                    <a:pt x="948454" y="881059"/>
                  </a:cubicBezTo>
                  <a:cubicBezTo>
                    <a:pt x="961183" y="848960"/>
                    <a:pt x="970591" y="815754"/>
                    <a:pt x="986641" y="786423"/>
                  </a:cubicBezTo>
                  <a:cubicBezTo>
                    <a:pt x="1016526" y="731080"/>
                    <a:pt x="1067995" y="701748"/>
                    <a:pt x="1126105" y="681271"/>
                  </a:cubicBezTo>
                  <a:cubicBezTo>
                    <a:pt x="1256714" y="635890"/>
                    <a:pt x="1387877" y="639211"/>
                    <a:pt x="1520700" y="669649"/>
                  </a:cubicBezTo>
                  <a:cubicBezTo>
                    <a:pt x="1571615" y="681271"/>
                    <a:pt x="1619764" y="698981"/>
                    <a:pt x="1664592" y="724992"/>
                  </a:cubicBezTo>
                  <a:cubicBezTo>
                    <a:pt x="1672339" y="729420"/>
                    <a:pt x="1679534" y="735507"/>
                    <a:pt x="1685068" y="744362"/>
                  </a:cubicBezTo>
                  <a:cubicBezTo>
                    <a:pt x="1671786" y="740488"/>
                    <a:pt x="1658504" y="736614"/>
                    <a:pt x="1645221" y="732740"/>
                  </a:cubicBezTo>
                  <a:cubicBezTo>
                    <a:pt x="1562761" y="707836"/>
                    <a:pt x="1479746" y="686252"/>
                    <a:pt x="1393965" y="680718"/>
                  </a:cubicBezTo>
                  <a:cubicBezTo>
                    <a:pt x="1326446" y="676290"/>
                    <a:pt x="1260035" y="682378"/>
                    <a:pt x="1198051" y="715584"/>
                  </a:cubicBezTo>
                  <a:cubicBezTo>
                    <a:pt x="1116697" y="758751"/>
                    <a:pt x="1095666" y="866116"/>
                    <a:pt x="1138280" y="938062"/>
                  </a:cubicBezTo>
                  <a:cubicBezTo>
                    <a:pt x="1185322" y="1017756"/>
                    <a:pt x="1255054" y="1073653"/>
                    <a:pt x="1328660" y="1125675"/>
                  </a:cubicBezTo>
                  <a:cubicBezTo>
                    <a:pt x="1439899" y="1204262"/>
                    <a:pt x="1562761" y="1260158"/>
                    <a:pt x="1687835" y="1311073"/>
                  </a:cubicBezTo>
                  <a:cubicBezTo>
                    <a:pt x="1790773" y="1353134"/>
                    <a:pt x="1893711" y="1395195"/>
                    <a:pt x="1997202" y="1437255"/>
                  </a:cubicBezTo>
                  <a:cubicBezTo>
                    <a:pt x="2000523" y="1438362"/>
                    <a:pt x="2003290" y="1440022"/>
                    <a:pt x="2006057" y="1446110"/>
                  </a:cubicBezTo>
                  <a:cubicBezTo>
                    <a:pt x="1983367" y="1443896"/>
                    <a:pt x="1961230" y="1442789"/>
                    <a:pt x="1938539" y="1440022"/>
                  </a:cubicBezTo>
                  <a:cubicBezTo>
                    <a:pt x="1856078" y="1428954"/>
                    <a:pt x="1776384" y="1406817"/>
                    <a:pt x="1697244" y="1383019"/>
                  </a:cubicBezTo>
                  <a:cubicBezTo>
                    <a:pt x="1546711" y="1337638"/>
                    <a:pt x="1402819" y="1274547"/>
                    <a:pt x="1260588" y="1208689"/>
                  </a:cubicBezTo>
                  <a:cubicBezTo>
                    <a:pt x="1157650" y="1160541"/>
                    <a:pt x="1068548" y="1094683"/>
                    <a:pt x="996603" y="1006687"/>
                  </a:cubicBezTo>
                  <a:cubicBezTo>
                    <a:pt x="972252" y="976802"/>
                    <a:pt x="953435" y="943597"/>
                    <a:pt x="953435" y="902643"/>
                  </a:cubicBezTo>
                  <a:cubicBezTo>
                    <a:pt x="953435" y="897662"/>
                    <a:pt x="946241" y="890467"/>
                    <a:pt x="940706" y="887700"/>
                  </a:cubicBezTo>
                  <a:cubicBezTo>
                    <a:pt x="895325" y="865563"/>
                    <a:pt x="848284" y="846193"/>
                    <a:pt x="804563" y="821842"/>
                  </a:cubicBezTo>
                  <a:cubicBezTo>
                    <a:pt x="743686" y="787530"/>
                    <a:pt x="683915" y="751003"/>
                    <a:pt x="625805" y="712263"/>
                  </a:cubicBezTo>
                  <a:cubicBezTo>
                    <a:pt x="565481" y="671863"/>
                    <a:pt x="507925" y="627588"/>
                    <a:pt x="439300" y="602131"/>
                  </a:cubicBezTo>
                  <a:cubicBezTo>
                    <a:pt x="383957" y="581654"/>
                    <a:pt x="326953" y="565051"/>
                    <a:pt x="272164" y="543467"/>
                  </a:cubicBezTo>
                  <a:cubicBezTo>
                    <a:pt x="220142" y="522990"/>
                    <a:pt x="167012" y="502514"/>
                    <a:pt x="118311" y="475396"/>
                  </a:cubicBezTo>
                  <a:cubicBezTo>
                    <a:pt x="61308" y="444404"/>
                    <a:pt x="19800" y="395702"/>
                    <a:pt x="4304" y="330951"/>
                  </a:cubicBezTo>
                  <a:cubicBezTo>
                    <a:pt x="-15619" y="249043"/>
                    <a:pt x="34743" y="159388"/>
                    <a:pt x="132146" y="142785"/>
                  </a:cubicBezTo>
                  <a:cubicBezTo>
                    <a:pt x="189150" y="133376"/>
                    <a:pt x="241725" y="143892"/>
                    <a:pt x="288767" y="178758"/>
                  </a:cubicBezTo>
                  <a:cubicBezTo>
                    <a:pt x="294855" y="183185"/>
                    <a:pt x="300942" y="186506"/>
                    <a:pt x="309797" y="192593"/>
                  </a:cubicBezTo>
                  <a:cubicBezTo>
                    <a:pt x="304816" y="157727"/>
                    <a:pt x="298729" y="126735"/>
                    <a:pt x="295408" y="95190"/>
                  </a:cubicBezTo>
                  <a:cubicBezTo>
                    <a:pt x="292087" y="63644"/>
                    <a:pt x="291534" y="32099"/>
                    <a:pt x="289874" y="553"/>
                  </a:cubicBezTo>
                  <a:cubicBezTo>
                    <a:pt x="290981" y="0"/>
                    <a:pt x="292087" y="0"/>
                    <a:pt x="293748" y="0"/>
                  </a:cubicBezTo>
                  <a:close/>
                  <a:moveTo>
                    <a:pt x="155944" y="283356"/>
                  </a:moveTo>
                  <a:cubicBezTo>
                    <a:pt x="155390" y="330397"/>
                    <a:pt x="173100" y="365817"/>
                    <a:pt x="194684" y="400129"/>
                  </a:cubicBezTo>
                  <a:cubicBezTo>
                    <a:pt x="202432" y="411751"/>
                    <a:pt x="209073" y="412858"/>
                    <a:pt x="221249" y="405664"/>
                  </a:cubicBezTo>
                  <a:cubicBezTo>
                    <a:pt x="259989" y="384080"/>
                    <a:pt x="299835" y="364156"/>
                    <a:pt x="339682" y="344233"/>
                  </a:cubicBezTo>
                  <a:cubicBezTo>
                    <a:pt x="349644" y="339252"/>
                    <a:pt x="348537" y="334271"/>
                    <a:pt x="346323" y="326523"/>
                  </a:cubicBezTo>
                  <a:cubicBezTo>
                    <a:pt x="335808" y="292764"/>
                    <a:pt x="326400" y="259005"/>
                    <a:pt x="314778" y="225799"/>
                  </a:cubicBezTo>
                  <a:cubicBezTo>
                    <a:pt x="312564" y="218604"/>
                    <a:pt x="303156" y="210303"/>
                    <a:pt x="296515" y="209196"/>
                  </a:cubicBezTo>
                  <a:cubicBezTo>
                    <a:pt x="274931" y="205876"/>
                    <a:pt x="252794" y="203109"/>
                    <a:pt x="231210" y="204769"/>
                  </a:cubicBezTo>
                  <a:cubicBezTo>
                    <a:pt x="185276" y="206982"/>
                    <a:pt x="155390" y="241849"/>
                    <a:pt x="155944" y="283356"/>
                  </a:cubicBezTo>
                  <a:close/>
                  <a:moveTo>
                    <a:pt x="216268" y="419499"/>
                  </a:moveTo>
                  <a:cubicBezTo>
                    <a:pt x="252794" y="459346"/>
                    <a:pt x="432658" y="552876"/>
                    <a:pt x="479700" y="557303"/>
                  </a:cubicBezTo>
                  <a:cubicBezTo>
                    <a:pt x="431552" y="492552"/>
                    <a:pt x="384510" y="427801"/>
                    <a:pt x="355732" y="349767"/>
                  </a:cubicBezTo>
                  <a:cubicBezTo>
                    <a:pt x="305370" y="366924"/>
                    <a:pt x="258328" y="387400"/>
                    <a:pt x="216268" y="419499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EC5CA15-6612-47A7-B65D-CEBFD262B6FA}"/>
                </a:ext>
              </a:extLst>
            </p:cNvPr>
            <p:cNvSpPr/>
            <p:nvPr/>
          </p:nvSpPr>
          <p:spPr>
            <a:xfrm>
              <a:off x="10211914" y="508637"/>
              <a:ext cx="1617220" cy="864823"/>
            </a:xfrm>
            <a:custGeom>
              <a:avLst/>
              <a:gdLst>
                <a:gd name="connsiteX0" fmla="*/ 579532 w 2069824"/>
                <a:gd name="connsiteY0" fmla="*/ 774097 h 1106858"/>
                <a:gd name="connsiteX1" fmla="*/ 565143 w 2069824"/>
                <a:gd name="connsiteY1" fmla="*/ 786272 h 1106858"/>
                <a:gd name="connsiteX2" fmla="*/ 554628 w 2069824"/>
                <a:gd name="connsiteY2" fmla="*/ 870393 h 1106858"/>
                <a:gd name="connsiteX3" fmla="*/ 633768 w 2069824"/>
                <a:gd name="connsiteY3" fmla="*/ 944553 h 1106858"/>
                <a:gd name="connsiteX4" fmla="*/ 693539 w 2069824"/>
                <a:gd name="connsiteY4" fmla="*/ 976651 h 1106858"/>
                <a:gd name="connsiteX5" fmla="*/ 711802 w 2069824"/>
                <a:gd name="connsiteY5" fmla="*/ 975545 h 1106858"/>
                <a:gd name="connsiteX6" fmla="*/ 891113 w 2069824"/>
                <a:gd name="connsiteY6" fmla="*/ 873714 h 1106858"/>
                <a:gd name="connsiteX7" fmla="*/ 898861 w 2069824"/>
                <a:gd name="connsiteY7" fmla="*/ 869840 h 1106858"/>
                <a:gd name="connsiteX8" fmla="*/ 776553 w 2069824"/>
                <a:gd name="connsiteY8" fmla="*/ 811730 h 1106858"/>
                <a:gd name="connsiteX9" fmla="*/ 344325 w 2069824"/>
                <a:gd name="connsiteY9" fmla="*/ 580396 h 1106858"/>
                <a:gd name="connsiteX10" fmla="*/ 72591 w 2069824"/>
                <a:gd name="connsiteY10" fmla="*/ 351830 h 1106858"/>
                <a:gd name="connsiteX11" fmla="*/ 13928 w 2069824"/>
                <a:gd name="connsiteY11" fmla="*/ 85631 h 1106858"/>
                <a:gd name="connsiteX12" fmla="*/ 57095 w 2069824"/>
                <a:gd name="connsiteY12" fmla="*/ 19773 h 1106858"/>
                <a:gd name="connsiteX13" fmla="*/ 145090 w 2069824"/>
                <a:gd name="connsiteY13" fmla="*/ 13132 h 1106858"/>
                <a:gd name="connsiteX14" fmla="*/ 209288 w 2069824"/>
                <a:gd name="connsiteY14" fmla="*/ 74009 h 1106858"/>
                <a:gd name="connsiteX15" fmla="*/ 181617 w 2069824"/>
                <a:gd name="connsiteY15" fmla="*/ 127691 h 1106858"/>
                <a:gd name="connsiteX16" fmla="*/ 208735 w 2069824"/>
                <a:gd name="connsiteY16" fmla="*/ 316964 h 1106858"/>
                <a:gd name="connsiteX17" fmla="*/ 317207 w 2069824"/>
                <a:gd name="connsiteY17" fmla="*/ 466943 h 1106858"/>
                <a:gd name="connsiteX18" fmla="*/ 722870 w 2069824"/>
                <a:gd name="connsiteY18" fmla="*/ 741998 h 1106858"/>
                <a:gd name="connsiteX19" fmla="*/ 872296 w 2069824"/>
                <a:gd name="connsiteY19" fmla="*/ 816710 h 1106858"/>
                <a:gd name="connsiteX20" fmla="*/ 1147904 w 2069824"/>
                <a:gd name="connsiteY20" fmla="*/ 986613 h 1106858"/>
                <a:gd name="connsiteX21" fmla="*/ 1221510 w 2069824"/>
                <a:gd name="connsiteY21" fmla="*/ 1050258 h 1106858"/>
                <a:gd name="connsiteX22" fmla="*/ 1281834 w 2069824"/>
                <a:gd name="connsiteY22" fmla="*/ 1074608 h 1106858"/>
                <a:gd name="connsiteX23" fmla="*/ 1569063 w 2069824"/>
                <a:gd name="connsiteY23" fmla="*/ 1069074 h 1106858"/>
                <a:gd name="connsiteX24" fmla="*/ 2022875 w 2069824"/>
                <a:gd name="connsiteY24" fmla="*/ 1015945 h 1106858"/>
                <a:gd name="connsiteX25" fmla="*/ 2050547 w 2069824"/>
                <a:gd name="connsiteY25" fmla="*/ 1012624 h 1106858"/>
                <a:gd name="connsiteX26" fmla="*/ 2070470 w 2069824"/>
                <a:gd name="connsiteY26" fmla="*/ 1004876 h 1106858"/>
                <a:gd name="connsiteX27" fmla="*/ 2058295 w 2069824"/>
                <a:gd name="connsiteY27" fmla="*/ 1018159 h 1106858"/>
                <a:gd name="connsiteX28" fmla="*/ 1883964 w 2069824"/>
                <a:gd name="connsiteY28" fmla="*/ 1051364 h 1106858"/>
                <a:gd name="connsiteX29" fmla="*/ 1492690 w 2069824"/>
                <a:gd name="connsiteY29" fmla="*/ 1102833 h 1106858"/>
                <a:gd name="connsiteX30" fmla="*/ 1163953 w 2069824"/>
                <a:gd name="connsiteY30" fmla="*/ 1106154 h 1106858"/>
                <a:gd name="connsiteX31" fmla="*/ 928746 w 2069824"/>
                <a:gd name="connsiteY31" fmla="*/ 1083463 h 1106858"/>
                <a:gd name="connsiteX32" fmla="*/ 712909 w 2069824"/>
                <a:gd name="connsiteY32" fmla="*/ 1024246 h 1106858"/>
                <a:gd name="connsiteX33" fmla="*/ 562376 w 2069824"/>
                <a:gd name="connsiteY33" fmla="*/ 917435 h 1106858"/>
                <a:gd name="connsiteX34" fmla="*/ 544666 w 2069824"/>
                <a:gd name="connsiteY34" fmla="*/ 803982 h 1106858"/>
                <a:gd name="connsiteX35" fmla="*/ 573444 w 2069824"/>
                <a:gd name="connsiteY35" fmla="*/ 769116 h 1106858"/>
                <a:gd name="connsiteX36" fmla="*/ 579532 w 2069824"/>
                <a:gd name="connsiteY36" fmla="*/ 774097 h 110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069824" h="1106858">
                  <a:moveTo>
                    <a:pt x="579532" y="774097"/>
                  </a:moveTo>
                  <a:cubicBezTo>
                    <a:pt x="574551" y="777970"/>
                    <a:pt x="569571" y="781845"/>
                    <a:pt x="565143" y="786272"/>
                  </a:cubicBezTo>
                  <a:cubicBezTo>
                    <a:pt x="540239" y="810623"/>
                    <a:pt x="536918" y="839955"/>
                    <a:pt x="554628" y="870393"/>
                  </a:cubicBezTo>
                  <a:cubicBezTo>
                    <a:pt x="573444" y="903045"/>
                    <a:pt x="602776" y="925183"/>
                    <a:pt x="633768" y="944553"/>
                  </a:cubicBezTo>
                  <a:cubicBezTo>
                    <a:pt x="652585" y="956728"/>
                    <a:pt x="673062" y="967243"/>
                    <a:pt x="693539" y="976651"/>
                  </a:cubicBezTo>
                  <a:cubicBezTo>
                    <a:pt x="698519" y="978865"/>
                    <a:pt x="707374" y="978312"/>
                    <a:pt x="711802" y="975545"/>
                  </a:cubicBezTo>
                  <a:cubicBezTo>
                    <a:pt x="767145" y="933484"/>
                    <a:pt x="824701" y="896404"/>
                    <a:pt x="891113" y="873714"/>
                  </a:cubicBezTo>
                  <a:cubicBezTo>
                    <a:pt x="892773" y="873160"/>
                    <a:pt x="894433" y="872053"/>
                    <a:pt x="898861" y="869840"/>
                  </a:cubicBezTo>
                  <a:cubicBezTo>
                    <a:pt x="855693" y="849363"/>
                    <a:pt x="816400" y="829993"/>
                    <a:pt x="776553" y="811730"/>
                  </a:cubicBezTo>
                  <a:cubicBezTo>
                    <a:pt x="627681" y="743658"/>
                    <a:pt x="482682" y="668392"/>
                    <a:pt x="344325" y="580396"/>
                  </a:cubicBezTo>
                  <a:cubicBezTo>
                    <a:pt x="244154" y="516199"/>
                    <a:pt x="147304" y="445913"/>
                    <a:pt x="72591" y="351830"/>
                  </a:cubicBezTo>
                  <a:cubicBezTo>
                    <a:pt x="9500" y="274904"/>
                    <a:pt x="-19278" y="186355"/>
                    <a:pt x="13928" y="85631"/>
                  </a:cubicBezTo>
                  <a:cubicBezTo>
                    <a:pt x="22229" y="59620"/>
                    <a:pt x="37172" y="38036"/>
                    <a:pt x="57095" y="19773"/>
                  </a:cubicBezTo>
                  <a:cubicBezTo>
                    <a:pt x="81999" y="-2918"/>
                    <a:pt x="117972" y="-7345"/>
                    <a:pt x="145090" y="13132"/>
                  </a:cubicBezTo>
                  <a:cubicBezTo>
                    <a:pt x="167781" y="30288"/>
                    <a:pt x="186598" y="52425"/>
                    <a:pt x="209288" y="74009"/>
                  </a:cubicBezTo>
                  <a:cubicBezTo>
                    <a:pt x="184937" y="87844"/>
                    <a:pt x="184937" y="108875"/>
                    <a:pt x="181617" y="127691"/>
                  </a:cubicBezTo>
                  <a:cubicBezTo>
                    <a:pt x="169441" y="193549"/>
                    <a:pt x="181063" y="256087"/>
                    <a:pt x="208735" y="316964"/>
                  </a:cubicBezTo>
                  <a:cubicBezTo>
                    <a:pt x="234746" y="374521"/>
                    <a:pt x="272933" y="422669"/>
                    <a:pt x="317207" y="466943"/>
                  </a:cubicBezTo>
                  <a:cubicBezTo>
                    <a:pt x="435087" y="584270"/>
                    <a:pt x="576212" y="666731"/>
                    <a:pt x="722870" y="741998"/>
                  </a:cubicBezTo>
                  <a:cubicBezTo>
                    <a:pt x="772126" y="767455"/>
                    <a:pt x="821934" y="792913"/>
                    <a:pt x="872296" y="816710"/>
                  </a:cubicBezTo>
                  <a:cubicBezTo>
                    <a:pt x="970253" y="863752"/>
                    <a:pt x="1062122" y="919648"/>
                    <a:pt x="1147904" y="986613"/>
                  </a:cubicBezTo>
                  <a:cubicBezTo>
                    <a:pt x="1173362" y="1006537"/>
                    <a:pt x="1197712" y="1028120"/>
                    <a:pt x="1221510" y="1050258"/>
                  </a:cubicBezTo>
                  <a:cubicBezTo>
                    <a:pt x="1239220" y="1066861"/>
                    <a:pt x="1256929" y="1075162"/>
                    <a:pt x="1281834" y="1074608"/>
                  </a:cubicBezTo>
                  <a:cubicBezTo>
                    <a:pt x="1377577" y="1071841"/>
                    <a:pt x="1473320" y="1073502"/>
                    <a:pt x="1569063" y="1069074"/>
                  </a:cubicBezTo>
                  <a:cubicBezTo>
                    <a:pt x="1721810" y="1062433"/>
                    <a:pt x="1872896" y="1043616"/>
                    <a:pt x="2022875" y="1015945"/>
                  </a:cubicBezTo>
                  <a:cubicBezTo>
                    <a:pt x="2031730" y="1014285"/>
                    <a:pt x="2041692" y="1014285"/>
                    <a:pt x="2050547" y="1012624"/>
                  </a:cubicBezTo>
                  <a:cubicBezTo>
                    <a:pt x="2057188" y="1011518"/>
                    <a:pt x="2062722" y="1008197"/>
                    <a:pt x="2070470" y="1004876"/>
                  </a:cubicBezTo>
                  <a:cubicBezTo>
                    <a:pt x="2074344" y="1014838"/>
                    <a:pt x="2066596" y="1016498"/>
                    <a:pt x="2058295" y="1018159"/>
                  </a:cubicBezTo>
                  <a:cubicBezTo>
                    <a:pt x="2000185" y="1029227"/>
                    <a:pt x="1942628" y="1043063"/>
                    <a:pt x="1883964" y="1051364"/>
                  </a:cubicBezTo>
                  <a:cubicBezTo>
                    <a:pt x="1753909" y="1070181"/>
                    <a:pt x="1623299" y="1087891"/>
                    <a:pt x="1492690" y="1102833"/>
                  </a:cubicBezTo>
                  <a:cubicBezTo>
                    <a:pt x="1383665" y="1115009"/>
                    <a:pt x="1273532" y="1113349"/>
                    <a:pt x="1163953" y="1106154"/>
                  </a:cubicBezTo>
                  <a:cubicBezTo>
                    <a:pt x="1085366" y="1101173"/>
                    <a:pt x="1006226" y="1095639"/>
                    <a:pt x="928746" y="1083463"/>
                  </a:cubicBezTo>
                  <a:cubicBezTo>
                    <a:pt x="855140" y="1071841"/>
                    <a:pt x="781534" y="1055238"/>
                    <a:pt x="712909" y="1024246"/>
                  </a:cubicBezTo>
                  <a:cubicBezTo>
                    <a:pt x="655905" y="998789"/>
                    <a:pt x="603883" y="965030"/>
                    <a:pt x="562376" y="917435"/>
                  </a:cubicBezTo>
                  <a:cubicBezTo>
                    <a:pt x="529170" y="879248"/>
                    <a:pt x="523636" y="839401"/>
                    <a:pt x="544666" y="803982"/>
                  </a:cubicBezTo>
                  <a:cubicBezTo>
                    <a:pt x="552414" y="791253"/>
                    <a:pt x="564036" y="780738"/>
                    <a:pt x="573444" y="769116"/>
                  </a:cubicBezTo>
                  <a:cubicBezTo>
                    <a:pt x="575658" y="770776"/>
                    <a:pt x="577872" y="772436"/>
                    <a:pt x="579532" y="774097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25172A5-F699-434F-A1EB-542441C23D51}"/>
                </a:ext>
              </a:extLst>
            </p:cNvPr>
            <p:cNvSpPr/>
            <p:nvPr/>
          </p:nvSpPr>
          <p:spPr>
            <a:xfrm>
              <a:off x="10232073" y="1273699"/>
              <a:ext cx="1176160" cy="1029139"/>
            </a:xfrm>
            <a:custGeom>
              <a:avLst/>
              <a:gdLst>
                <a:gd name="connsiteX0" fmla="*/ 1507844 w 1505326"/>
                <a:gd name="connsiteY0" fmla="*/ 1291392 h 1317161"/>
                <a:gd name="connsiteX1" fmla="*/ 1399371 w 1505326"/>
                <a:gd name="connsiteY1" fmla="*/ 1301908 h 1317161"/>
                <a:gd name="connsiteX2" fmla="*/ 973784 w 1505326"/>
                <a:gd name="connsiteY2" fmla="*/ 1315743 h 1317161"/>
                <a:gd name="connsiteX3" fmla="*/ 562033 w 1505326"/>
                <a:gd name="connsiteY3" fmla="*/ 1262614 h 1317161"/>
                <a:gd name="connsiteX4" fmla="*/ 228869 w 1505326"/>
                <a:gd name="connsiteY4" fmla="*/ 1130898 h 1317161"/>
                <a:gd name="connsiteX5" fmla="*/ 50665 w 1505326"/>
                <a:gd name="connsiteY5" fmla="*/ 961549 h 1317161"/>
                <a:gd name="connsiteX6" fmla="*/ 26867 w 1505326"/>
                <a:gd name="connsiteY6" fmla="*/ 657716 h 1317161"/>
                <a:gd name="connsiteX7" fmla="*/ 200091 w 1505326"/>
                <a:gd name="connsiteY7" fmla="*/ 465676 h 1317161"/>
                <a:gd name="connsiteX8" fmla="*/ 228316 w 1505326"/>
                <a:gd name="connsiteY8" fmla="*/ 449074 h 1317161"/>
                <a:gd name="connsiteX9" fmla="*/ 164671 w 1505326"/>
                <a:gd name="connsiteY9" fmla="*/ 391517 h 1317161"/>
                <a:gd name="connsiteX10" fmla="*/ 92172 w 1505326"/>
                <a:gd name="connsiteY10" fmla="*/ 289133 h 1317161"/>
                <a:gd name="connsiteX11" fmla="*/ 141981 w 1505326"/>
                <a:gd name="connsiteY11" fmla="*/ 78830 h 1317161"/>
                <a:gd name="connsiteX12" fmla="*/ 368886 w 1505326"/>
                <a:gd name="connsiteY12" fmla="*/ 4670 h 1317161"/>
                <a:gd name="connsiteX13" fmla="*/ 444706 w 1505326"/>
                <a:gd name="connsiteY13" fmla="*/ 20719 h 1317161"/>
                <a:gd name="connsiteX14" fmla="*/ 444153 w 1505326"/>
                <a:gd name="connsiteY14" fmla="*/ 27361 h 1317161"/>
                <a:gd name="connsiteX15" fmla="*/ 425890 w 1505326"/>
                <a:gd name="connsiteY15" fmla="*/ 25700 h 1317161"/>
                <a:gd name="connsiteX16" fmla="*/ 407073 w 1505326"/>
                <a:gd name="connsiteY16" fmla="*/ 22380 h 1317161"/>
                <a:gd name="connsiteX17" fmla="*/ 175186 w 1505326"/>
                <a:gd name="connsiteY17" fmla="*/ 92665 h 1317161"/>
                <a:gd name="connsiteX18" fmla="*/ 147515 w 1505326"/>
                <a:gd name="connsiteY18" fmla="*/ 292453 h 1317161"/>
                <a:gd name="connsiteX19" fmla="*/ 332914 w 1505326"/>
                <a:gd name="connsiteY19" fmla="*/ 465123 h 1317161"/>
                <a:gd name="connsiteX20" fmla="*/ 551518 w 1505326"/>
                <a:gd name="connsiteY20" fmla="*/ 543710 h 1317161"/>
                <a:gd name="connsiteX21" fmla="*/ 786172 w 1505326"/>
                <a:gd name="connsiteY21" fmla="*/ 633919 h 1317161"/>
                <a:gd name="connsiteX22" fmla="*/ 858671 w 1505326"/>
                <a:gd name="connsiteY22" fmla="*/ 690369 h 1317161"/>
                <a:gd name="connsiteX23" fmla="*/ 865866 w 1505326"/>
                <a:gd name="connsiteY23" fmla="*/ 699223 h 1317161"/>
                <a:gd name="connsiteX24" fmla="*/ 750199 w 1505326"/>
                <a:gd name="connsiteY24" fmla="*/ 628938 h 1317161"/>
                <a:gd name="connsiteX25" fmla="*/ 552625 w 1505326"/>
                <a:gd name="connsiteY25" fmla="*/ 564187 h 1317161"/>
                <a:gd name="connsiteX26" fmla="*/ 369440 w 1505326"/>
                <a:gd name="connsiteY26" fmla="*/ 516038 h 1317161"/>
                <a:gd name="connsiteX27" fmla="*/ 268716 w 1505326"/>
                <a:gd name="connsiteY27" fmla="*/ 470657 h 1317161"/>
                <a:gd name="connsiteX28" fmla="*/ 237724 w 1505326"/>
                <a:gd name="connsiteY28" fmla="*/ 469550 h 1317161"/>
                <a:gd name="connsiteX29" fmla="*/ 129805 w 1505326"/>
                <a:gd name="connsiteY29" fmla="*/ 566954 h 1317161"/>
                <a:gd name="connsiteX30" fmla="*/ 63947 w 1505326"/>
                <a:gd name="connsiteY30" fmla="*/ 734089 h 1317161"/>
                <a:gd name="connsiteX31" fmla="*/ 115969 w 1505326"/>
                <a:gd name="connsiteY31" fmla="*/ 897904 h 1317161"/>
                <a:gd name="connsiteX32" fmla="*/ 290300 w 1505326"/>
                <a:gd name="connsiteY32" fmla="*/ 1058952 h 1317161"/>
                <a:gd name="connsiteX33" fmla="*/ 637853 w 1505326"/>
                <a:gd name="connsiteY33" fmla="*/ 1211145 h 1317161"/>
                <a:gd name="connsiteX34" fmla="*/ 1114909 w 1505326"/>
                <a:gd name="connsiteY34" fmla="*/ 1281984 h 1317161"/>
                <a:gd name="connsiteX35" fmla="*/ 1478512 w 1505326"/>
                <a:gd name="connsiteY35" fmla="*/ 1286965 h 1317161"/>
                <a:gd name="connsiteX36" fmla="*/ 1508950 w 1505326"/>
                <a:gd name="connsiteY36" fmla="*/ 1288625 h 1317161"/>
                <a:gd name="connsiteX37" fmla="*/ 1507844 w 1505326"/>
                <a:gd name="connsiteY37" fmla="*/ 1291392 h 13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05326" h="1317161">
                  <a:moveTo>
                    <a:pt x="1507844" y="1291392"/>
                  </a:moveTo>
                  <a:cubicBezTo>
                    <a:pt x="1471871" y="1294713"/>
                    <a:pt x="1435344" y="1298587"/>
                    <a:pt x="1399371" y="1301908"/>
                  </a:cubicBezTo>
                  <a:cubicBezTo>
                    <a:pt x="1257694" y="1314636"/>
                    <a:pt x="1116016" y="1320171"/>
                    <a:pt x="973784" y="1315743"/>
                  </a:cubicBezTo>
                  <a:cubicBezTo>
                    <a:pt x="834874" y="1311316"/>
                    <a:pt x="697070" y="1295820"/>
                    <a:pt x="562033" y="1262614"/>
                  </a:cubicBezTo>
                  <a:cubicBezTo>
                    <a:pt x="445260" y="1234389"/>
                    <a:pt x="331807" y="1193989"/>
                    <a:pt x="228869" y="1130898"/>
                  </a:cubicBezTo>
                  <a:cubicBezTo>
                    <a:pt x="157477" y="1087177"/>
                    <a:pt x="93279" y="1035708"/>
                    <a:pt x="50665" y="961549"/>
                  </a:cubicBezTo>
                  <a:cubicBezTo>
                    <a:pt x="-5232" y="864145"/>
                    <a:pt x="-17407" y="760654"/>
                    <a:pt x="26867" y="657716"/>
                  </a:cubicBezTo>
                  <a:cubicBezTo>
                    <a:pt x="62287" y="575809"/>
                    <a:pt x="123164" y="512164"/>
                    <a:pt x="200091" y="465676"/>
                  </a:cubicBezTo>
                  <a:cubicBezTo>
                    <a:pt x="208945" y="460142"/>
                    <a:pt x="217800" y="455161"/>
                    <a:pt x="228316" y="449074"/>
                  </a:cubicBezTo>
                  <a:cubicBezTo>
                    <a:pt x="206178" y="429150"/>
                    <a:pt x="184595" y="411440"/>
                    <a:pt x="164671" y="391517"/>
                  </a:cubicBezTo>
                  <a:cubicBezTo>
                    <a:pt x="134233" y="362185"/>
                    <a:pt x="104347" y="331747"/>
                    <a:pt x="92172" y="289133"/>
                  </a:cubicBezTo>
                  <a:cubicBezTo>
                    <a:pt x="70035" y="209992"/>
                    <a:pt x="87745" y="140260"/>
                    <a:pt x="141981" y="78830"/>
                  </a:cubicBezTo>
                  <a:cubicBezTo>
                    <a:pt x="202858" y="9651"/>
                    <a:pt x="280338" y="-10273"/>
                    <a:pt x="368886" y="4670"/>
                  </a:cubicBezTo>
                  <a:cubicBezTo>
                    <a:pt x="394344" y="9097"/>
                    <a:pt x="419249" y="15185"/>
                    <a:pt x="444706" y="20719"/>
                  </a:cubicBezTo>
                  <a:cubicBezTo>
                    <a:pt x="444706" y="22933"/>
                    <a:pt x="444153" y="25147"/>
                    <a:pt x="444153" y="27361"/>
                  </a:cubicBezTo>
                  <a:cubicBezTo>
                    <a:pt x="438065" y="26807"/>
                    <a:pt x="431977" y="26254"/>
                    <a:pt x="425890" y="25700"/>
                  </a:cubicBezTo>
                  <a:cubicBezTo>
                    <a:pt x="419802" y="24594"/>
                    <a:pt x="413161" y="23487"/>
                    <a:pt x="407073" y="22380"/>
                  </a:cubicBezTo>
                  <a:cubicBezTo>
                    <a:pt x="316864" y="3563"/>
                    <a:pt x="239384" y="27361"/>
                    <a:pt x="175186" y="92665"/>
                  </a:cubicBezTo>
                  <a:cubicBezTo>
                    <a:pt x="120397" y="148008"/>
                    <a:pt x="115416" y="229362"/>
                    <a:pt x="147515" y="292453"/>
                  </a:cubicBezTo>
                  <a:cubicBezTo>
                    <a:pt x="188469" y="372147"/>
                    <a:pt x="258754" y="421402"/>
                    <a:pt x="332914" y="465123"/>
                  </a:cubicBezTo>
                  <a:cubicBezTo>
                    <a:pt x="400432" y="505523"/>
                    <a:pt x="476805" y="522680"/>
                    <a:pt x="551518" y="543710"/>
                  </a:cubicBezTo>
                  <a:cubicBezTo>
                    <a:pt x="632872" y="566401"/>
                    <a:pt x="713673" y="589091"/>
                    <a:pt x="786172" y="633919"/>
                  </a:cubicBezTo>
                  <a:cubicBezTo>
                    <a:pt x="812183" y="649968"/>
                    <a:pt x="834874" y="670999"/>
                    <a:pt x="858671" y="690369"/>
                  </a:cubicBezTo>
                  <a:cubicBezTo>
                    <a:pt x="861992" y="693136"/>
                    <a:pt x="864205" y="697010"/>
                    <a:pt x="865866" y="699223"/>
                  </a:cubicBezTo>
                  <a:cubicBezTo>
                    <a:pt x="827679" y="675979"/>
                    <a:pt x="790046" y="650522"/>
                    <a:pt x="750199" y="628938"/>
                  </a:cubicBezTo>
                  <a:cubicBezTo>
                    <a:pt x="688769" y="595179"/>
                    <a:pt x="620143" y="580790"/>
                    <a:pt x="552625" y="564187"/>
                  </a:cubicBezTo>
                  <a:cubicBezTo>
                    <a:pt x="491194" y="548691"/>
                    <a:pt x="429764" y="534855"/>
                    <a:pt x="369440" y="516038"/>
                  </a:cubicBezTo>
                  <a:cubicBezTo>
                    <a:pt x="334574" y="504970"/>
                    <a:pt x="301922" y="486707"/>
                    <a:pt x="268716" y="470657"/>
                  </a:cubicBezTo>
                  <a:cubicBezTo>
                    <a:pt x="257647" y="465676"/>
                    <a:pt x="248792" y="459589"/>
                    <a:pt x="237724" y="469550"/>
                  </a:cubicBezTo>
                  <a:cubicBezTo>
                    <a:pt x="201751" y="502203"/>
                    <a:pt x="161904" y="530981"/>
                    <a:pt x="129805" y="566954"/>
                  </a:cubicBezTo>
                  <a:cubicBezTo>
                    <a:pt x="88851" y="613442"/>
                    <a:pt x="61180" y="669338"/>
                    <a:pt x="63947" y="734089"/>
                  </a:cubicBezTo>
                  <a:cubicBezTo>
                    <a:pt x="66161" y="793306"/>
                    <a:pt x="85531" y="847543"/>
                    <a:pt x="115969" y="897904"/>
                  </a:cubicBezTo>
                  <a:cubicBezTo>
                    <a:pt x="158583" y="968743"/>
                    <a:pt x="222781" y="1015785"/>
                    <a:pt x="290300" y="1058952"/>
                  </a:cubicBezTo>
                  <a:cubicBezTo>
                    <a:pt x="398218" y="1127578"/>
                    <a:pt x="515545" y="1176279"/>
                    <a:pt x="637853" y="1211145"/>
                  </a:cubicBezTo>
                  <a:cubicBezTo>
                    <a:pt x="793920" y="1255420"/>
                    <a:pt x="953308" y="1278664"/>
                    <a:pt x="1114909" y="1281984"/>
                  </a:cubicBezTo>
                  <a:cubicBezTo>
                    <a:pt x="1236110" y="1284752"/>
                    <a:pt x="1357311" y="1285305"/>
                    <a:pt x="1478512" y="1286965"/>
                  </a:cubicBezTo>
                  <a:cubicBezTo>
                    <a:pt x="1488473" y="1286965"/>
                    <a:pt x="1498989" y="1288072"/>
                    <a:pt x="1508950" y="1288625"/>
                  </a:cubicBezTo>
                  <a:cubicBezTo>
                    <a:pt x="1507844" y="1289732"/>
                    <a:pt x="1507844" y="1290839"/>
                    <a:pt x="1507844" y="1291392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76E5181-0308-4AAA-8FF0-7953A53B1C14}"/>
                </a:ext>
              </a:extLst>
            </p:cNvPr>
            <p:cNvSpPr/>
            <p:nvPr/>
          </p:nvSpPr>
          <p:spPr>
            <a:xfrm>
              <a:off x="10383787" y="607109"/>
              <a:ext cx="1106974" cy="709156"/>
            </a:xfrm>
            <a:custGeom>
              <a:avLst/>
              <a:gdLst>
                <a:gd name="connsiteX0" fmla="*/ 4810 w 1416778"/>
                <a:gd name="connsiteY0" fmla="*/ 0 h 907623"/>
                <a:gd name="connsiteX1" fmla="*/ 38570 w 1416778"/>
                <a:gd name="connsiteY1" fmla="*/ 66411 h 907623"/>
                <a:gd name="connsiteX2" fmla="*/ 130439 w 1416778"/>
                <a:gd name="connsiteY2" fmla="*/ 203108 h 907623"/>
                <a:gd name="connsiteX3" fmla="*/ 316391 w 1416778"/>
                <a:gd name="connsiteY3" fmla="*/ 395702 h 907623"/>
                <a:gd name="connsiteX4" fmla="*/ 655643 w 1416778"/>
                <a:gd name="connsiteY4" fmla="*/ 623714 h 907623"/>
                <a:gd name="connsiteX5" fmla="*/ 752493 w 1416778"/>
                <a:gd name="connsiteY5" fmla="*/ 675183 h 907623"/>
                <a:gd name="connsiteX6" fmla="*/ 874801 w 1416778"/>
                <a:gd name="connsiteY6" fmla="*/ 700088 h 907623"/>
                <a:gd name="connsiteX7" fmla="*/ 1096726 w 1416778"/>
                <a:gd name="connsiteY7" fmla="*/ 680164 h 907623"/>
                <a:gd name="connsiteX8" fmla="*/ 1400558 w 1416778"/>
                <a:gd name="connsiteY8" fmla="*/ 664668 h 907623"/>
                <a:gd name="connsiteX9" fmla="*/ 1416608 w 1416778"/>
                <a:gd name="connsiteY9" fmla="*/ 665775 h 907623"/>
                <a:gd name="connsiteX10" fmla="*/ 1417161 w 1416778"/>
                <a:gd name="connsiteY10" fmla="*/ 670203 h 907623"/>
                <a:gd name="connsiteX11" fmla="*/ 1289873 w 1416778"/>
                <a:gd name="connsiteY11" fmla="*/ 683485 h 907623"/>
                <a:gd name="connsiteX12" fmla="*/ 1117756 w 1416778"/>
                <a:gd name="connsiteY12" fmla="*/ 715584 h 907623"/>
                <a:gd name="connsiteX13" fmla="*/ 1040830 w 1416778"/>
                <a:gd name="connsiteY13" fmla="*/ 758198 h 907623"/>
                <a:gd name="connsiteX14" fmla="*/ 1032528 w 1416778"/>
                <a:gd name="connsiteY14" fmla="*/ 835678 h 907623"/>
                <a:gd name="connsiteX15" fmla="*/ 1091192 w 1416778"/>
                <a:gd name="connsiteY15" fmla="*/ 899322 h 907623"/>
                <a:gd name="connsiteX16" fmla="*/ 1096172 w 1416778"/>
                <a:gd name="connsiteY16" fmla="*/ 908730 h 907623"/>
                <a:gd name="connsiteX17" fmla="*/ 1006517 w 1416778"/>
                <a:gd name="connsiteY17" fmla="*/ 857262 h 907623"/>
                <a:gd name="connsiteX18" fmla="*/ 769649 w 1416778"/>
                <a:gd name="connsiteY18" fmla="*/ 732740 h 907623"/>
                <a:gd name="connsiteX19" fmla="*/ 227842 w 1416778"/>
                <a:gd name="connsiteY19" fmla="*/ 411751 h 907623"/>
                <a:gd name="connsiteX20" fmla="*/ 35802 w 1416778"/>
                <a:gd name="connsiteY20" fmla="*/ 190380 h 907623"/>
                <a:gd name="connsiteX21" fmla="*/ 4810 w 1416778"/>
                <a:gd name="connsiteY21" fmla="*/ 0 h 90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16778" h="907623">
                  <a:moveTo>
                    <a:pt x="4810" y="0"/>
                  </a:moveTo>
                  <a:cubicBezTo>
                    <a:pt x="16432" y="23244"/>
                    <a:pt x="25841" y="45935"/>
                    <a:pt x="38570" y="66411"/>
                  </a:cubicBezTo>
                  <a:cubicBezTo>
                    <a:pt x="67901" y="112899"/>
                    <a:pt x="94466" y="162155"/>
                    <a:pt x="130439" y="203108"/>
                  </a:cubicBezTo>
                  <a:cubicBezTo>
                    <a:pt x="189102" y="270073"/>
                    <a:pt x="253300" y="332057"/>
                    <a:pt x="316391" y="395702"/>
                  </a:cubicBezTo>
                  <a:cubicBezTo>
                    <a:pt x="414348" y="494212"/>
                    <a:pt x="534995" y="558963"/>
                    <a:pt x="655643" y="623714"/>
                  </a:cubicBezTo>
                  <a:cubicBezTo>
                    <a:pt x="687742" y="640871"/>
                    <a:pt x="720394" y="657474"/>
                    <a:pt x="752493" y="675183"/>
                  </a:cubicBezTo>
                  <a:cubicBezTo>
                    <a:pt x="790680" y="696214"/>
                    <a:pt x="831080" y="704515"/>
                    <a:pt x="874801" y="700088"/>
                  </a:cubicBezTo>
                  <a:cubicBezTo>
                    <a:pt x="948407" y="692340"/>
                    <a:pt x="1022566" y="686805"/>
                    <a:pt x="1096726" y="680164"/>
                  </a:cubicBezTo>
                  <a:cubicBezTo>
                    <a:pt x="1198003" y="671309"/>
                    <a:pt x="1298727" y="660794"/>
                    <a:pt x="1400558" y="664668"/>
                  </a:cubicBezTo>
                  <a:cubicBezTo>
                    <a:pt x="1406093" y="664668"/>
                    <a:pt x="1411627" y="665222"/>
                    <a:pt x="1416608" y="665775"/>
                  </a:cubicBezTo>
                  <a:cubicBezTo>
                    <a:pt x="1416608" y="667435"/>
                    <a:pt x="1416608" y="669096"/>
                    <a:pt x="1417161" y="670203"/>
                  </a:cubicBezTo>
                  <a:cubicBezTo>
                    <a:pt x="1374547" y="674630"/>
                    <a:pt x="1332487" y="679611"/>
                    <a:pt x="1289873" y="683485"/>
                  </a:cubicBezTo>
                  <a:cubicBezTo>
                    <a:pt x="1231209" y="689019"/>
                    <a:pt x="1172546" y="693447"/>
                    <a:pt x="1117756" y="715584"/>
                  </a:cubicBezTo>
                  <a:cubicBezTo>
                    <a:pt x="1090638" y="726652"/>
                    <a:pt x="1064074" y="741041"/>
                    <a:pt x="1040830" y="758198"/>
                  </a:cubicBezTo>
                  <a:cubicBezTo>
                    <a:pt x="1016479" y="776461"/>
                    <a:pt x="1013711" y="811880"/>
                    <a:pt x="1032528" y="835678"/>
                  </a:cubicBezTo>
                  <a:cubicBezTo>
                    <a:pt x="1050238" y="858368"/>
                    <a:pt x="1071268" y="878292"/>
                    <a:pt x="1091192" y="899322"/>
                  </a:cubicBezTo>
                  <a:cubicBezTo>
                    <a:pt x="1093405" y="901536"/>
                    <a:pt x="1095619" y="903750"/>
                    <a:pt x="1096172" y="908730"/>
                  </a:cubicBezTo>
                  <a:cubicBezTo>
                    <a:pt x="1066287" y="891574"/>
                    <a:pt x="1036956" y="873311"/>
                    <a:pt x="1006517" y="857262"/>
                  </a:cubicBezTo>
                  <a:cubicBezTo>
                    <a:pt x="927930" y="815201"/>
                    <a:pt x="849343" y="772587"/>
                    <a:pt x="769649" y="732740"/>
                  </a:cubicBezTo>
                  <a:cubicBezTo>
                    <a:pt x="581483" y="638104"/>
                    <a:pt x="392764" y="545128"/>
                    <a:pt x="227842" y="411751"/>
                  </a:cubicBezTo>
                  <a:cubicBezTo>
                    <a:pt x="150916" y="349214"/>
                    <a:pt x="80630" y="280588"/>
                    <a:pt x="35802" y="190380"/>
                  </a:cubicBezTo>
                  <a:cubicBezTo>
                    <a:pt x="5364" y="130609"/>
                    <a:pt x="-7919" y="68625"/>
                    <a:pt x="4810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6497464-B3E8-4C3B-BB51-53391021FCDC}"/>
                </a:ext>
              </a:extLst>
            </p:cNvPr>
            <p:cNvSpPr/>
            <p:nvPr userDrawn="1"/>
          </p:nvSpPr>
          <p:spPr>
            <a:xfrm>
              <a:off x="11776885" y="1615030"/>
              <a:ext cx="415115" cy="683210"/>
            </a:xfrm>
            <a:custGeom>
              <a:avLst/>
              <a:gdLst>
                <a:gd name="connsiteX0" fmla="*/ 0 w 531291"/>
                <a:gd name="connsiteY0" fmla="*/ 226944 h 874417"/>
                <a:gd name="connsiteX1" fmla="*/ 103491 w 531291"/>
                <a:gd name="connsiteY1" fmla="*/ 77518 h 874417"/>
                <a:gd name="connsiteX2" fmla="*/ 396809 w 531291"/>
                <a:gd name="connsiteY2" fmla="*/ 11107 h 874417"/>
                <a:gd name="connsiteX3" fmla="*/ 474289 w 531291"/>
                <a:gd name="connsiteY3" fmla="*/ 61469 h 874417"/>
                <a:gd name="connsiteX4" fmla="*/ 530738 w 531291"/>
                <a:gd name="connsiteY4" fmla="*/ 163300 h 874417"/>
                <a:gd name="connsiteX5" fmla="*/ 520777 w 531291"/>
                <a:gd name="connsiteY5" fmla="*/ 280073 h 874417"/>
                <a:gd name="connsiteX6" fmla="*/ 446064 w 531291"/>
                <a:gd name="connsiteY6" fmla="*/ 449423 h 874417"/>
                <a:gd name="connsiteX7" fmla="*/ 379099 w 531291"/>
                <a:gd name="connsiteY7" fmla="*/ 613238 h 874417"/>
                <a:gd name="connsiteX8" fmla="*/ 341466 w 531291"/>
                <a:gd name="connsiteY8" fmla="*/ 759343 h 874417"/>
                <a:gd name="connsiteX9" fmla="*/ 321542 w 531291"/>
                <a:gd name="connsiteY9" fmla="*/ 876670 h 874417"/>
                <a:gd name="connsiteX10" fmla="*/ 314348 w 531291"/>
                <a:gd name="connsiteY10" fmla="*/ 819113 h 874417"/>
                <a:gd name="connsiteX11" fmla="*/ 363049 w 531291"/>
                <a:gd name="connsiteY11" fmla="*/ 575605 h 874417"/>
                <a:gd name="connsiteX12" fmla="*/ 461007 w 531291"/>
                <a:gd name="connsiteY12" fmla="*/ 350912 h 874417"/>
                <a:gd name="connsiteX13" fmla="*/ 492552 w 531291"/>
                <a:gd name="connsiteY13" fmla="*/ 194292 h 874417"/>
                <a:gd name="connsiteX14" fmla="*/ 344786 w 531291"/>
                <a:gd name="connsiteY14" fmla="*/ 44866 h 874417"/>
                <a:gd name="connsiteX15" fmla="*/ 104598 w 531291"/>
                <a:gd name="connsiteY15" fmla="*/ 115152 h 874417"/>
                <a:gd name="connsiteX16" fmla="*/ 0 w 531291"/>
                <a:gd name="connsiteY16" fmla="*/ 226944 h 874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1291" h="874417">
                  <a:moveTo>
                    <a:pt x="0" y="226944"/>
                  </a:moveTo>
                  <a:cubicBezTo>
                    <a:pt x="17156" y="164960"/>
                    <a:pt x="54789" y="117365"/>
                    <a:pt x="103491" y="77518"/>
                  </a:cubicBezTo>
                  <a:cubicBezTo>
                    <a:pt x="189826" y="6679"/>
                    <a:pt x="289444" y="-16011"/>
                    <a:pt x="396809" y="11107"/>
                  </a:cubicBezTo>
                  <a:cubicBezTo>
                    <a:pt x="425034" y="18302"/>
                    <a:pt x="451045" y="41546"/>
                    <a:pt x="474289" y="61469"/>
                  </a:cubicBezTo>
                  <a:cubicBezTo>
                    <a:pt x="504727" y="88034"/>
                    <a:pt x="524097" y="123453"/>
                    <a:pt x="530738" y="163300"/>
                  </a:cubicBezTo>
                  <a:cubicBezTo>
                    <a:pt x="536826" y="202593"/>
                    <a:pt x="531845" y="241887"/>
                    <a:pt x="520777" y="280073"/>
                  </a:cubicBezTo>
                  <a:cubicBezTo>
                    <a:pt x="503620" y="339844"/>
                    <a:pt x="472628" y="394080"/>
                    <a:pt x="446064" y="449423"/>
                  </a:cubicBezTo>
                  <a:cubicBezTo>
                    <a:pt x="420606" y="502552"/>
                    <a:pt x="397915" y="557342"/>
                    <a:pt x="379099" y="613238"/>
                  </a:cubicBezTo>
                  <a:cubicBezTo>
                    <a:pt x="363049" y="660832"/>
                    <a:pt x="351981" y="710088"/>
                    <a:pt x="341466" y="759343"/>
                  </a:cubicBezTo>
                  <a:cubicBezTo>
                    <a:pt x="333718" y="797530"/>
                    <a:pt x="330397" y="836823"/>
                    <a:pt x="321542" y="876670"/>
                  </a:cubicBezTo>
                  <a:cubicBezTo>
                    <a:pt x="318775" y="857300"/>
                    <a:pt x="314901" y="838483"/>
                    <a:pt x="314348" y="819113"/>
                  </a:cubicBezTo>
                  <a:cubicBezTo>
                    <a:pt x="309920" y="733885"/>
                    <a:pt x="330951" y="653638"/>
                    <a:pt x="363049" y="575605"/>
                  </a:cubicBezTo>
                  <a:cubicBezTo>
                    <a:pt x="394595" y="500338"/>
                    <a:pt x="430014" y="426732"/>
                    <a:pt x="461007" y="350912"/>
                  </a:cubicBezTo>
                  <a:cubicBezTo>
                    <a:pt x="481483" y="301104"/>
                    <a:pt x="500853" y="249635"/>
                    <a:pt x="492552" y="194292"/>
                  </a:cubicBezTo>
                  <a:cubicBezTo>
                    <a:pt x="480377" y="110724"/>
                    <a:pt x="428908" y="53721"/>
                    <a:pt x="344786" y="44866"/>
                  </a:cubicBezTo>
                  <a:cubicBezTo>
                    <a:pt x="255684" y="35458"/>
                    <a:pt x="177097" y="64790"/>
                    <a:pt x="104598" y="115152"/>
                  </a:cubicBezTo>
                  <a:cubicBezTo>
                    <a:pt x="61431" y="144483"/>
                    <a:pt x="26011" y="181563"/>
                    <a:pt x="0" y="226944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420EDE7-2BF9-4E05-81B2-88D3886D1F65}"/>
                </a:ext>
              </a:extLst>
            </p:cNvPr>
            <p:cNvGrpSpPr/>
            <p:nvPr userDrawn="1"/>
          </p:nvGrpSpPr>
          <p:grpSpPr>
            <a:xfrm>
              <a:off x="11017480" y="309106"/>
              <a:ext cx="667060" cy="841378"/>
              <a:chOff x="10512715" y="-139148"/>
              <a:chExt cx="1292932" cy="1630806"/>
            </a:xfrm>
            <a:grpFill/>
          </p:grpSpPr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A22C5BA3-128D-4B16-AF22-A729590AD7A2}"/>
                  </a:ext>
                </a:extLst>
              </p:cNvPr>
              <p:cNvSpPr/>
              <p:nvPr/>
            </p:nvSpPr>
            <p:spPr>
              <a:xfrm>
                <a:off x="10512715" y="-139148"/>
                <a:ext cx="1292932" cy="1630806"/>
              </a:xfrm>
              <a:custGeom>
                <a:avLst/>
                <a:gdLst>
                  <a:gd name="connsiteX0" fmla="*/ 687060 w 1588341"/>
                  <a:gd name="connsiteY0" fmla="*/ 478632 h 2003413"/>
                  <a:gd name="connsiteX1" fmla="*/ 675992 w 1588341"/>
                  <a:gd name="connsiteY1" fmla="*/ 459815 h 2003413"/>
                  <a:gd name="connsiteX2" fmla="*/ 513837 w 1588341"/>
                  <a:gd name="connsiteY2" fmla="*/ 217967 h 2003413"/>
                  <a:gd name="connsiteX3" fmla="*/ 350022 w 1588341"/>
                  <a:gd name="connsiteY3" fmla="*/ 107281 h 2003413"/>
                  <a:gd name="connsiteX4" fmla="*/ 181226 w 1588341"/>
                  <a:gd name="connsiteY4" fmla="*/ 156536 h 2003413"/>
                  <a:gd name="connsiteX5" fmla="*/ 138612 w 1588341"/>
                  <a:gd name="connsiteY5" fmla="*/ 298214 h 2003413"/>
                  <a:gd name="connsiteX6" fmla="*/ 146914 w 1588341"/>
                  <a:gd name="connsiteY6" fmla="*/ 473651 h 2003413"/>
                  <a:gd name="connsiteX7" fmla="*/ 169051 w 1588341"/>
                  <a:gd name="connsiteY7" fmla="*/ 600386 h 2003413"/>
                  <a:gd name="connsiteX8" fmla="*/ 221627 w 1588341"/>
                  <a:gd name="connsiteY8" fmla="*/ 781911 h 2003413"/>
                  <a:gd name="connsiteX9" fmla="*/ 285824 w 1588341"/>
                  <a:gd name="connsiteY9" fmla="*/ 945172 h 2003413"/>
                  <a:gd name="connsiteX10" fmla="*/ 384888 w 1588341"/>
                  <a:gd name="connsiteY10" fmla="*/ 1122270 h 2003413"/>
                  <a:gd name="connsiteX11" fmla="*/ 564753 w 1588341"/>
                  <a:gd name="connsiteY11" fmla="*/ 1288298 h 2003413"/>
                  <a:gd name="connsiteX12" fmla="*/ 741296 w 1588341"/>
                  <a:gd name="connsiteY12" fmla="*/ 1304348 h 2003413"/>
                  <a:gd name="connsiteX13" fmla="*/ 927249 w 1588341"/>
                  <a:gd name="connsiteY13" fmla="*/ 1231295 h 2003413"/>
                  <a:gd name="connsiteX14" fmla="*/ 1272035 w 1588341"/>
                  <a:gd name="connsiteY14" fmla="*/ 1158243 h 2003413"/>
                  <a:gd name="connsiteX15" fmla="*/ 1485105 w 1588341"/>
                  <a:gd name="connsiteY15" fmla="*/ 1217460 h 2003413"/>
                  <a:gd name="connsiteX16" fmla="*/ 1589703 w 1588341"/>
                  <a:gd name="connsiteY16" fmla="*/ 1410053 h 2003413"/>
                  <a:gd name="connsiteX17" fmla="*/ 1515544 w 1588341"/>
                  <a:gd name="connsiteY17" fmla="*/ 1687874 h 2003413"/>
                  <a:gd name="connsiteX18" fmla="*/ 1291958 w 1588341"/>
                  <a:gd name="connsiteY18" fmla="*/ 1953520 h 2003413"/>
                  <a:gd name="connsiteX19" fmla="*/ 1182379 w 1588341"/>
                  <a:gd name="connsiteY19" fmla="*/ 2007203 h 2003413"/>
                  <a:gd name="connsiteX20" fmla="*/ 1229421 w 1588341"/>
                  <a:gd name="connsiteY20" fmla="*/ 1940238 h 2003413"/>
                  <a:gd name="connsiteX21" fmla="*/ 1358923 w 1588341"/>
                  <a:gd name="connsiteY21" fmla="*/ 1770335 h 2003413"/>
                  <a:gd name="connsiteX22" fmla="*/ 1453006 w 1588341"/>
                  <a:gd name="connsiteY22" fmla="*/ 1470930 h 2003413"/>
                  <a:gd name="connsiteX23" fmla="*/ 1441938 w 1588341"/>
                  <a:gd name="connsiteY23" fmla="*/ 1385149 h 2003413"/>
                  <a:gd name="connsiteX24" fmla="*/ 1420907 w 1588341"/>
                  <a:gd name="connsiteY24" fmla="*/ 1348069 h 2003413"/>
                  <a:gd name="connsiteX25" fmla="*/ 1283104 w 1588341"/>
                  <a:gd name="connsiteY25" fmla="*/ 1266715 h 2003413"/>
                  <a:gd name="connsiteX26" fmla="*/ 1087190 w 1588341"/>
                  <a:gd name="connsiteY26" fmla="*/ 1278890 h 2003413"/>
                  <a:gd name="connsiteX27" fmla="*/ 860837 w 1588341"/>
                  <a:gd name="connsiteY27" fmla="*/ 1353050 h 2003413"/>
                  <a:gd name="connsiteX28" fmla="*/ 460155 w 1588341"/>
                  <a:gd name="connsiteY28" fmla="*/ 1282211 h 2003413"/>
                  <a:gd name="connsiteX29" fmla="*/ 279737 w 1588341"/>
                  <a:gd name="connsiteY29" fmla="*/ 1072461 h 2003413"/>
                  <a:gd name="connsiteX30" fmla="*/ 138059 w 1588341"/>
                  <a:gd name="connsiteY30" fmla="*/ 782464 h 2003413"/>
                  <a:gd name="connsiteX31" fmla="*/ 39548 w 1588341"/>
                  <a:gd name="connsiteY31" fmla="*/ 491361 h 2003413"/>
                  <a:gd name="connsiteX32" fmla="*/ 1362 w 1588341"/>
                  <a:gd name="connsiteY32" fmla="*/ 311496 h 2003413"/>
                  <a:gd name="connsiteX33" fmla="*/ 5236 w 1588341"/>
                  <a:gd name="connsiteY33" fmla="*/ 153769 h 2003413"/>
                  <a:gd name="connsiteX34" fmla="*/ 102639 w 1588341"/>
                  <a:gd name="connsiteY34" fmla="*/ 23713 h 2003413"/>
                  <a:gd name="connsiteX35" fmla="*/ 286378 w 1588341"/>
                  <a:gd name="connsiteY35" fmla="*/ 15965 h 2003413"/>
                  <a:gd name="connsiteX36" fmla="*/ 622309 w 1588341"/>
                  <a:gd name="connsiteY36" fmla="*/ 305409 h 2003413"/>
                  <a:gd name="connsiteX37" fmla="*/ 686507 w 1588341"/>
                  <a:gd name="connsiteY37" fmla="*/ 453174 h 2003413"/>
                  <a:gd name="connsiteX38" fmla="*/ 689274 w 1588341"/>
                  <a:gd name="connsiteY38" fmla="*/ 478078 h 2003413"/>
                  <a:gd name="connsiteX39" fmla="*/ 687060 w 1588341"/>
                  <a:gd name="connsiteY39" fmla="*/ 478632 h 2003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588341" h="2003413">
                    <a:moveTo>
                      <a:pt x="687060" y="478632"/>
                    </a:moveTo>
                    <a:cubicBezTo>
                      <a:pt x="683186" y="472544"/>
                      <a:pt x="679312" y="466456"/>
                      <a:pt x="675992" y="459815"/>
                    </a:cubicBezTo>
                    <a:cubicBezTo>
                      <a:pt x="631718" y="372373"/>
                      <a:pt x="579142" y="290466"/>
                      <a:pt x="513837" y="217967"/>
                    </a:cubicBezTo>
                    <a:cubicBezTo>
                      <a:pt x="468456" y="167605"/>
                      <a:pt x="416434" y="126651"/>
                      <a:pt x="350022" y="107281"/>
                    </a:cubicBezTo>
                    <a:cubicBezTo>
                      <a:pt x="284164" y="88464"/>
                      <a:pt x="226054" y="105067"/>
                      <a:pt x="181226" y="156536"/>
                    </a:cubicBezTo>
                    <a:cubicBezTo>
                      <a:pt x="146360" y="196383"/>
                      <a:pt x="136952" y="246745"/>
                      <a:pt x="138612" y="298214"/>
                    </a:cubicBezTo>
                    <a:cubicBezTo>
                      <a:pt x="140273" y="356877"/>
                      <a:pt x="141379" y="414987"/>
                      <a:pt x="146914" y="473651"/>
                    </a:cubicBezTo>
                    <a:cubicBezTo>
                      <a:pt x="150788" y="516265"/>
                      <a:pt x="159089" y="558879"/>
                      <a:pt x="169051" y="600386"/>
                    </a:cubicBezTo>
                    <a:cubicBezTo>
                      <a:pt x="184547" y="661263"/>
                      <a:pt x="201703" y="722141"/>
                      <a:pt x="221627" y="781911"/>
                    </a:cubicBezTo>
                    <a:cubicBezTo>
                      <a:pt x="240443" y="837254"/>
                      <a:pt x="264794" y="890936"/>
                      <a:pt x="285824" y="945172"/>
                    </a:cubicBezTo>
                    <a:cubicBezTo>
                      <a:pt x="310729" y="1008817"/>
                      <a:pt x="345041" y="1066927"/>
                      <a:pt x="384888" y="1122270"/>
                    </a:cubicBezTo>
                    <a:cubicBezTo>
                      <a:pt x="434143" y="1189235"/>
                      <a:pt x="491700" y="1247898"/>
                      <a:pt x="564753" y="1288298"/>
                    </a:cubicBezTo>
                    <a:cubicBezTo>
                      <a:pt x="621202" y="1319844"/>
                      <a:pt x="680973" y="1325378"/>
                      <a:pt x="741296" y="1304348"/>
                    </a:cubicBezTo>
                    <a:cubicBezTo>
                      <a:pt x="804387" y="1282211"/>
                      <a:pt x="865818" y="1256753"/>
                      <a:pt x="927249" y="1231295"/>
                    </a:cubicBezTo>
                    <a:cubicBezTo>
                      <a:pt x="1037934" y="1185361"/>
                      <a:pt x="1151387" y="1155476"/>
                      <a:pt x="1272035" y="1158243"/>
                    </a:cubicBezTo>
                    <a:cubicBezTo>
                      <a:pt x="1347855" y="1160456"/>
                      <a:pt x="1420907" y="1174292"/>
                      <a:pt x="1485105" y="1217460"/>
                    </a:cubicBezTo>
                    <a:cubicBezTo>
                      <a:pt x="1553730" y="1263394"/>
                      <a:pt x="1585276" y="1329252"/>
                      <a:pt x="1589703" y="1410053"/>
                    </a:cubicBezTo>
                    <a:cubicBezTo>
                      <a:pt x="1595238" y="1510777"/>
                      <a:pt x="1565906" y="1602093"/>
                      <a:pt x="1515544" y="1687874"/>
                    </a:cubicBezTo>
                    <a:cubicBezTo>
                      <a:pt x="1455773" y="1789152"/>
                      <a:pt x="1384381" y="1880468"/>
                      <a:pt x="1291958" y="1953520"/>
                    </a:cubicBezTo>
                    <a:cubicBezTo>
                      <a:pt x="1260413" y="1978425"/>
                      <a:pt x="1225547" y="1999455"/>
                      <a:pt x="1182379" y="2007203"/>
                    </a:cubicBezTo>
                    <a:cubicBezTo>
                      <a:pt x="1197876" y="1985066"/>
                      <a:pt x="1213372" y="1962375"/>
                      <a:pt x="1229421" y="1940238"/>
                    </a:cubicBezTo>
                    <a:cubicBezTo>
                      <a:pt x="1272588" y="1883235"/>
                      <a:pt x="1318523" y="1828445"/>
                      <a:pt x="1358923" y="1770335"/>
                    </a:cubicBezTo>
                    <a:cubicBezTo>
                      <a:pt x="1421461" y="1680680"/>
                      <a:pt x="1459647" y="1582169"/>
                      <a:pt x="1453006" y="1470930"/>
                    </a:cubicBezTo>
                    <a:cubicBezTo>
                      <a:pt x="1451346" y="1442152"/>
                      <a:pt x="1448025" y="1412820"/>
                      <a:pt x="1441938" y="1385149"/>
                    </a:cubicBezTo>
                    <a:cubicBezTo>
                      <a:pt x="1439170" y="1371866"/>
                      <a:pt x="1429209" y="1359137"/>
                      <a:pt x="1420907" y="1348069"/>
                    </a:cubicBezTo>
                    <a:cubicBezTo>
                      <a:pt x="1386041" y="1302688"/>
                      <a:pt x="1337893" y="1279444"/>
                      <a:pt x="1283104" y="1266715"/>
                    </a:cubicBezTo>
                    <a:cubicBezTo>
                      <a:pt x="1216692" y="1251772"/>
                      <a:pt x="1150834" y="1260627"/>
                      <a:pt x="1087190" y="1278890"/>
                    </a:cubicBezTo>
                    <a:cubicBezTo>
                      <a:pt x="1010816" y="1301027"/>
                      <a:pt x="936657" y="1329252"/>
                      <a:pt x="860837" y="1353050"/>
                    </a:cubicBezTo>
                    <a:cubicBezTo>
                      <a:pt x="715285" y="1398984"/>
                      <a:pt x="581356" y="1375740"/>
                      <a:pt x="460155" y="1282211"/>
                    </a:cubicBezTo>
                    <a:cubicBezTo>
                      <a:pt x="385995" y="1224654"/>
                      <a:pt x="328992" y="1151602"/>
                      <a:pt x="279737" y="1072461"/>
                    </a:cubicBezTo>
                    <a:cubicBezTo>
                      <a:pt x="222180" y="980592"/>
                      <a:pt x="174585" y="883742"/>
                      <a:pt x="138059" y="782464"/>
                    </a:cubicBezTo>
                    <a:cubicBezTo>
                      <a:pt x="103193" y="686168"/>
                      <a:pt x="73308" y="588211"/>
                      <a:pt x="39548" y="491361"/>
                    </a:cubicBezTo>
                    <a:cubicBezTo>
                      <a:pt x="19625" y="432697"/>
                      <a:pt x="4682" y="372927"/>
                      <a:pt x="1362" y="311496"/>
                    </a:cubicBezTo>
                    <a:cubicBezTo>
                      <a:pt x="-1959" y="258921"/>
                      <a:pt x="1362" y="206345"/>
                      <a:pt x="5236" y="153769"/>
                    </a:cubicBezTo>
                    <a:cubicBezTo>
                      <a:pt x="10217" y="90678"/>
                      <a:pt x="49510" y="50278"/>
                      <a:pt x="102639" y="23713"/>
                    </a:cubicBezTo>
                    <a:cubicBezTo>
                      <a:pt x="161856" y="-6172"/>
                      <a:pt x="222733" y="-6725"/>
                      <a:pt x="286378" y="15965"/>
                    </a:cubicBezTo>
                    <a:cubicBezTo>
                      <a:pt x="435250" y="70201"/>
                      <a:pt x="538188" y="175906"/>
                      <a:pt x="622309" y="305409"/>
                    </a:cubicBezTo>
                    <a:cubicBezTo>
                      <a:pt x="651641" y="351343"/>
                      <a:pt x="674885" y="399492"/>
                      <a:pt x="686507" y="453174"/>
                    </a:cubicBezTo>
                    <a:cubicBezTo>
                      <a:pt x="688167" y="461476"/>
                      <a:pt x="688167" y="469777"/>
                      <a:pt x="689274" y="478078"/>
                    </a:cubicBezTo>
                    <a:cubicBezTo>
                      <a:pt x="689274" y="478078"/>
                      <a:pt x="688167" y="478632"/>
                      <a:pt x="687060" y="478632"/>
                    </a:cubicBezTo>
                    <a:close/>
                  </a:path>
                </a:pathLst>
              </a:custGeom>
              <a:grpFill/>
              <a:ln w="5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C7E54EB-BE1F-4506-A298-64C9A4F9FE05}"/>
                  </a:ext>
                </a:extLst>
              </p:cNvPr>
              <p:cNvSpPr/>
              <p:nvPr/>
            </p:nvSpPr>
            <p:spPr>
              <a:xfrm>
                <a:off x="10895396" y="64446"/>
                <a:ext cx="563124" cy="558619"/>
              </a:xfrm>
              <a:custGeom>
                <a:avLst/>
                <a:gdLst>
                  <a:gd name="connsiteX0" fmla="*/ 0 w 691786"/>
                  <a:gd name="connsiteY0" fmla="*/ 688974 h 686251"/>
                  <a:gd name="connsiteX1" fmla="*/ 97404 w 691786"/>
                  <a:gd name="connsiteY1" fmla="*/ 594337 h 686251"/>
                  <a:gd name="connsiteX2" fmla="*/ 407877 w 691786"/>
                  <a:gd name="connsiteY2" fmla="*/ 465942 h 686251"/>
                  <a:gd name="connsiteX3" fmla="*/ 565051 w 691786"/>
                  <a:gd name="connsiteY3" fmla="*/ 401744 h 686251"/>
                  <a:gd name="connsiteX4" fmla="*/ 607112 w 691786"/>
                  <a:gd name="connsiteY4" fmla="*/ 139419 h 686251"/>
                  <a:gd name="connsiteX5" fmla="*/ 343126 w 691786"/>
                  <a:gd name="connsiteY5" fmla="*/ 24859 h 686251"/>
                  <a:gd name="connsiteX6" fmla="*/ 242955 w 691786"/>
                  <a:gd name="connsiteY6" fmla="*/ 30947 h 686251"/>
                  <a:gd name="connsiteX7" fmla="*/ 346447 w 691786"/>
                  <a:gd name="connsiteY7" fmla="*/ 1062 h 686251"/>
                  <a:gd name="connsiteX8" fmla="*/ 587742 w 691786"/>
                  <a:gd name="connsiteY8" fmla="*/ 61939 h 686251"/>
                  <a:gd name="connsiteX9" fmla="*/ 679611 w 691786"/>
                  <a:gd name="connsiteY9" fmla="*/ 158235 h 686251"/>
                  <a:gd name="connsiteX10" fmla="*/ 695107 w 691786"/>
                  <a:gd name="connsiteY10" fmla="*/ 260066 h 686251"/>
                  <a:gd name="connsiteX11" fmla="*/ 570032 w 691786"/>
                  <a:gd name="connsiteY11" fmla="*/ 438270 h 686251"/>
                  <a:gd name="connsiteX12" fmla="*/ 409537 w 691786"/>
                  <a:gd name="connsiteY12" fmla="*/ 494167 h 686251"/>
                  <a:gd name="connsiteX13" fmla="*/ 198681 w 691786"/>
                  <a:gd name="connsiteY13" fmla="*/ 569987 h 686251"/>
                  <a:gd name="connsiteX14" fmla="*/ 0 w 691786"/>
                  <a:gd name="connsiteY14" fmla="*/ 688974 h 686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1786" h="686251">
                    <a:moveTo>
                      <a:pt x="0" y="688974"/>
                    </a:moveTo>
                    <a:cubicBezTo>
                      <a:pt x="26011" y="650234"/>
                      <a:pt x="59770" y="619795"/>
                      <a:pt x="97404" y="594337"/>
                    </a:cubicBezTo>
                    <a:cubicBezTo>
                      <a:pt x="192040" y="530693"/>
                      <a:pt x="299405" y="496934"/>
                      <a:pt x="407877" y="465942"/>
                    </a:cubicBezTo>
                    <a:cubicBezTo>
                      <a:pt x="462667" y="449892"/>
                      <a:pt x="515242" y="428862"/>
                      <a:pt x="565051" y="401744"/>
                    </a:cubicBezTo>
                    <a:cubicBezTo>
                      <a:pt x="673523" y="342527"/>
                      <a:pt x="679611" y="218559"/>
                      <a:pt x="607112" y="139419"/>
                    </a:cubicBezTo>
                    <a:cubicBezTo>
                      <a:pt x="536273" y="62492"/>
                      <a:pt x="444404" y="30393"/>
                      <a:pt x="343126" y="24859"/>
                    </a:cubicBezTo>
                    <a:cubicBezTo>
                      <a:pt x="309367" y="22645"/>
                      <a:pt x="275608" y="28733"/>
                      <a:pt x="242955" y="30947"/>
                    </a:cubicBezTo>
                    <a:cubicBezTo>
                      <a:pt x="274501" y="14344"/>
                      <a:pt x="309367" y="3275"/>
                      <a:pt x="346447" y="1062"/>
                    </a:cubicBezTo>
                    <a:cubicBezTo>
                      <a:pt x="433335" y="-4473"/>
                      <a:pt x="515242" y="11023"/>
                      <a:pt x="587742" y="61939"/>
                    </a:cubicBezTo>
                    <a:cubicBezTo>
                      <a:pt x="624821" y="87950"/>
                      <a:pt x="656920" y="118388"/>
                      <a:pt x="679611" y="158235"/>
                    </a:cubicBezTo>
                    <a:cubicBezTo>
                      <a:pt x="697321" y="189781"/>
                      <a:pt x="696214" y="225200"/>
                      <a:pt x="695107" y="260066"/>
                    </a:cubicBezTo>
                    <a:cubicBezTo>
                      <a:pt x="692340" y="346401"/>
                      <a:pt x="642531" y="400084"/>
                      <a:pt x="570032" y="438270"/>
                    </a:cubicBezTo>
                    <a:cubicBezTo>
                      <a:pt x="519116" y="464835"/>
                      <a:pt x="464880" y="480331"/>
                      <a:pt x="409537" y="494167"/>
                    </a:cubicBezTo>
                    <a:cubicBezTo>
                      <a:pt x="337038" y="512430"/>
                      <a:pt x="266753" y="537888"/>
                      <a:pt x="198681" y="569987"/>
                    </a:cubicBezTo>
                    <a:cubicBezTo>
                      <a:pt x="128396" y="602086"/>
                      <a:pt x="63091" y="643593"/>
                      <a:pt x="0" y="688974"/>
                    </a:cubicBezTo>
                    <a:close/>
                  </a:path>
                </a:pathLst>
              </a:custGeom>
              <a:grpFill/>
              <a:ln w="55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7E083E7-BB4C-4C68-8894-E1185CCE478B}"/>
                </a:ext>
              </a:extLst>
            </p:cNvPr>
            <p:cNvSpPr/>
            <p:nvPr/>
          </p:nvSpPr>
          <p:spPr>
            <a:xfrm>
              <a:off x="10524814" y="1876042"/>
              <a:ext cx="185936" cy="138371"/>
            </a:xfrm>
            <a:custGeom>
              <a:avLst/>
              <a:gdLst>
                <a:gd name="connsiteX0" fmla="*/ 242154 w 237974"/>
                <a:gd name="connsiteY0" fmla="*/ 132519 h 177097"/>
                <a:gd name="connsiteX1" fmla="*/ 139770 w 237974"/>
                <a:gd name="connsiteY1" fmla="*/ 121451 h 177097"/>
                <a:gd name="connsiteX2" fmla="*/ 139217 w 237974"/>
                <a:gd name="connsiteY2" fmla="*/ 126432 h 177097"/>
                <a:gd name="connsiteX3" fmla="*/ 220571 w 237974"/>
                <a:gd name="connsiteY3" fmla="*/ 135287 h 177097"/>
                <a:gd name="connsiteX4" fmla="*/ 221678 w 237974"/>
                <a:gd name="connsiteY4" fmla="*/ 139161 h 177097"/>
                <a:gd name="connsiteX5" fmla="*/ 172976 w 237974"/>
                <a:gd name="connsiteY5" fmla="*/ 152443 h 177097"/>
                <a:gd name="connsiteX6" fmla="*/ 82767 w 237974"/>
                <a:gd name="connsiteY6" fmla="*/ 177901 h 177097"/>
                <a:gd name="connsiteX7" fmla="*/ 10268 w 237974"/>
                <a:gd name="connsiteY7" fmla="*/ 149676 h 177097"/>
                <a:gd name="connsiteX8" fmla="*/ 16355 w 237974"/>
                <a:gd name="connsiteY8" fmla="*/ 72749 h 177097"/>
                <a:gd name="connsiteX9" fmla="*/ 85534 w 237974"/>
                <a:gd name="connsiteY9" fmla="*/ 65001 h 177097"/>
                <a:gd name="connsiteX10" fmla="*/ 98263 w 237974"/>
                <a:gd name="connsiteY10" fmla="*/ 74409 h 177097"/>
                <a:gd name="connsiteX11" fmla="*/ 93282 w 237974"/>
                <a:gd name="connsiteY11" fmla="*/ 65555 h 177097"/>
                <a:gd name="connsiteX12" fmla="*/ 92729 w 237974"/>
                <a:gd name="connsiteY12" fmla="*/ 10765 h 177097"/>
                <a:gd name="connsiteX13" fmla="*/ 154713 w 237974"/>
                <a:gd name="connsiteY13" fmla="*/ 8551 h 177097"/>
                <a:gd name="connsiteX14" fmla="*/ 202861 w 237974"/>
                <a:gd name="connsiteY14" fmla="*/ 59467 h 177097"/>
                <a:gd name="connsiteX15" fmla="*/ 242154 w 237974"/>
                <a:gd name="connsiteY15" fmla="*/ 132519 h 17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974" h="177097">
                  <a:moveTo>
                    <a:pt x="242154" y="132519"/>
                  </a:moveTo>
                  <a:cubicBezTo>
                    <a:pt x="203968" y="128645"/>
                    <a:pt x="171869" y="124771"/>
                    <a:pt x="139770" y="121451"/>
                  </a:cubicBezTo>
                  <a:cubicBezTo>
                    <a:pt x="139770" y="123111"/>
                    <a:pt x="139217" y="124771"/>
                    <a:pt x="139217" y="126432"/>
                  </a:cubicBezTo>
                  <a:cubicBezTo>
                    <a:pt x="166335" y="129199"/>
                    <a:pt x="193453" y="131966"/>
                    <a:pt x="220571" y="135287"/>
                  </a:cubicBezTo>
                  <a:cubicBezTo>
                    <a:pt x="221124" y="136394"/>
                    <a:pt x="221124" y="138054"/>
                    <a:pt x="221678" y="139161"/>
                  </a:cubicBezTo>
                  <a:cubicBezTo>
                    <a:pt x="205628" y="143588"/>
                    <a:pt x="189025" y="148015"/>
                    <a:pt x="172976" y="152443"/>
                  </a:cubicBezTo>
                  <a:cubicBezTo>
                    <a:pt x="143091" y="160744"/>
                    <a:pt x="113206" y="171259"/>
                    <a:pt x="82767" y="177901"/>
                  </a:cubicBezTo>
                  <a:cubicBezTo>
                    <a:pt x="53435" y="184542"/>
                    <a:pt x="29638" y="171259"/>
                    <a:pt x="10268" y="149676"/>
                  </a:cubicBezTo>
                  <a:cubicBezTo>
                    <a:pt x="-5782" y="130859"/>
                    <a:pt x="-2461" y="93779"/>
                    <a:pt x="16355" y="72749"/>
                  </a:cubicBezTo>
                  <a:cubicBezTo>
                    <a:pt x="33512" y="53379"/>
                    <a:pt x="63950" y="50059"/>
                    <a:pt x="85534" y="65001"/>
                  </a:cubicBezTo>
                  <a:cubicBezTo>
                    <a:pt x="88855" y="67215"/>
                    <a:pt x="91622" y="69428"/>
                    <a:pt x="98263" y="74409"/>
                  </a:cubicBezTo>
                  <a:cubicBezTo>
                    <a:pt x="94942" y="68875"/>
                    <a:pt x="93836" y="67215"/>
                    <a:pt x="93282" y="65555"/>
                  </a:cubicBezTo>
                  <a:cubicBezTo>
                    <a:pt x="80553" y="41757"/>
                    <a:pt x="80553" y="21834"/>
                    <a:pt x="92729" y="10765"/>
                  </a:cubicBezTo>
                  <a:cubicBezTo>
                    <a:pt x="105458" y="-1410"/>
                    <a:pt x="137556" y="-4731"/>
                    <a:pt x="154713" y="8551"/>
                  </a:cubicBezTo>
                  <a:cubicBezTo>
                    <a:pt x="172976" y="22941"/>
                    <a:pt x="189579" y="40650"/>
                    <a:pt x="202861" y="59467"/>
                  </a:cubicBezTo>
                  <a:cubicBezTo>
                    <a:pt x="217804" y="80497"/>
                    <a:pt x="227765" y="104848"/>
                    <a:pt x="242154" y="132519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A303229-68D9-4F64-96A1-276F451D9CE9}"/>
                </a:ext>
              </a:extLst>
            </p:cNvPr>
            <p:cNvSpPr/>
            <p:nvPr/>
          </p:nvSpPr>
          <p:spPr>
            <a:xfrm>
              <a:off x="10925676" y="2126505"/>
              <a:ext cx="207558" cy="112427"/>
            </a:xfrm>
            <a:custGeom>
              <a:avLst/>
              <a:gdLst>
                <a:gd name="connsiteX0" fmla="*/ 267589 w 265645"/>
                <a:gd name="connsiteY0" fmla="*/ 92549 h 143891"/>
                <a:gd name="connsiteX1" fmla="*/ 259288 w 265645"/>
                <a:gd name="connsiteY1" fmla="*/ 101404 h 143891"/>
                <a:gd name="connsiteX2" fmla="*/ 109309 w 265645"/>
                <a:gd name="connsiteY2" fmla="*/ 144571 h 143891"/>
                <a:gd name="connsiteX3" fmla="*/ 11905 w 265645"/>
                <a:gd name="connsiteY3" fmla="*/ 109152 h 143891"/>
                <a:gd name="connsiteX4" fmla="*/ 50092 w 265645"/>
                <a:gd name="connsiteY4" fmla="*/ 2340 h 143891"/>
                <a:gd name="connsiteX5" fmla="*/ 121484 w 265645"/>
                <a:gd name="connsiteY5" fmla="*/ 28905 h 143891"/>
                <a:gd name="connsiteX6" fmla="*/ 144728 w 265645"/>
                <a:gd name="connsiteY6" fmla="*/ 56023 h 143891"/>
                <a:gd name="connsiteX7" fmla="*/ 181254 w 265645"/>
                <a:gd name="connsiteY7" fmla="*/ 87015 h 143891"/>
                <a:gd name="connsiteX8" fmla="*/ 267589 w 265645"/>
                <a:gd name="connsiteY8" fmla="*/ 92549 h 143891"/>
                <a:gd name="connsiteX9" fmla="*/ 267589 w 265645"/>
                <a:gd name="connsiteY9" fmla="*/ 92549 h 14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5645" h="143891">
                  <a:moveTo>
                    <a:pt x="267589" y="92549"/>
                  </a:moveTo>
                  <a:cubicBezTo>
                    <a:pt x="264822" y="95316"/>
                    <a:pt x="262609" y="100297"/>
                    <a:pt x="259288" y="101404"/>
                  </a:cubicBezTo>
                  <a:cubicBezTo>
                    <a:pt x="209479" y="116347"/>
                    <a:pt x="160224" y="132950"/>
                    <a:pt x="109309" y="144571"/>
                  </a:cubicBezTo>
                  <a:cubicBezTo>
                    <a:pt x="71122" y="153426"/>
                    <a:pt x="36809" y="139591"/>
                    <a:pt x="11905" y="109152"/>
                  </a:cubicBezTo>
                  <a:cubicBezTo>
                    <a:pt x="-15766" y="75393"/>
                    <a:pt x="8031" y="13409"/>
                    <a:pt x="50092" y="2340"/>
                  </a:cubicBezTo>
                  <a:cubicBezTo>
                    <a:pt x="81637" y="-5961"/>
                    <a:pt x="102114" y="8981"/>
                    <a:pt x="121484" y="28905"/>
                  </a:cubicBezTo>
                  <a:cubicBezTo>
                    <a:pt x="129232" y="37760"/>
                    <a:pt x="136980" y="47168"/>
                    <a:pt x="144728" y="56023"/>
                  </a:cubicBezTo>
                  <a:cubicBezTo>
                    <a:pt x="149709" y="74286"/>
                    <a:pt x="161331" y="85355"/>
                    <a:pt x="181254" y="87015"/>
                  </a:cubicBezTo>
                  <a:cubicBezTo>
                    <a:pt x="211140" y="88675"/>
                    <a:pt x="239365" y="90889"/>
                    <a:pt x="267589" y="92549"/>
                  </a:cubicBezTo>
                  <a:lnTo>
                    <a:pt x="267589" y="92549"/>
                  </a:ln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3E6C28CD-A16D-42C2-AA83-4E1BC90825E1}"/>
                </a:ext>
              </a:extLst>
            </p:cNvPr>
            <p:cNvSpPr/>
            <p:nvPr/>
          </p:nvSpPr>
          <p:spPr>
            <a:xfrm>
              <a:off x="11004127" y="2075118"/>
              <a:ext cx="142696" cy="121076"/>
            </a:xfrm>
            <a:custGeom>
              <a:avLst/>
              <a:gdLst>
                <a:gd name="connsiteX0" fmla="*/ 45430 w 182631"/>
                <a:gd name="connsiteY0" fmla="*/ 121790 h 154960"/>
                <a:gd name="connsiteX1" fmla="*/ 22186 w 182631"/>
                <a:gd name="connsiteY1" fmla="*/ 94672 h 154960"/>
                <a:gd name="connsiteX2" fmla="*/ 2816 w 182631"/>
                <a:gd name="connsiteY2" fmla="*/ 56486 h 154960"/>
                <a:gd name="connsiteX3" fmla="*/ 36022 w 182631"/>
                <a:gd name="connsiteY3" fmla="*/ 1143 h 154960"/>
                <a:gd name="connsiteX4" fmla="*/ 127338 w 182631"/>
                <a:gd name="connsiteY4" fmla="*/ 46524 h 154960"/>
                <a:gd name="connsiteX5" fmla="*/ 182681 w 182631"/>
                <a:gd name="connsiteY5" fmla="*/ 142821 h 154960"/>
                <a:gd name="connsiteX6" fmla="*/ 187108 w 182631"/>
                <a:gd name="connsiteY6" fmla="*/ 158870 h 154960"/>
                <a:gd name="connsiteX7" fmla="*/ 168292 w 182631"/>
                <a:gd name="connsiteY7" fmla="*/ 158870 h 154960"/>
                <a:gd name="connsiteX8" fmla="*/ 168845 w 182631"/>
                <a:gd name="connsiteY8" fmla="*/ 159424 h 154960"/>
                <a:gd name="connsiteX9" fmla="*/ 99113 w 182631"/>
                <a:gd name="connsiteY9" fmla="*/ 149462 h 154960"/>
                <a:gd name="connsiteX10" fmla="*/ 45430 w 182631"/>
                <a:gd name="connsiteY10" fmla="*/ 121790 h 15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2631" h="154960">
                  <a:moveTo>
                    <a:pt x="45430" y="121790"/>
                  </a:moveTo>
                  <a:cubicBezTo>
                    <a:pt x="37682" y="112936"/>
                    <a:pt x="29935" y="103527"/>
                    <a:pt x="22186" y="94672"/>
                  </a:cubicBezTo>
                  <a:cubicBezTo>
                    <a:pt x="15545" y="81944"/>
                    <a:pt x="7244" y="69768"/>
                    <a:pt x="2816" y="56486"/>
                  </a:cubicBezTo>
                  <a:cubicBezTo>
                    <a:pt x="-6592" y="30474"/>
                    <a:pt x="8351" y="5570"/>
                    <a:pt x="36022" y="1143"/>
                  </a:cubicBezTo>
                  <a:cubicBezTo>
                    <a:pt x="76976" y="-5498"/>
                    <a:pt x="105754" y="17746"/>
                    <a:pt x="127338" y="46524"/>
                  </a:cubicBezTo>
                  <a:cubicBezTo>
                    <a:pt x="148922" y="76409"/>
                    <a:pt x="164418" y="110168"/>
                    <a:pt x="182681" y="142821"/>
                  </a:cubicBezTo>
                  <a:cubicBezTo>
                    <a:pt x="184895" y="147248"/>
                    <a:pt x="185448" y="152229"/>
                    <a:pt x="187108" y="158870"/>
                  </a:cubicBezTo>
                  <a:cubicBezTo>
                    <a:pt x="179360" y="158870"/>
                    <a:pt x="173826" y="158870"/>
                    <a:pt x="168292" y="158870"/>
                  </a:cubicBezTo>
                  <a:cubicBezTo>
                    <a:pt x="168292" y="158870"/>
                    <a:pt x="168845" y="159424"/>
                    <a:pt x="168845" y="159424"/>
                  </a:cubicBezTo>
                  <a:cubicBezTo>
                    <a:pt x="145601" y="156103"/>
                    <a:pt x="122357" y="151676"/>
                    <a:pt x="99113" y="149462"/>
                  </a:cubicBezTo>
                  <a:cubicBezTo>
                    <a:pt x="76976" y="146141"/>
                    <a:pt x="57606" y="141160"/>
                    <a:pt x="45430" y="12179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55A8FA9-0385-444C-8B81-2428754B2685}"/>
                </a:ext>
              </a:extLst>
            </p:cNvPr>
            <p:cNvSpPr/>
            <p:nvPr/>
          </p:nvSpPr>
          <p:spPr>
            <a:xfrm>
              <a:off x="10841578" y="953039"/>
              <a:ext cx="665914" cy="77834"/>
            </a:xfrm>
            <a:custGeom>
              <a:avLst/>
              <a:gdLst>
                <a:gd name="connsiteX0" fmla="*/ 0 w 852280"/>
                <a:gd name="connsiteY0" fmla="*/ 99617 h 99617"/>
                <a:gd name="connsiteX1" fmla="*/ 114560 w 852280"/>
                <a:gd name="connsiteY1" fmla="*/ 66965 h 99617"/>
                <a:gd name="connsiteX2" fmla="*/ 489785 w 852280"/>
                <a:gd name="connsiteY2" fmla="*/ 14389 h 99617"/>
                <a:gd name="connsiteX3" fmla="*/ 857262 w 852280"/>
                <a:gd name="connsiteY3" fmla="*/ 0 h 99617"/>
                <a:gd name="connsiteX4" fmla="*/ 847853 w 852280"/>
                <a:gd name="connsiteY4" fmla="*/ 3321 h 99617"/>
                <a:gd name="connsiteX5" fmla="*/ 694553 w 852280"/>
                <a:gd name="connsiteY5" fmla="*/ 22691 h 99617"/>
                <a:gd name="connsiteX6" fmla="*/ 250703 w 852280"/>
                <a:gd name="connsiteY6" fmla="*/ 57003 h 99617"/>
                <a:gd name="connsiteX7" fmla="*/ 23244 w 852280"/>
                <a:gd name="connsiteY7" fmla="*/ 99064 h 99617"/>
                <a:gd name="connsiteX8" fmla="*/ 1660 w 852280"/>
                <a:gd name="connsiteY8" fmla="*/ 104045 h 99617"/>
                <a:gd name="connsiteX9" fmla="*/ 0 w 852280"/>
                <a:gd name="connsiteY9" fmla="*/ 99617 h 9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2280" h="99617">
                  <a:moveTo>
                    <a:pt x="0" y="99617"/>
                  </a:moveTo>
                  <a:cubicBezTo>
                    <a:pt x="38187" y="88549"/>
                    <a:pt x="76373" y="76927"/>
                    <a:pt x="114560" y="66965"/>
                  </a:cubicBezTo>
                  <a:cubicBezTo>
                    <a:pt x="237421" y="35419"/>
                    <a:pt x="363049" y="21030"/>
                    <a:pt x="489785" y="14389"/>
                  </a:cubicBezTo>
                  <a:cubicBezTo>
                    <a:pt x="612093" y="7748"/>
                    <a:pt x="734400" y="3321"/>
                    <a:pt x="857262" y="0"/>
                  </a:cubicBezTo>
                  <a:cubicBezTo>
                    <a:pt x="853941" y="1107"/>
                    <a:pt x="851174" y="2767"/>
                    <a:pt x="847853" y="3321"/>
                  </a:cubicBezTo>
                  <a:cubicBezTo>
                    <a:pt x="796938" y="9962"/>
                    <a:pt x="746022" y="18817"/>
                    <a:pt x="694553" y="22691"/>
                  </a:cubicBezTo>
                  <a:cubicBezTo>
                    <a:pt x="546788" y="34866"/>
                    <a:pt x="397915" y="42061"/>
                    <a:pt x="250703" y="57003"/>
                  </a:cubicBezTo>
                  <a:cubicBezTo>
                    <a:pt x="174330" y="64751"/>
                    <a:pt x="99064" y="84675"/>
                    <a:pt x="23244" y="99064"/>
                  </a:cubicBezTo>
                  <a:cubicBezTo>
                    <a:pt x="16049" y="100724"/>
                    <a:pt x="8855" y="102384"/>
                    <a:pt x="1660" y="104045"/>
                  </a:cubicBezTo>
                  <a:cubicBezTo>
                    <a:pt x="553" y="102938"/>
                    <a:pt x="0" y="101277"/>
                    <a:pt x="0" y="99617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D667E06-DC25-4D7F-87A4-868711F9DA6B}"/>
                </a:ext>
              </a:extLst>
            </p:cNvPr>
            <p:cNvSpPr/>
            <p:nvPr/>
          </p:nvSpPr>
          <p:spPr>
            <a:xfrm>
              <a:off x="10728735" y="1770729"/>
              <a:ext cx="441060" cy="237826"/>
            </a:xfrm>
            <a:custGeom>
              <a:avLst/>
              <a:gdLst>
                <a:gd name="connsiteX0" fmla="*/ 13815 w 564497"/>
                <a:gd name="connsiteY0" fmla="*/ 0 h 304385"/>
                <a:gd name="connsiteX1" fmla="*/ 16582 w 564497"/>
                <a:gd name="connsiteY1" fmla="*/ 20477 h 304385"/>
                <a:gd name="connsiteX2" fmla="*/ 74692 w 564497"/>
                <a:gd name="connsiteY2" fmla="*/ 150533 h 304385"/>
                <a:gd name="connsiteX3" fmla="*/ 251789 w 564497"/>
                <a:gd name="connsiteY3" fmla="*/ 233547 h 304385"/>
                <a:gd name="connsiteX4" fmla="*/ 555622 w 564497"/>
                <a:gd name="connsiteY4" fmla="*/ 297745 h 304385"/>
                <a:gd name="connsiteX5" fmla="*/ 565030 w 564497"/>
                <a:gd name="connsiteY5" fmla="*/ 300512 h 304385"/>
                <a:gd name="connsiteX6" fmla="*/ 565030 w 564497"/>
                <a:gd name="connsiteY6" fmla="*/ 304939 h 304385"/>
                <a:gd name="connsiteX7" fmla="*/ 529057 w 564497"/>
                <a:gd name="connsiteY7" fmla="*/ 304939 h 304385"/>
                <a:gd name="connsiteX8" fmla="*/ 490871 w 564497"/>
                <a:gd name="connsiteY8" fmla="*/ 303279 h 304385"/>
                <a:gd name="connsiteX9" fmla="*/ 149405 w 564497"/>
                <a:gd name="connsiteY9" fmla="*/ 213623 h 304385"/>
                <a:gd name="connsiteX10" fmla="*/ 32078 w 564497"/>
                <a:gd name="connsiteY10" fmla="*/ 131163 h 304385"/>
                <a:gd name="connsiteX11" fmla="*/ 13815 w 564497"/>
                <a:gd name="connsiteY11" fmla="*/ 0 h 30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4497" h="304385">
                  <a:moveTo>
                    <a:pt x="13815" y="0"/>
                  </a:moveTo>
                  <a:cubicBezTo>
                    <a:pt x="14922" y="6641"/>
                    <a:pt x="17689" y="13836"/>
                    <a:pt x="16582" y="20477"/>
                  </a:cubicBezTo>
                  <a:cubicBezTo>
                    <a:pt x="6620" y="76927"/>
                    <a:pt x="30971" y="118434"/>
                    <a:pt x="74692" y="150533"/>
                  </a:cubicBezTo>
                  <a:cubicBezTo>
                    <a:pt x="127821" y="190380"/>
                    <a:pt x="189805" y="212517"/>
                    <a:pt x="251789" y="233547"/>
                  </a:cubicBezTo>
                  <a:cubicBezTo>
                    <a:pt x="350853" y="267306"/>
                    <a:pt x="452131" y="286123"/>
                    <a:pt x="555622" y="297745"/>
                  </a:cubicBezTo>
                  <a:cubicBezTo>
                    <a:pt x="558942" y="298298"/>
                    <a:pt x="561710" y="299405"/>
                    <a:pt x="565030" y="300512"/>
                  </a:cubicBezTo>
                  <a:cubicBezTo>
                    <a:pt x="565030" y="302172"/>
                    <a:pt x="565030" y="303279"/>
                    <a:pt x="565030" y="304939"/>
                  </a:cubicBezTo>
                  <a:cubicBezTo>
                    <a:pt x="552855" y="304939"/>
                    <a:pt x="540679" y="304939"/>
                    <a:pt x="529057" y="304939"/>
                  </a:cubicBezTo>
                  <a:cubicBezTo>
                    <a:pt x="516328" y="304386"/>
                    <a:pt x="503600" y="304386"/>
                    <a:pt x="490871" y="303279"/>
                  </a:cubicBezTo>
                  <a:cubicBezTo>
                    <a:pt x="372437" y="291104"/>
                    <a:pt x="257877" y="263986"/>
                    <a:pt x="149405" y="213623"/>
                  </a:cubicBezTo>
                  <a:cubicBezTo>
                    <a:pt x="105684" y="193147"/>
                    <a:pt x="65837" y="166582"/>
                    <a:pt x="32078" y="131163"/>
                  </a:cubicBezTo>
                  <a:cubicBezTo>
                    <a:pt x="-3341" y="95190"/>
                    <a:pt x="-9429" y="32652"/>
                    <a:pt x="13815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163A48-A625-4EAC-9F67-CF014897D8F8}"/>
                </a:ext>
              </a:extLst>
            </p:cNvPr>
            <p:cNvSpPr/>
            <p:nvPr/>
          </p:nvSpPr>
          <p:spPr>
            <a:xfrm>
              <a:off x="11039622" y="2170278"/>
              <a:ext cx="95131" cy="25945"/>
            </a:xfrm>
            <a:custGeom>
              <a:avLst/>
              <a:gdLst>
                <a:gd name="connsiteX0" fmla="*/ 0 w 121754"/>
                <a:gd name="connsiteY0" fmla="*/ 0 h 33205"/>
                <a:gd name="connsiteX1" fmla="*/ 52576 w 121754"/>
                <a:gd name="connsiteY1" fmla="*/ 27118 h 33205"/>
                <a:gd name="connsiteX2" fmla="*/ 122308 w 121754"/>
                <a:gd name="connsiteY2" fmla="*/ 37080 h 33205"/>
                <a:gd name="connsiteX3" fmla="*/ 36526 w 121754"/>
                <a:gd name="connsiteY3" fmla="*/ 30992 h 33205"/>
                <a:gd name="connsiteX4" fmla="*/ 0 w 121754"/>
                <a:gd name="connsiteY4" fmla="*/ 0 h 3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754" h="33205">
                  <a:moveTo>
                    <a:pt x="0" y="0"/>
                  </a:moveTo>
                  <a:cubicBezTo>
                    <a:pt x="12176" y="19370"/>
                    <a:pt x="31546" y="24904"/>
                    <a:pt x="52576" y="27118"/>
                  </a:cubicBezTo>
                  <a:cubicBezTo>
                    <a:pt x="75820" y="29332"/>
                    <a:pt x="99064" y="33759"/>
                    <a:pt x="122308" y="37080"/>
                  </a:cubicBezTo>
                  <a:cubicBezTo>
                    <a:pt x="93530" y="34866"/>
                    <a:pt x="64751" y="33206"/>
                    <a:pt x="36526" y="30992"/>
                  </a:cubicBezTo>
                  <a:cubicBezTo>
                    <a:pt x="17156" y="29332"/>
                    <a:pt x="5534" y="18263"/>
                    <a:pt x="0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9" name="Text Placeholder 9">
            <a:extLst>
              <a:ext uri="{FF2B5EF4-FFF2-40B4-BE49-F238E27FC236}">
                <a16:creationId xmlns:a16="http://schemas.microsoft.com/office/drawing/2014/main" id="{09328019-552A-4D8D-A2FA-EC8410BE3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44883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13205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44883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54" name="Frame 53">
            <a:extLst>
              <a:ext uri="{FF2B5EF4-FFF2-40B4-BE49-F238E27FC236}">
                <a16:creationId xmlns:a16="http://schemas.microsoft.com/office/drawing/2014/main" id="{EA3C1A19-98AB-4AE1-AA50-CFAFE72BA9B3}"/>
              </a:ext>
            </a:extLst>
          </p:cNvPr>
          <p:cNvSpPr/>
          <p:nvPr userDrawn="1"/>
        </p:nvSpPr>
        <p:spPr>
          <a:xfrm>
            <a:off x="227150" y="235090"/>
            <a:ext cx="11737700" cy="6387820"/>
          </a:xfrm>
          <a:prstGeom prst="frame">
            <a:avLst>
              <a:gd name="adj1" fmla="val 3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5A2085-C8F4-42E8-AE7A-DE98A7BB0208}"/>
              </a:ext>
            </a:extLst>
          </p:cNvPr>
          <p:cNvSpPr/>
          <p:nvPr userDrawn="1"/>
        </p:nvSpPr>
        <p:spPr>
          <a:xfrm>
            <a:off x="11658600" y="5267738"/>
            <a:ext cx="533400" cy="15902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11D007F-2130-45F0-ABBB-58A343741F57}"/>
              </a:ext>
            </a:extLst>
          </p:cNvPr>
          <p:cNvSpPr/>
          <p:nvPr userDrawn="1"/>
        </p:nvSpPr>
        <p:spPr>
          <a:xfrm>
            <a:off x="8777550" y="6415147"/>
            <a:ext cx="3414449" cy="4428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24E619-D48B-4FE8-A8D5-803C8127E373}"/>
              </a:ext>
            </a:extLst>
          </p:cNvPr>
          <p:cNvGrpSpPr/>
          <p:nvPr userDrawn="1"/>
        </p:nvGrpSpPr>
        <p:grpSpPr>
          <a:xfrm>
            <a:off x="8777551" y="5831857"/>
            <a:ext cx="1797226" cy="888752"/>
            <a:chOff x="8777551" y="5831857"/>
            <a:chExt cx="1797226" cy="88875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268641D-29B8-455B-9512-62D783BB839D}"/>
                </a:ext>
              </a:extLst>
            </p:cNvPr>
            <p:cNvSpPr/>
            <p:nvPr/>
          </p:nvSpPr>
          <p:spPr>
            <a:xfrm>
              <a:off x="8961268" y="5987308"/>
              <a:ext cx="612315" cy="567729"/>
            </a:xfrm>
            <a:custGeom>
              <a:avLst/>
              <a:gdLst>
                <a:gd name="connsiteX0" fmla="*/ 323153 w 1140063"/>
                <a:gd name="connsiteY0" fmla="*/ 519398 h 1057049"/>
                <a:gd name="connsiteX1" fmla="*/ 198632 w 1140063"/>
                <a:gd name="connsiteY1" fmla="*/ 487299 h 1057049"/>
                <a:gd name="connsiteX2" fmla="*/ 44225 w 1140063"/>
                <a:gd name="connsiteY2" fmla="*/ 392663 h 1057049"/>
                <a:gd name="connsiteX3" fmla="*/ 60274 w 1140063"/>
                <a:gd name="connsiteY3" fmla="*/ 125357 h 1057049"/>
                <a:gd name="connsiteX4" fmla="*/ 319833 w 1140063"/>
                <a:gd name="connsiteY4" fmla="*/ 6923 h 1057049"/>
                <a:gd name="connsiteX5" fmla="*/ 608169 w 1140063"/>
                <a:gd name="connsiteY5" fmla="*/ 22972 h 1057049"/>
                <a:gd name="connsiteX6" fmla="*/ 882117 w 1140063"/>
                <a:gd name="connsiteY6" fmla="*/ 135318 h 1057049"/>
                <a:gd name="connsiteX7" fmla="*/ 930265 w 1140063"/>
                <a:gd name="connsiteY7" fmla="*/ 143066 h 1057049"/>
                <a:gd name="connsiteX8" fmla="*/ 1085225 w 1140063"/>
                <a:gd name="connsiteY8" fmla="*/ 144173 h 1057049"/>
                <a:gd name="connsiteX9" fmla="*/ 1118431 w 1140063"/>
                <a:gd name="connsiteY9" fmla="*/ 264821 h 1057049"/>
                <a:gd name="connsiteX10" fmla="*/ 1080244 w 1140063"/>
                <a:gd name="connsiteY10" fmla="*/ 305221 h 1057049"/>
                <a:gd name="connsiteX11" fmla="*/ 1108469 w 1140063"/>
                <a:gd name="connsiteY11" fmla="*/ 350602 h 1057049"/>
                <a:gd name="connsiteX12" fmla="*/ 1143335 w 1140063"/>
                <a:gd name="connsiteY12" fmla="*/ 463502 h 1057049"/>
                <a:gd name="connsiteX13" fmla="*/ 1134480 w 1140063"/>
                <a:gd name="connsiteY13" fmla="*/ 481212 h 1057049"/>
                <a:gd name="connsiteX14" fmla="*/ 1123412 w 1140063"/>
                <a:gd name="connsiteY14" fmla="*/ 464609 h 1057049"/>
                <a:gd name="connsiteX15" fmla="*/ 1094633 w 1140063"/>
                <a:gd name="connsiteY15" fmla="*/ 354476 h 1057049"/>
                <a:gd name="connsiteX16" fmla="*/ 1072496 w 1140063"/>
                <a:gd name="connsiteY16" fmla="*/ 319610 h 1057049"/>
                <a:gd name="connsiteX17" fmla="*/ 1058107 w 1140063"/>
                <a:gd name="connsiteY17" fmla="*/ 317950 h 1057049"/>
                <a:gd name="connsiteX18" fmla="*/ 797995 w 1140063"/>
                <a:gd name="connsiteY18" fmla="*/ 451326 h 1057049"/>
                <a:gd name="connsiteX19" fmla="*/ 537330 w 1140063"/>
                <a:gd name="connsiteY19" fmla="*/ 516631 h 1057049"/>
                <a:gd name="connsiteX20" fmla="*/ 436606 w 1140063"/>
                <a:gd name="connsiteY20" fmla="*/ 524932 h 1057049"/>
                <a:gd name="connsiteX21" fmla="*/ 420003 w 1140063"/>
                <a:gd name="connsiteY21" fmla="*/ 534341 h 1057049"/>
                <a:gd name="connsiteX22" fmla="*/ 337542 w 1140063"/>
                <a:gd name="connsiteY22" fmla="*/ 705904 h 1057049"/>
                <a:gd name="connsiteX23" fmla="*/ 333668 w 1140063"/>
                <a:gd name="connsiteY23" fmla="*/ 912886 h 1057049"/>
                <a:gd name="connsiteX24" fmla="*/ 493056 w 1140063"/>
                <a:gd name="connsiteY24" fmla="*/ 1044049 h 1057049"/>
                <a:gd name="connsiteX25" fmla="*/ 781393 w 1140063"/>
                <a:gd name="connsiteY25" fmla="*/ 979851 h 1057049"/>
                <a:gd name="connsiteX26" fmla="*/ 993909 w 1140063"/>
                <a:gd name="connsiteY26" fmla="*/ 730255 h 1057049"/>
                <a:gd name="connsiteX27" fmla="*/ 1017153 w 1140063"/>
                <a:gd name="connsiteY27" fmla="*/ 584703 h 1057049"/>
                <a:gd name="connsiteX28" fmla="*/ 908681 w 1140063"/>
                <a:gd name="connsiteY28" fmla="*/ 493940 h 1057049"/>
                <a:gd name="connsiteX29" fmla="*/ 747080 w 1140063"/>
                <a:gd name="connsiteY29" fmla="*/ 553157 h 1057049"/>
                <a:gd name="connsiteX30" fmla="*/ 648016 w 1140063"/>
                <a:gd name="connsiteY30" fmla="*/ 650007 h 1057049"/>
                <a:gd name="connsiteX31" fmla="*/ 599868 w 1140063"/>
                <a:gd name="connsiteY31" fmla="*/ 784491 h 1057049"/>
                <a:gd name="connsiteX32" fmla="*/ 614257 w 1140063"/>
                <a:gd name="connsiteY32" fmla="*/ 772315 h 1057049"/>
                <a:gd name="connsiteX33" fmla="*/ 660745 w 1140063"/>
                <a:gd name="connsiteY33" fmla="*/ 761800 h 1057049"/>
                <a:gd name="connsiteX34" fmla="*/ 682329 w 1140063"/>
                <a:gd name="connsiteY34" fmla="*/ 798326 h 1057049"/>
                <a:gd name="connsiteX35" fmla="*/ 617577 w 1140063"/>
                <a:gd name="connsiteY35" fmla="*/ 854223 h 1057049"/>
                <a:gd name="connsiteX36" fmla="*/ 587692 w 1140063"/>
                <a:gd name="connsiteY36" fmla="*/ 825998 h 1057049"/>
                <a:gd name="connsiteX37" fmla="*/ 618131 w 1140063"/>
                <a:gd name="connsiteY37" fmla="*/ 662736 h 1057049"/>
                <a:gd name="connsiteX38" fmla="*/ 813491 w 1140063"/>
                <a:gd name="connsiteY38" fmla="*/ 498921 h 1057049"/>
                <a:gd name="connsiteX39" fmla="*/ 939673 w 1140063"/>
                <a:gd name="connsiteY39" fmla="*/ 486192 h 1057049"/>
                <a:gd name="connsiteX40" fmla="*/ 1029882 w 1140063"/>
                <a:gd name="connsiteY40" fmla="*/ 572527 h 1057049"/>
                <a:gd name="connsiteX41" fmla="*/ 990589 w 1140063"/>
                <a:gd name="connsiteY41" fmla="*/ 808841 h 1057049"/>
                <a:gd name="connsiteX42" fmla="*/ 607062 w 1140063"/>
                <a:gd name="connsiteY42" fmla="*/ 1056778 h 1057049"/>
                <a:gd name="connsiteX43" fmla="*/ 377943 w 1140063"/>
                <a:gd name="connsiteY43" fmla="*/ 1010290 h 1057049"/>
                <a:gd name="connsiteX44" fmla="*/ 246780 w 1140063"/>
                <a:gd name="connsiteY44" fmla="*/ 769548 h 1057049"/>
                <a:gd name="connsiteX45" fmla="*/ 309871 w 1140063"/>
                <a:gd name="connsiteY45" fmla="*/ 538215 h 1057049"/>
                <a:gd name="connsiteX46" fmla="*/ 323153 w 1140063"/>
                <a:gd name="connsiteY46" fmla="*/ 519398 h 1057049"/>
                <a:gd name="connsiteX47" fmla="*/ 878243 w 1140063"/>
                <a:gd name="connsiteY47" fmla="*/ 149708 h 1057049"/>
                <a:gd name="connsiteX48" fmla="*/ 879350 w 1140063"/>
                <a:gd name="connsiteY48" fmla="*/ 145280 h 1057049"/>
                <a:gd name="connsiteX49" fmla="*/ 788034 w 1140063"/>
                <a:gd name="connsiteY49" fmla="*/ 104326 h 1057049"/>
                <a:gd name="connsiteX50" fmla="*/ 500804 w 1140063"/>
                <a:gd name="connsiteY50" fmla="*/ 40129 h 1057049"/>
                <a:gd name="connsiteX51" fmla="*/ 233498 w 1140063"/>
                <a:gd name="connsiteY51" fmla="*/ 69460 h 1057049"/>
                <a:gd name="connsiteX52" fmla="*/ 68022 w 1140063"/>
                <a:gd name="connsiteY52" fmla="*/ 180146 h 1057049"/>
                <a:gd name="connsiteX53" fmla="*/ 83518 w 1140063"/>
                <a:gd name="connsiteY53" fmla="*/ 413693 h 1057049"/>
                <a:gd name="connsiteX54" fmla="*/ 132774 w 1140063"/>
                <a:gd name="connsiteY54" fmla="*/ 448559 h 1057049"/>
                <a:gd name="connsiteX55" fmla="*/ 320939 w 1140063"/>
                <a:gd name="connsiteY55" fmla="*/ 506116 h 1057049"/>
                <a:gd name="connsiteX56" fmla="*/ 336989 w 1140063"/>
                <a:gd name="connsiteY56" fmla="*/ 497261 h 1057049"/>
                <a:gd name="connsiteX57" fmla="*/ 759809 w 1140063"/>
                <a:gd name="connsiteY57" fmla="*/ 188448 h 1057049"/>
                <a:gd name="connsiteX58" fmla="*/ 878243 w 1140063"/>
                <a:gd name="connsiteY58" fmla="*/ 149708 h 1057049"/>
                <a:gd name="connsiteX59" fmla="*/ 440480 w 1140063"/>
                <a:gd name="connsiteY59" fmla="*/ 506669 h 1057049"/>
                <a:gd name="connsiteX60" fmla="*/ 442141 w 1140063"/>
                <a:gd name="connsiteY60" fmla="*/ 511650 h 1057049"/>
                <a:gd name="connsiteX61" fmla="*/ 524601 w 1140063"/>
                <a:gd name="connsiteY61" fmla="*/ 503902 h 1057049"/>
                <a:gd name="connsiteX62" fmla="*/ 851124 w 1140063"/>
                <a:gd name="connsiteY62" fmla="*/ 415907 h 1057049"/>
                <a:gd name="connsiteX63" fmla="*/ 1046485 w 1140063"/>
                <a:gd name="connsiteY63" fmla="*/ 310755 h 1057049"/>
                <a:gd name="connsiteX64" fmla="*/ 1049252 w 1140063"/>
                <a:gd name="connsiteY64" fmla="*/ 284191 h 1057049"/>
                <a:gd name="connsiteX65" fmla="*/ 915876 w 1140063"/>
                <a:gd name="connsiteY65" fmla="*/ 169078 h 1057049"/>
                <a:gd name="connsiteX66" fmla="*/ 897059 w 1140063"/>
                <a:gd name="connsiteY66" fmla="*/ 166310 h 1057049"/>
                <a:gd name="connsiteX67" fmla="*/ 812938 w 1140063"/>
                <a:gd name="connsiteY67" fmla="*/ 198963 h 1057049"/>
                <a:gd name="connsiteX68" fmla="*/ 572750 w 1140063"/>
                <a:gd name="connsiteY68" fmla="*/ 358904 h 1057049"/>
                <a:gd name="connsiteX69" fmla="*/ 440480 w 1140063"/>
                <a:gd name="connsiteY69" fmla="*/ 506669 h 1057049"/>
                <a:gd name="connsiteX70" fmla="*/ 1070836 w 1140063"/>
                <a:gd name="connsiteY70" fmla="*/ 292492 h 1057049"/>
                <a:gd name="connsiteX71" fmla="*/ 1124519 w 1140063"/>
                <a:gd name="connsiteY71" fmla="*/ 226081 h 1057049"/>
                <a:gd name="connsiteX72" fmla="*/ 1091313 w 1140063"/>
                <a:gd name="connsiteY72" fmla="*/ 156349 h 1057049"/>
                <a:gd name="connsiteX73" fmla="*/ 924730 w 1140063"/>
                <a:gd name="connsiteY73" fmla="*/ 160223 h 1057049"/>
                <a:gd name="connsiteX74" fmla="*/ 1070836 w 1140063"/>
                <a:gd name="connsiteY74" fmla="*/ 292492 h 105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140063" h="1057049">
                  <a:moveTo>
                    <a:pt x="323153" y="519398"/>
                  </a:moveTo>
                  <a:cubicBezTo>
                    <a:pt x="279986" y="508329"/>
                    <a:pt x="239032" y="499475"/>
                    <a:pt x="198632" y="487299"/>
                  </a:cubicBezTo>
                  <a:cubicBezTo>
                    <a:pt x="138861" y="469589"/>
                    <a:pt x="84072" y="441918"/>
                    <a:pt x="44225" y="392663"/>
                  </a:cubicBezTo>
                  <a:cubicBezTo>
                    <a:pt x="-20526" y="311862"/>
                    <a:pt x="-13332" y="198409"/>
                    <a:pt x="60274" y="125357"/>
                  </a:cubicBezTo>
                  <a:cubicBezTo>
                    <a:pt x="132220" y="54518"/>
                    <a:pt x="221876" y="20759"/>
                    <a:pt x="319833" y="6923"/>
                  </a:cubicBezTo>
                  <a:cubicBezTo>
                    <a:pt x="416683" y="-6360"/>
                    <a:pt x="512979" y="-272"/>
                    <a:pt x="608169" y="22972"/>
                  </a:cubicBezTo>
                  <a:cubicBezTo>
                    <a:pt x="705019" y="46216"/>
                    <a:pt x="796888" y="83296"/>
                    <a:pt x="882117" y="135318"/>
                  </a:cubicBezTo>
                  <a:cubicBezTo>
                    <a:pt x="897613" y="144727"/>
                    <a:pt x="911448" y="147494"/>
                    <a:pt x="930265" y="143066"/>
                  </a:cubicBezTo>
                  <a:cubicBezTo>
                    <a:pt x="981734" y="131998"/>
                    <a:pt x="1033756" y="130338"/>
                    <a:pt x="1085225" y="144173"/>
                  </a:cubicBezTo>
                  <a:cubicBezTo>
                    <a:pt x="1153850" y="162436"/>
                    <a:pt x="1152190" y="224420"/>
                    <a:pt x="1118431" y="264821"/>
                  </a:cubicBezTo>
                  <a:cubicBezTo>
                    <a:pt x="1106809" y="278103"/>
                    <a:pt x="1094080" y="290832"/>
                    <a:pt x="1080244" y="305221"/>
                  </a:cubicBezTo>
                  <a:cubicBezTo>
                    <a:pt x="1089099" y="319610"/>
                    <a:pt x="1099061" y="334553"/>
                    <a:pt x="1108469" y="350602"/>
                  </a:cubicBezTo>
                  <a:cubicBezTo>
                    <a:pt x="1128393" y="385468"/>
                    <a:pt x="1144995" y="421995"/>
                    <a:pt x="1143335" y="463502"/>
                  </a:cubicBezTo>
                  <a:cubicBezTo>
                    <a:pt x="1143335" y="469589"/>
                    <a:pt x="1137801" y="475677"/>
                    <a:pt x="1134480" y="481212"/>
                  </a:cubicBezTo>
                  <a:cubicBezTo>
                    <a:pt x="1130606" y="475677"/>
                    <a:pt x="1123965" y="470143"/>
                    <a:pt x="1123412" y="464609"/>
                  </a:cubicBezTo>
                  <a:cubicBezTo>
                    <a:pt x="1122305" y="425869"/>
                    <a:pt x="1113450" y="388789"/>
                    <a:pt x="1094633" y="354476"/>
                  </a:cubicBezTo>
                  <a:cubicBezTo>
                    <a:pt x="1087992" y="342301"/>
                    <a:pt x="1080798" y="330679"/>
                    <a:pt x="1072496" y="319610"/>
                  </a:cubicBezTo>
                  <a:cubicBezTo>
                    <a:pt x="1070283" y="316843"/>
                    <a:pt x="1061428" y="315736"/>
                    <a:pt x="1058107" y="317950"/>
                  </a:cubicBezTo>
                  <a:cubicBezTo>
                    <a:pt x="980073" y="379381"/>
                    <a:pt x="890418" y="417567"/>
                    <a:pt x="797995" y="451326"/>
                  </a:cubicBezTo>
                  <a:cubicBezTo>
                    <a:pt x="713321" y="481765"/>
                    <a:pt x="626432" y="505009"/>
                    <a:pt x="537330" y="516631"/>
                  </a:cubicBezTo>
                  <a:cubicBezTo>
                    <a:pt x="504124" y="521058"/>
                    <a:pt x="470365" y="521612"/>
                    <a:pt x="436606" y="524932"/>
                  </a:cubicBezTo>
                  <a:cubicBezTo>
                    <a:pt x="430518" y="525486"/>
                    <a:pt x="423324" y="529360"/>
                    <a:pt x="420003" y="534341"/>
                  </a:cubicBezTo>
                  <a:cubicBezTo>
                    <a:pt x="384031" y="587470"/>
                    <a:pt x="355252" y="644473"/>
                    <a:pt x="337542" y="705904"/>
                  </a:cubicBezTo>
                  <a:cubicBezTo>
                    <a:pt x="318172" y="773975"/>
                    <a:pt x="309871" y="844261"/>
                    <a:pt x="333668" y="912886"/>
                  </a:cubicBezTo>
                  <a:cubicBezTo>
                    <a:pt x="359126" y="988706"/>
                    <a:pt x="415576" y="1031320"/>
                    <a:pt x="493056" y="1044049"/>
                  </a:cubicBezTo>
                  <a:cubicBezTo>
                    <a:pt x="597101" y="1061205"/>
                    <a:pt x="693951" y="1037961"/>
                    <a:pt x="781393" y="979851"/>
                  </a:cubicBezTo>
                  <a:cubicBezTo>
                    <a:pt x="876029" y="917314"/>
                    <a:pt x="946314" y="832639"/>
                    <a:pt x="993909" y="730255"/>
                  </a:cubicBezTo>
                  <a:cubicBezTo>
                    <a:pt x="1014940" y="684874"/>
                    <a:pt x="1027115" y="636172"/>
                    <a:pt x="1017153" y="584703"/>
                  </a:cubicBezTo>
                  <a:cubicBezTo>
                    <a:pt x="1006638" y="531574"/>
                    <a:pt x="962917" y="496154"/>
                    <a:pt x="908681" y="493940"/>
                  </a:cubicBezTo>
                  <a:cubicBezTo>
                    <a:pt x="846697" y="491727"/>
                    <a:pt x="793568" y="516078"/>
                    <a:pt x="747080" y="553157"/>
                  </a:cubicBezTo>
                  <a:cubicBezTo>
                    <a:pt x="711107" y="581936"/>
                    <a:pt x="677901" y="615141"/>
                    <a:pt x="648016" y="650007"/>
                  </a:cubicBezTo>
                  <a:cubicBezTo>
                    <a:pt x="616471" y="686534"/>
                    <a:pt x="596547" y="729701"/>
                    <a:pt x="599868" y="784491"/>
                  </a:cubicBezTo>
                  <a:cubicBezTo>
                    <a:pt x="606509" y="778956"/>
                    <a:pt x="610936" y="775636"/>
                    <a:pt x="614257" y="772315"/>
                  </a:cubicBezTo>
                  <a:cubicBezTo>
                    <a:pt x="627539" y="759033"/>
                    <a:pt x="643035" y="755712"/>
                    <a:pt x="660745" y="761800"/>
                  </a:cubicBezTo>
                  <a:cubicBezTo>
                    <a:pt x="677901" y="767334"/>
                    <a:pt x="681222" y="782830"/>
                    <a:pt x="682329" y="798326"/>
                  </a:cubicBezTo>
                  <a:cubicBezTo>
                    <a:pt x="686203" y="840941"/>
                    <a:pt x="659638" y="864184"/>
                    <a:pt x="617577" y="854223"/>
                  </a:cubicBezTo>
                  <a:cubicBezTo>
                    <a:pt x="602635" y="850902"/>
                    <a:pt x="591566" y="842601"/>
                    <a:pt x="587692" y="825998"/>
                  </a:cubicBezTo>
                  <a:cubicBezTo>
                    <a:pt x="573857" y="766781"/>
                    <a:pt x="587139" y="711991"/>
                    <a:pt x="618131" y="662736"/>
                  </a:cubicBezTo>
                  <a:cubicBezTo>
                    <a:pt x="665726" y="588577"/>
                    <a:pt x="729370" y="530467"/>
                    <a:pt x="813491" y="498921"/>
                  </a:cubicBezTo>
                  <a:cubicBezTo>
                    <a:pt x="853892" y="483425"/>
                    <a:pt x="896506" y="476784"/>
                    <a:pt x="939673" y="486192"/>
                  </a:cubicBezTo>
                  <a:cubicBezTo>
                    <a:pt x="987821" y="496154"/>
                    <a:pt x="1017707" y="526593"/>
                    <a:pt x="1029882" y="572527"/>
                  </a:cubicBezTo>
                  <a:cubicBezTo>
                    <a:pt x="1052019" y="656649"/>
                    <a:pt x="1036523" y="736896"/>
                    <a:pt x="990589" y="808841"/>
                  </a:cubicBezTo>
                  <a:cubicBezTo>
                    <a:pt x="901487" y="949966"/>
                    <a:pt x="773091" y="1033534"/>
                    <a:pt x="607062" y="1056778"/>
                  </a:cubicBezTo>
                  <a:cubicBezTo>
                    <a:pt x="525708" y="1068400"/>
                    <a:pt x="447121" y="1059545"/>
                    <a:pt x="377943" y="1010290"/>
                  </a:cubicBezTo>
                  <a:cubicBezTo>
                    <a:pt x="294928" y="951626"/>
                    <a:pt x="252314" y="871379"/>
                    <a:pt x="246780" y="769548"/>
                  </a:cubicBezTo>
                  <a:cubicBezTo>
                    <a:pt x="242352" y="684874"/>
                    <a:pt x="269471" y="610161"/>
                    <a:pt x="309871" y="538215"/>
                  </a:cubicBezTo>
                  <a:cubicBezTo>
                    <a:pt x="315958" y="532127"/>
                    <a:pt x="319279" y="526039"/>
                    <a:pt x="323153" y="519398"/>
                  </a:cubicBezTo>
                  <a:close/>
                  <a:moveTo>
                    <a:pt x="878243" y="149708"/>
                  </a:moveTo>
                  <a:cubicBezTo>
                    <a:pt x="878796" y="148047"/>
                    <a:pt x="879350" y="146387"/>
                    <a:pt x="879350" y="145280"/>
                  </a:cubicBezTo>
                  <a:cubicBezTo>
                    <a:pt x="848911" y="131444"/>
                    <a:pt x="819026" y="116502"/>
                    <a:pt x="788034" y="104326"/>
                  </a:cubicBezTo>
                  <a:cubicBezTo>
                    <a:pt x="695611" y="68353"/>
                    <a:pt x="599868" y="46770"/>
                    <a:pt x="500804" y="40129"/>
                  </a:cubicBezTo>
                  <a:cubicBezTo>
                    <a:pt x="410041" y="34041"/>
                    <a:pt x="319833" y="36255"/>
                    <a:pt x="233498" y="69460"/>
                  </a:cubicBezTo>
                  <a:cubicBezTo>
                    <a:pt x="170407" y="93811"/>
                    <a:pt x="112297" y="126463"/>
                    <a:pt x="68022" y="180146"/>
                  </a:cubicBezTo>
                  <a:cubicBezTo>
                    <a:pt x="12679" y="246558"/>
                    <a:pt x="12679" y="353923"/>
                    <a:pt x="83518" y="413693"/>
                  </a:cubicBezTo>
                  <a:cubicBezTo>
                    <a:pt x="99014" y="426976"/>
                    <a:pt x="115617" y="438598"/>
                    <a:pt x="132774" y="448559"/>
                  </a:cubicBezTo>
                  <a:cubicBezTo>
                    <a:pt x="190884" y="482872"/>
                    <a:pt x="256188" y="493940"/>
                    <a:pt x="320939" y="506116"/>
                  </a:cubicBezTo>
                  <a:cubicBezTo>
                    <a:pt x="325367" y="507223"/>
                    <a:pt x="333668" y="501688"/>
                    <a:pt x="336989" y="497261"/>
                  </a:cubicBezTo>
                  <a:cubicBezTo>
                    <a:pt x="443247" y="346728"/>
                    <a:pt x="588246" y="249878"/>
                    <a:pt x="759809" y="188448"/>
                  </a:cubicBezTo>
                  <a:cubicBezTo>
                    <a:pt x="799102" y="174058"/>
                    <a:pt x="838949" y="162436"/>
                    <a:pt x="878243" y="149708"/>
                  </a:cubicBezTo>
                  <a:close/>
                  <a:moveTo>
                    <a:pt x="440480" y="506669"/>
                  </a:moveTo>
                  <a:cubicBezTo>
                    <a:pt x="441034" y="508329"/>
                    <a:pt x="441587" y="509990"/>
                    <a:pt x="442141" y="511650"/>
                  </a:cubicBezTo>
                  <a:cubicBezTo>
                    <a:pt x="469812" y="508883"/>
                    <a:pt x="497483" y="507776"/>
                    <a:pt x="524601" y="503902"/>
                  </a:cubicBezTo>
                  <a:cubicBezTo>
                    <a:pt x="636947" y="488406"/>
                    <a:pt x="745420" y="457968"/>
                    <a:pt x="851124" y="415907"/>
                  </a:cubicBezTo>
                  <a:cubicBezTo>
                    <a:pt x="920303" y="388236"/>
                    <a:pt x="986161" y="355030"/>
                    <a:pt x="1046485" y="310755"/>
                  </a:cubicBezTo>
                  <a:cubicBezTo>
                    <a:pt x="1058660" y="301901"/>
                    <a:pt x="1058107" y="294706"/>
                    <a:pt x="1049252" y="284191"/>
                  </a:cubicBezTo>
                  <a:cubicBezTo>
                    <a:pt x="1010512" y="238810"/>
                    <a:pt x="966791" y="199516"/>
                    <a:pt x="915876" y="169078"/>
                  </a:cubicBezTo>
                  <a:cubicBezTo>
                    <a:pt x="910895" y="165757"/>
                    <a:pt x="902593" y="164650"/>
                    <a:pt x="897059" y="166310"/>
                  </a:cubicBezTo>
                  <a:cubicBezTo>
                    <a:pt x="868834" y="176272"/>
                    <a:pt x="840056" y="186234"/>
                    <a:pt x="812938" y="198963"/>
                  </a:cubicBezTo>
                  <a:cubicBezTo>
                    <a:pt x="724943" y="239916"/>
                    <a:pt x="645249" y="293599"/>
                    <a:pt x="572750" y="358904"/>
                  </a:cubicBezTo>
                  <a:cubicBezTo>
                    <a:pt x="522941" y="403731"/>
                    <a:pt x="479774" y="453540"/>
                    <a:pt x="440480" y="506669"/>
                  </a:cubicBezTo>
                  <a:close/>
                  <a:moveTo>
                    <a:pt x="1070836" y="292492"/>
                  </a:moveTo>
                  <a:cubicBezTo>
                    <a:pt x="1092973" y="272569"/>
                    <a:pt x="1112896" y="252645"/>
                    <a:pt x="1124519" y="226081"/>
                  </a:cubicBezTo>
                  <a:cubicBezTo>
                    <a:pt x="1141121" y="187341"/>
                    <a:pt x="1119538" y="164097"/>
                    <a:pt x="1091313" y="156349"/>
                  </a:cubicBezTo>
                  <a:cubicBezTo>
                    <a:pt x="1036523" y="140853"/>
                    <a:pt x="982840" y="146387"/>
                    <a:pt x="924730" y="160223"/>
                  </a:cubicBezTo>
                  <a:cubicBezTo>
                    <a:pt x="980627" y="198409"/>
                    <a:pt x="1030436" y="239916"/>
                    <a:pt x="1070836" y="292492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91CC2C-F738-415D-9065-116ABF663F5E}"/>
                </a:ext>
              </a:extLst>
            </p:cNvPr>
            <p:cNvSpPr/>
            <p:nvPr/>
          </p:nvSpPr>
          <p:spPr>
            <a:xfrm>
              <a:off x="9528376" y="6090459"/>
              <a:ext cx="564757" cy="630150"/>
            </a:xfrm>
            <a:custGeom>
              <a:avLst/>
              <a:gdLst>
                <a:gd name="connsiteX0" fmla="*/ 636997 w 1051515"/>
                <a:gd name="connsiteY0" fmla="*/ 412571 h 1173269"/>
                <a:gd name="connsiteX1" fmla="*/ 566158 w 1051515"/>
                <a:gd name="connsiteY1" fmla="*/ 412571 h 1173269"/>
                <a:gd name="connsiteX2" fmla="*/ 565051 w 1051515"/>
                <a:gd name="connsiteY2" fmla="*/ 408143 h 1173269"/>
                <a:gd name="connsiteX3" fmla="*/ 579440 w 1051515"/>
                <a:gd name="connsiteY3" fmla="*/ 403162 h 1173269"/>
                <a:gd name="connsiteX4" fmla="*/ 631463 w 1051515"/>
                <a:gd name="connsiteY4" fmla="*/ 401502 h 1173269"/>
                <a:gd name="connsiteX5" fmla="*/ 652493 w 1051515"/>
                <a:gd name="connsiteY5" fmla="*/ 388220 h 1173269"/>
                <a:gd name="connsiteX6" fmla="*/ 809113 w 1051515"/>
                <a:gd name="connsiteY6" fmla="*/ 165188 h 1173269"/>
                <a:gd name="connsiteX7" fmla="*/ 920352 w 1051515"/>
                <a:gd name="connsiteY7" fmla="*/ 50628 h 1173269"/>
                <a:gd name="connsiteX8" fmla="*/ 1008901 w 1051515"/>
                <a:gd name="connsiteY8" fmla="*/ 1373 h 1173269"/>
                <a:gd name="connsiteX9" fmla="*/ 1051515 w 1051515"/>
                <a:gd name="connsiteY9" fmla="*/ 30705 h 1173269"/>
                <a:gd name="connsiteX10" fmla="*/ 1018309 w 1051515"/>
                <a:gd name="connsiteY10" fmla="*/ 136963 h 1173269"/>
                <a:gd name="connsiteX11" fmla="*/ 799705 w 1051515"/>
                <a:gd name="connsiteY11" fmla="*/ 351140 h 1173269"/>
                <a:gd name="connsiteX12" fmla="*/ 735507 w 1051515"/>
                <a:gd name="connsiteY12" fmla="*/ 397628 h 1173269"/>
                <a:gd name="connsiteX13" fmla="*/ 814648 w 1051515"/>
                <a:gd name="connsiteY13" fmla="*/ 397628 h 1173269"/>
                <a:gd name="connsiteX14" fmla="*/ 815755 w 1051515"/>
                <a:gd name="connsiteY14" fmla="*/ 402056 h 1173269"/>
                <a:gd name="connsiteX15" fmla="*/ 799152 w 1051515"/>
                <a:gd name="connsiteY15" fmla="*/ 407037 h 1173269"/>
                <a:gd name="connsiteX16" fmla="*/ 741595 w 1051515"/>
                <a:gd name="connsiteY16" fmla="*/ 409250 h 1173269"/>
                <a:gd name="connsiteX17" fmla="*/ 714477 w 1051515"/>
                <a:gd name="connsiteY17" fmla="*/ 426960 h 1173269"/>
                <a:gd name="connsiteX18" fmla="*/ 536826 w 1051515"/>
                <a:gd name="connsiteY18" fmla="*/ 776727 h 1173269"/>
                <a:gd name="connsiteX19" fmla="*/ 371351 w 1051515"/>
                <a:gd name="connsiteY19" fmla="*/ 999206 h 1173269"/>
                <a:gd name="connsiteX20" fmla="*/ 188720 w 1051515"/>
                <a:gd name="connsiteY20" fmla="*/ 1139223 h 1173269"/>
                <a:gd name="connsiteX21" fmla="*/ 33206 w 1051515"/>
                <a:gd name="connsiteY21" fmla="*/ 1176856 h 1173269"/>
                <a:gd name="connsiteX22" fmla="*/ 6088 w 1051515"/>
                <a:gd name="connsiteY22" fmla="*/ 1171322 h 1173269"/>
                <a:gd name="connsiteX23" fmla="*/ 0 w 1051515"/>
                <a:gd name="connsiteY23" fmla="*/ 1160807 h 1173269"/>
                <a:gd name="connsiteX24" fmla="*/ 9962 w 1051515"/>
                <a:gd name="connsiteY24" fmla="*/ 1154719 h 1173269"/>
                <a:gd name="connsiteX25" fmla="*/ 297745 w 1051515"/>
                <a:gd name="connsiteY25" fmla="*/ 1025770 h 1173269"/>
                <a:gd name="connsiteX26" fmla="*/ 410644 w 1051515"/>
                <a:gd name="connsiteY26" fmla="*/ 851440 h 1173269"/>
                <a:gd name="connsiteX27" fmla="*/ 506388 w 1051515"/>
                <a:gd name="connsiteY27" fmla="*/ 666041 h 1173269"/>
                <a:gd name="connsiteX28" fmla="*/ 624268 w 1051515"/>
                <a:gd name="connsiteY28" fmla="*/ 441349 h 1173269"/>
                <a:gd name="connsiteX29" fmla="*/ 636997 w 1051515"/>
                <a:gd name="connsiteY29" fmla="*/ 412571 h 1173269"/>
                <a:gd name="connsiteX30" fmla="*/ 743255 w 1051515"/>
                <a:gd name="connsiteY30" fmla="*/ 371617 h 1173269"/>
                <a:gd name="connsiteX31" fmla="*/ 751003 w 1051515"/>
                <a:gd name="connsiteY31" fmla="*/ 369403 h 1173269"/>
                <a:gd name="connsiteX32" fmla="*/ 1002260 w 1051515"/>
                <a:gd name="connsiteY32" fmla="*/ 120360 h 1173269"/>
                <a:gd name="connsiteX33" fmla="*/ 1044874 w 1051515"/>
                <a:gd name="connsiteY33" fmla="*/ 34025 h 1173269"/>
                <a:gd name="connsiteX34" fmla="*/ 1019970 w 1051515"/>
                <a:gd name="connsiteY34" fmla="*/ 8014 h 1173269"/>
                <a:gd name="connsiteX35" fmla="*/ 995619 w 1051515"/>
                <a:gd name="connsiteY35" fmla="*/ 15209 h 1173269"/>
                <a:gd name="connsiteX36" fmla="*/ 940276 w 1051515"/>
                <a:gd name="connsiteY36" fmla="*/ 59483 h 1173269"/>
                <a:gd name="connsiteX37" fmla="*/ 786423 w 1051515"/>
                <a:gd name="connsiteY37" fmla="*/ 289710 h 1173269"/>
                <a:gd name="connsiteX38" fmla="*/ 743255 w 1051515"/>
                <a:gd name="connsiteY38" fmla="*/ 371617 h 117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051515" h="1173269">
                  <a:moveTo>
                    <a:pt x="636997" y="412571"/>
                  </a:moveTo>
                  <a:cubicBezTo>
                    <a:pt x="611539" y="412571"/>
                    <a:pt x="588849" y="412571"/>
                    <a:pt x="566158" y="412571"/>
                  </a:cubicBezTo>
                  <a:cubicBezTo>
                    <a:pt x="565605" y="410910"/>
                    <a:pt x="565051" y="409804"/>
                    <a:pt x="565051" y="408143"/>
                  </a:cubicBezTo>
                  <a:cubicBezTo>
                    <a:pt x="570032" y="406483"/>
                    <a:pt x="574459" y="403162"/>
                    <a:pt x="579440" y="403162"/>
                  </a:cubicBezTo>
                  <a:cubicBezTo>
                    <a:pt x="596596" y="402056"/>
                    <a:pt x="614306" y="402056"/>
                    <a:pt x="631463" y="401502"/>
                  </a:cubicBezTo>
                  <a:cubicBezTo>
                    <a:pt x="641424" y="401502"/>
                    <a:pt x="646959" y="397628"/>
                    <a:pt x="652493" y="388220"/>
                  </a:cubicBezTo>
                  <a:cubicBezTo>
                    <a:pt x="697874" y="309080"/>
                    <a:pt x="747129" y="232706"/>
                    <a:pt x="809113" y="165188"/>
                  </a:cubicBezTo>
                  <a:cubicBezTo>
                    <a:pt x="845086" y="125894"/>
                    <a:pt x="882166" y="87708"/>
                    <a:pt x="920352" y="50628"/>
                  </a:cubicBezTo>
                  <a:cubicBezTo>
                    <a:pt x="945257" y="26831"/>
                    <a:pt x="974035" y="8014"/>
                    <a:pt x="1008901" y="1373"/>
                  </a:cubicBezTo>
                  <a:cubicBezTo>
                    <a:pt x="1034912" y="-3608"/>
                    <a:pt x="1047088" y="4694"/>
                    <a:pt x="1051515" y="30705"/>
                  </a:cubicBezTo>
                  <a:cubicBezTo>
                    <a:pt x="1058156" y="71659"/>
                    <a:pt x="1039893" y="105418"/>
                    <a:pt x="1018309" y="136963"/>
                  </a:cubicBezTo>
                  <a:cubicBezTo>
                    <a:pt x="959092" y="222191"/>
                    <a:pt x="882719" y="289710"/>
                    <a:pt x="799705" y="351140"/>
                  </a:cubicBezTo>
                  <a:cubicBezTo>
                    <a:pt x="779228" y="366083"/>
                    <a:pt x="758751" y="381025"/>
                    <a:pt x="735507" y="397628"/>
                  </a:cubicBezTo>
                  <a:cubicBezTo>
                    <a:pt x="763732" y="397628"/>
                    <a:pt x="789190" y="397628"/>
                    <a:pt x="814648" y="397628"/>
                  </a:cubicBezTo>
                  <a:cubicBezTo>
                    <a:pt x="815201" y="399288"/>
                    <a:pt x="815201" y="400949"/>
                    <a:pt x="815755" y="402056"/>
                  </a:cubicBezTo>
                  <a:cubicBezTo>
                    <a:pt x="810220" y="403716"/>
                    <a:pt x="804686" y="406483"/>
                    <a:pt x="799152" y="407037"/>
                  </a:cubicBezTo>
                  <a:cubicBezTo>
                    <a:pt x="780335" y="408143"/>
                    <a:pt x="760965" y="409804"/>
                    <a:pt x="741595" y="409250"/>
                  </a:cubicBezTo>
                  <a:cubicBezTo>
                    <a:pt x="727206" y="408697"/>
                    <a:pt x="720565" y="414231"/>
                    <a:pt x="714477" y="426960"/>
                  </a:cubicBezTo>
                  <a:cubicBezTo>
                    <a:pt x="655813" y="543733"/>
                    <a:pt x="598257" y="661614"/>
                    <a:pt x="536826" y="776727"/>
                  </a:cubicBezTo>
                  <a:cubicBezTo>
                    <a:pt x="493105" y="858634"/>
                    <a:pt x="436656" y="932794"/>
                    <a:pt x="371351" y="999206"/>
                  </a:cubicBezTo>
                  <a:cubicBezTo>
                    <a:pt x="317115" y="1053995"/>
                    <a:pt x="259005" y="1104357"/>
                    <a:pt x="188720" y="1139223"/>
                  </a:cubicBezTo>
                  <a:cubicBezTo>
                    <a:pt x="140017" y="1163574"/>
                    <a:pt x="87995" y="1177410"/>
                    <a:pt x="33206" y="1176856"/>
                  </a:cubicBezTo>
                  <a:cubicBezTo>
                    <a:pt x="24351" y="1176856"/>
                    <a:pt x="14943" y="1174643"/>
                    <a:pt x="6088" y="1171322"/>
                  </a:cubicBezTo>
                  <a:cubicBezTo>
                    <a:pt x="2767" y="1170215"/>
                    <a:pt x="0" y="1164127"/>
                    <a:pt x="0" y="1160807"/>
                  </a:cubicBezTo>
                  <a:cubicBezTo>
                    <a:pt x="0" y="1158593"/>
                    <a:pt x="6641" y="1154166"/>
                    <a:pt x="9962" y="1154719"/>
                  </a:cubicBezTo>
                  <a:cubicBezTo>
                    <a:pt x="135590" y="1177963"/>
                    <a:pt x="220265" y="1109891"/>
                    <a:pt x="297745" y="1025770"/>
                  </a:cubicBezTo>
                  <a:cubicBezTo>
                    <a:pt x="345340" y="973748"/>
                    <a:pt x="378546" y="912870"/>
                    <a:pt x="410644" y="851440"/>
                  </a:cubicBezTo>
                  <a:cubicBezTo>
                    <a:pt x="442743" y="790009"/>
                    <a:pt x="474289" y="728025"/>
                    <a:pt x="506388" y="666041"/>
                  </a:cubicBezTo>
                  <a:cubicBezTo>
                    <a:pt x="545681" y="591328"/>
                    <a:pt x="584975" y="516615"/>
                    <a:pt x="624268" y="441349"/>
                  </a:cubicBezTo>
                  <a:cubicBezTo>
                    <a:pt x="628142" y="433048"/>
                    <a:pt x="632016" y="424193"/>
                    <a:pt x="636997" y="412571"/>
                  </a:cubicBezTo>
                  <a:close/>
                  <a:moveTo>
                    <a:pt x="743255" y="371617"/>
                  </a:moveTo>
                  <a:cubicBezTo>
                    <a:pt x="748236" y="370510"/>
                    <a:pt x="749896" y="370510"/>
                    <a:pt x="751003" y="369403"/>
                  </a:cubicBezTo>
                  <a:cubicBezTo>
                    <a:pt x="845640" y="297457"/>
                    <a:pt x="931421" y="216104"/>
                    <a:pt x="1002260" y="120360"/>
                  </a:cubicBezTo>
                  <a:cubicBezTo>
                    <a:pt x="1021630" y="94349"/>
                    <a:pt x="1040447" y="67784"/>
                    <a:pt x="1044874" y="34025"/>
                  </a:cubicBezTo>
                  <a:cubicBezTo>
                    <a:pt x="1047088" y="16316"/>
                    <a:pt x="1037679" y="5800"/>
                    <a:pt x="1019970" y="8014"/>
                  </a:cubicBezTo>
                  <a:cubicBezTo>
                    <a:pt x="1011668" y="9121"/>
                    <a:pt x="1002260" y="10781"/>
                    <a:pt x="995619" y="15209"/>
                  </a:cubicBezTo>
                  <a:cubicBezTo>
                    <a:pt x="976249" y="29044"/>
                    <a:pt x="956879" y="42880"/>
                    <a:pt x="940276" y="59483"/>
                  </a:cubicBezTo>
                  <a:cubicBezTo>
                    <a:pt x="874972" y="126448"/>
                    <a:pt x="830697" y="208355"/>
                    <a:pt x="786423" y="289710"/>
                  </a:cubicBezTo>
                  <a:cubicBezTo>
                    <a:pt x="772034" y="316828"/>
                    <a:pt x="758198" y="342839"/>
                    <a:pt x="743255" y="371617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3F6B22D-F05E-45DC-84CA-24A5983DFEE2}"/>
                </a:ext>
              </a:extLst>
            </p:cNvPr>
            <p:cNvSpPr/>
            <p:nvPr/>
          </p:nvSpPr>
          <p:spPr>
            <a:xfrm>
              <a:off x="9662134" y="6086353"/>
              <a:ext cx="564757" cy="630150"/>
            </a:xfrm>
            <a:custGeom>
              <a:avLst/>
              <a:gdLst>
                <a:gd name="connsiteX0" fmla="*/ 855048 w 1051515"/>
                <a:gd name="connsiteY0" fmla="*/ 401400 h 1173269"/>
                <a:gd name="connsiteX1" fmla="*/ 840105 w 1051515"/>
                <a:gd name="connsiteY1" fmla="*/ 405827 h 1173269"/>
                <a:gd name="connsiteX2" fmla="*/ 739381 w 1051515"/>
                <a:gd name="connsiteY2" fmla="*/ 408594 h 1173269"/>
                <a:gd name="connsiteX3" fmla="*/ 721672 w 1051515"/>
                <a:gd name="connsiteY3" fmla="*/ 420216 h 1173269"/>
                <a:gd name="connsiteX4" fmla="*/ 636997 w 1051515"/>
                <a:gd name="connsiteY4" fmla="*/ 592886 h 1173269"/>
                <a:gd name="connsiteX5" fmla="*/ 572246 w 1051515"/>
                <a:gd name="connsiteY5" fmla="*/ 719068 h 1173269"/>
                <a:gd name="connsiteX6" fmla="*/ 448831 w 1051515"/>
                <a:gd name="connsiteY6" fmla="*/ 905574 h 1173269"/>
                <a:gd name="connsiteX7" fmla="*/ 214177 w 1051515"/>
                <a:gd name="connsiteY7" fmla="*/ 1121411 h 1173269"/>
                <a:gd name="connsiteX8" fmla="*/ 39294 w 1051515"/>
                <a:gd name="connsiteY8" fmla="*/ 1175647 h 1173269"/>
                <a:gd name="connsiteX9" fmla="*/ 8301 w 1051515"/>
                <a:gd name="connsiteY9" fmla="*/ 1171220 h 1173269"/>
                <a:gd name="connsiteX10" fmla="*/ 0 w 1051515"/>
                <a:gd name="connsiteY10" fmla="*/ 1158490 h 1173269"/>
                <a:gd name="connsiteX11" fmla="*/ 12729 w 1051515"/>
                <a:gd name="connsiteY11" fmla="*/ 1154063 h 1173269"/>
                <a:gd name="connsiteX12" fmla="*/ 197574 w 1051515"/>
                <a:gd name="connsiteY12" fmla="*/ 1112003 h 1173269"/>
                <a:gd name="connsiteX13" fmla="*/ 392935 w 1051515"/>
                <a:gd name="connsiteY13" fmla="*/ 882330 h 1173269"/>
                <a:gd name="connsiteX14" fmla="*/ 478716 w 1051515"/>
                <a:gd name="connsiteY14" fmla="*/ 725156 h 1173269"/>
                <a:gd name="connsiteX15" fmla="*/ 523544 w 1051515"/>
                <a:gd name="connsiteY15" fmla="*/ 637161 h 1173269"/>
                <a:gd name="connsiteX16" fmla="*/ 633123 w 1051515"/>
                <a:gd name="connsiteY16" fmla="*/ 427964 h 1173269"/>
                <a:gd name="connsiteX17" fmla="*/ 640871 w 1051515"/>
                <a:gd name="connsiteY17" fmla="*/ 411361 h 1173269"/>
                <a:gd name="connsiteX18" fmla="*/ 604345 w 1051515"/>
                <a:gd name="connsiteY18" fmla="*/ 403060 h 1173269"/>
                <a:gd name="connsiteX19" fmla="*/ 604345 w 1051515"/>
                <a:gd name="connsiteY19" fmla="*/ 396419 h 1173269"/>
                <a:gd name="connsiteX20" fmla="*/ 623161 w 1051515"/>
                <a:gd name="connsiteY20" fmla="*/ 396972 h 1173269"/>
                <a:gd name="connsiteX21" fmla="*/ 663008 w 1051515"/>
                <a:gd name="connsiteY21" fmla="*/ 376495 h 1173269"/>
                <a:gd name="connsiteX22" fmla="*/ 886593 w 1051515"/>
                <a:gd name="connsiteY22" fmla="*/ 82625 h 1173269"/>
                <a:gd name="connsiteX23" fmla="*/ 981783 w 1051515"/>
                <a:gd name="connsiteY23" fmla="*/ 10679 h 1173269"/>
                <a:gd name="connsiteX24" fmla="*/ 1021630 w 1051515"/>
                <a:gd name="connsiteY24" fmla="*/ 163 h 1173269"/>
                <a:gd name="connsiteX25" fmla="*/ 1054836 w 1051515"/>
                <a:gd name="connsiteY25" fmla="*/ 29495 h 1173269"/>
                <a:gd name="connsiteX26" fmla="*/ 1033805 w 1051515"/>
                <a:gd name="connsiteY26" fmla="*/ 110296 h 1173269"/>
                <a:gd name="connsiteX27" fmla="*/ 912051 w 1051515"/>
                <a:gd name="connsiteY27" fmla="*/ 256401 h 1173269"/>
                <a:gd name="connsiteX28" fmla="*/ 742702 w 1051515"/>
                <a:gd name="connsiteY28" fmla="*/ 391991 h 1173269"/>
                <a:gd name="connsiteX29" fmla="*/ 738828 w 1051515"/>
                <a:gd name="connsiteY29" fmla="*/ 396972 h 1173269"/>
                <a:gd name="connsiteX30" fmla="*/ 853941 w 1051515"/>
                <a:gd name="connsiteY30" fmla="*/ 396972 h 1173269"/>
                <a:gd name="connsiteX31" fmla="*/ 855048 w 1051515"/>
                <a:gd name="connsiteY31" fmla="*/ 401400 h 1173269"/>
                <a:gd name="connsiteX32" fmla="*/ 748789 w 1051515"/>
                <a:gd name="connsiteY32" fmla="*/ 368194 h 1173269"/>
                <a:gd name="connsiteX33" fmla="*/ 751003 w 1051515"/>
                <a:gd name="connsiteY33" fmla="*/ 370408 h 1173269"/>
                <a:gd name="connsiteX34" fmla="*/ 761519 w 1051515"/>
                <a:gd name="connsiteY34" fmla="*/ 363213 h 1173269"/>
                <a:gd name="connsiteX35" fmla="*/ 932528 w 1051515"/>
                <a:gd name="connsiteY35" fmla="*/ 204932 h 1173269"/>
                <a:gd name="connsiteX36" fmla="*/ 1037679 w 1051515"/>
                <a:gd name="connsiteY36" fmla="*/ 63255 h 1173269"/>
                <a:gd name="connsiteX37" fmla="*/ 1037679 w 1051515"/>
                <a:gd name="connsiteY37" fmla="*/ 11786 h 1173269"/>
                <a:gd name="connsiteX38" fmla="*/ 989531 w 1051515"/>
                <a:gd name="connsiteY38" fmla="*/ 19534 h 1173269"/>
                <a:gd name="connsiteX39" fmla="*/ 911498 w 1051515"/>
                <a:gd name="connsiteY39" fmla="*/ 95353 h 1173269"/>
                <a:gd name="connsiteX40" fmla="*/ 800812 w 1051515"/>
                <a:gd name="connsiteY40" fmla="*/ 269684 h 1173269"/>
                <a:gd name="connsiteX41" fmla="*/ 748789 w 1051515"/>
                <a:gd name="connsiteY41" fmla="*/ 368194 h 1173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1515" h="1173269">
                  <a:moveTo>
                    <a:pt x="855048" y="401400"/>
                  </a:moveTo>
                  <a:cubicBezTo>
                    <a:pt x="850067" y="403060"/>
                    <a:pt x="845086" y="405827"/>
                    <a:pt x="840105" y="405827"/>
                  </a:cubicBezTo>
                  <a:cubicBezTo>
                    <a:pt x="806346" y="406934"/>
                    <a:pt x="772587" y="406934"/>
                    <a:pt x="739381" y="408594"/>
                  </a:cubicBezTo>
                  <a:cubicBezTo>
                    <a:pt x="733293" y="409148"/>
                    <a:pt x="724439" y="414682"/>
                    <a:pt x="721672" y="420216"/>
                  </a:cubicBezTo>
                  <a:cubicBezTo>
                    <a:pt x="692893" y="477773"/>
                    <a:pt x="665222" y="535329"/>
                    <a:pt x="636997" y="592886"/>
                  </a:cubicBezTo>
                  <a:cubicBezTo>
                    <a:pt x="615966" y="634947"/>
                    <a:pt x="596596" y="678668"/>
                    <a:pt x="572246" y="719068"/>
                  </a:cubicBezTo>
                  <a:cubicBezTo>
                    <a:pt x="533506" y="782712"/>
                    <a:pt x="493105" y="845250"/>
                    <a:pt x="448831" y="905574"/>
                  </a:cubicBezTo>
                  <a:cubicBezTo>
                    <a:pt x="385187" y="992462"/>
                    <a:pt x="304386" y="1062747"/>
                    <a:pt x="214177" y="1121411"/>
                  </a:cubicBezTo>
                  <a:cubicBezTo>
                    <a:pt x="161048" y="1155723"/>
                    <a:pt x="103491" y="1176754"/>
                    <a:pt x="39294" y="1175647"/>
                  </a:cubicBezTo>
                  <a:cubicBezTo>
                    <a:pt x="28778" y="1175647"/>
                    <a:pt x="18263" y="1173987"/>
                    <a:pt x="8301" y="1171220"/>
                  </a:cubicBezTo>
                  <a:cubicBezTo>
                    <a:pt x="4427" y="1170113"/>
                    <a:pt x="2767" y="1162918"/>
                    <a:pt x="0" y="1158490"/>
                  </a:cubicBezTo>
                  <a:cubicBezTo>
                    <a:pt x="4427" y="1156830"/>
                    <a:pt x="9408" y="1152956"/>
                    <a:pt x="12729" y="1154063"/>
                  </a:cubicBezTo>
                  <a:cubicBezTo>
                    <a:pt x="81907" y="1172326"/>
                    <a:pt x="142231" y="1151296"/>
                    <a:pt x="197574" y="1112003"/>
                  </a:cubicBezTo>
                  <a:cubicBezTo>
                    <a:pt x="282249" y="1052232"/>
                    <a:pt x="343680" y="972538"/>
                    <a:pt x="392935" y="882330"/>
                  </a:cubicBezTo>
                  <a:cubicBezTo>
                    <a:pt x="421713" y="830307"/>
                    <a:pt x="450491" y="777731"/>
                    <a:pt x="478716" y="725156"/>
                  </a:cubicBezTo>
                  <a:cubicBezTo>
                    <a:pt x="494212" y="695824"/>
                    <a:pt x="508601" y="665939"/>
                    <a:pt x="523544" y="637161"/>
                  </a:cubicBezTo>
                  <a:cubicBezTo>
                    <a:pt x="560070" y="567428"/>
                    <a:pt x="596596" y="497696"/>
                    <a:pt x="633123" y="427964"/>
                  </a:cubicBezTo>
                  <a:cubicBezTo>
                    <a:pt x="635890" y="422983"/>
                    <a:pt x="637550" y="418002"/>
                    <a:pt x="640871" y="411361"/>
                  </a:cubicBezTo>
                  <a:cubicBezTo>
                    <a:pt x="627589" y="408041"/>
                    <a:pt x="615966" y="405827"/>
                    <a:pt x="604345" y="403060"/>
                  </a:cubicBezTo>
                  <a:cubicBezTo>
                    <a:pt x="604345" y="400846"/>
                    <a:pt x="604345" y="398632"/>
                    <a:pt x="604345" y="396419"/>
                  </a:cubicBezTo>
                  <a:cubicBezTo>
                    <a:pt x="610432" y="396419"/>
                    <a:pt x="617627" y="394758"/>
                    <a:pt x="623161" y="396972"/>
                  </a:cubicBezTo>
                  <a:cubicBezTo>
                    <a:pt x="644192" y="404167"/>
                    <a:pt x="653046" y="394205"/>
                    <a:pt x="663008" y="376495"/>
                  </a:cubicBezTo>
                  <a:cubicBezTo>
                    <a:pt x="723885" y="268023"/>
                    <a:pt x="797491" y="169513"/>
                    <a:pt x="886593" y="82625"/>
                  </a:cubicBezTo>
                  <a:cubicBezTo>
                    <a:pt x="914818" y="54953"/>
                    <a:pt x="949131" y="32816"/>
                    <a:pt x="981783" y="10679"/>
                  </a:cubicBezTo>
                  <a:cubicBezTo>
                    <a:pt x="992298" y="3484"/>
                    <a:pt x="1007795" y="1270"/>
                    <a:pt x="1021630" y="163"/>
                  </a:cubicBezTo>
                  <a:cubicBezTo>
                    <a:pt x="1042107" y="-1497"/>
                    <a:pt x="1052622" y="9572"/>
                    <a:pt x="1054836" y="29495"/>
                  </a:cubicBezTo>
                  <a:cubicBezTo>
                    <a:pt x="1058156" y="59380"/>
                    <a:pt x="1048195" y="85945"/>
                    <a:pt x="1033805" y="110296"/>
                  </a:cubicBezTo>
                  <a:cubicBezTo>
                    <a:pt x="1001707" y="166192"/>
                    <a:pt x="960199" y="214894"/>
                    <a:pt x="912051" y="256401"/>
                  </a:cubicBezTo>
                  <a:cubicBezTo>
                    <a:pt x="857262" y="303443"/>
                    <a:pt x="799152" y="347164"/>
                    <a:pt x="742702" y="391991"/>
                  </a:cubicBezTo>
                  <a:cubicBezTo>
                    <a:pt x="741595" y="393098"/>
                    <a:pt x="741042" y="394205"/>
                    <a:pt x="738828" y="396972"/>
                  </a:cubicBezTo>
                  <a:cubicBezTo>
                    <a:pt x="778121" y="396972"/>
                    <a:pt x="815755" y="396972"/>
                    <a:pt x="853941" y="396972"/>
                  </a:cubicBezTo>
                  <a:cubicBezTo>
                    <a:pt x="853941" y="398632"/>
                    <a:pt x="854495" y="400293"/>
                    <a:pt x="855048" y="401400"/>
                  </a:cubicBezTo>
                  <a:close/>
                  <a:moveTo>
                    <a:pt x="748789" y="368194"/>
                  </a:moveTo>
                  <a:cubicBezTo>
                    <a:pt x="749343" y="368747"/>
                    <a:pt x="750450" y="369854"/>
                    <a:pt x="751003" y="370408"/>
                  </a:cubicBezTo>
                  <a:cubicBezTo>
                    <a:pt x="754324" y="368194"/>
                    <a:pt x="758751" y="365980"/>
                    <a:pt x="761519" y="363213"/>
                  </a:cubicBezTo>
                  <a:cubicBezTo>
                    <a:pt x="818522" y="310637"/>
                    <a:pt x="877185" y="259168"/>
                    <a:pt x="932528" y="204932"/>
                  </a:cubicBezTo>
                  <a:cubicBezTo>
                    <a:pt x="974589" y="163425"/>
                    <a:pt x="1011668" y="117491"/>
                    <a:pt x="1037679" y="63255"/>
                  </a:cubicBezTo>
                  <a:cubicBezTo>
                    <a:pt x="1048748" y="40564"/>
                    <a:pt x="1049855" y="18980"/>
                    <a:pt x="1037679" y="11786"/>
                  </a:cubicBezTo>
                  <a:cubicBezTo>
                    <a:pt x="1020523" y="1270"/>
                    <a:pt x="1002260" y="8465"/>
                    <a:pt x="989531" y="19534"/>
                  </a:cubicBezTo>
                  <a:cubicBezTo>
                    <a:pt x="961860" y="43331"/>
                    <a:pt x="932528" y="66575"/>
                    <a:pt x="911498" y="95353"/>
                  </a:cubicBezTo>
                  <a:cubicBezTo>
                    <a:pt x="871651" y="151250"/>
                    <a:pt x="836232" y="210467"/>
                    <a:pt x="800812" y="269684"/>
                  </a:cubicBezTo>
                  <a:cubicBezTo>
                    <a:pt x="781995" y="301782"/>
                    <a:pt x="765946" y="335542"/>
                    <a:pt x="748789" y="368194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835C8BC-2ED6-4E3B-8EB5-D92836849549}"/>
                </a:ext>
              </a:extLst>
            </p:cNvPr>
            <p:cNvSpPr/>
            <p:nvPr/>
          </p:nvSpPr>
          <p:spPr>
            <a:xfrm>
              <a:off x="10357792" y="6506703"/>
              <a:ext cx="216985" cy="160510"/>
            </a:xfrm>
            <a:custGeom>
              <a:avLst/>
              <a:gdLst>
                <a:gd name="connsiteX0" fmla="*/ 376670 w 404003"/>
                <a:gd name="connsiteY0" fmla="*/ 218118 h 298851"/>
                <a:gd name="connsiteX1" fmla="*/ 290888 w 404003"/>
                <a:gd name="connsiteY1" fmla="*/ 210923 h 298851"/>
                <a:gd name="connsiteX2" fmla="*/ 197359 w 404003"/>
                <a:gd name="connsiteY2" fmla="*/ 159454 h 298851"/>
                <a:gd name="connsiteX3" fmla="*/ 154191 w 404003"/>
                <a:gd name="connsiteY3" fmla="*/ 94703 h 298851"/>
                <a:gd name="connsiteX4" fmla="*/ 210087 w 404003"/>
                <a:gd name="connsiteY4" fmla="*/ 67 h 298851"/>
                <a:gd name="connsiteX5" fmla="*/ 293655 w 404003"/>
                <a:gd name="connsiteY5" fmla="*/ 32166 h 298851"/>
                <a:gd name="connsiteX6" fmla="*/ 378883 w 404003"/>
                <a:gd name="connsiteY6" fmla="*/ 157794 h 298851"/>
                <a:gd name="connsiteX7" fmla="*/ 399360 w 404003"/>
                <a:gd name="connsiteY7" fmla="*/ 199855 h 298851"/>
                <a:gd name="connsiteX8" fmla="*/ 389398 w 404003"/>
                <a:gd name="connsiteY8" fmla="*/ 224759 h 298851"/>
                <a:gd name="connsiteX9" fmla="*/ 293102 w 404003"/>
                <a:gd name="connsiteY9" fmla="*/ 255197 h 298851"/>
                <a:gd name="connsiteX10" fmla="*/ 167473 w 404003"/>
                <a:gd name="connsiteY10" fmla="*/ 293938 h 298851"/>
                <a:gd name="connsiteX11" fmla="*/ 62322 w 404003"/>
                <a:gd name="connsiteY11" fmla="*/ 285636 h 298851"/>
                <a:gd name="connsiteX12" fmla="*/ 14174 w 404003"/>
                <a:gd name="connsiteY12" fmla="*/ 245236 h 298851"/>
                <a:gd name="connsiteX13" fmla="*/ 93314 w 404003"/>
                <a:gd name="connsiteY13" fmla="*/ 93596 h 298851"/>
                <a:gd name="connsiteX14" fmla="*/ 146443 w 404003"/>
                <a:gd name="connsiteY14" fmla="*/ 111860 h 298851"/>
                <a:gd name="connsiteX15" fmla="*/ 208427 w 404003"/>
                <a:gd name="connsiteY15" fmla="*/ 184359 h 298851"/>
                <a:gd name="connsiteX16" fmla="*/ 264877 w 404003"/>
                <a:gd name="connsiteY16" fmla="*/ 216457 h 298851"/>
                <a:gd name="connsiteX17" fmla="*/ 376670 w 404003"/>
                <a:gd name="connsiteY17" fmla="*/ 224759 h 298851"/>
                <a:gd name="connsiteX18" fmla="*/ 376670 w 404003"/>
                <a:gd name="connsiteY18" fmla="*/ 218118 h 29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04003" h="298851">
                  <a:moveTo>
                    <a:pt x="376670" y="218118"/>
                  </a:moveTo>
                  <a:cubicBezTo>
                    <a:pt x="347891" y="215351"/>
                    <a:pt x="319113" y="210923"/>
                    <a:pt x="290888" y="210923"/>
                  </a:cubicBezTo>
                  <a:cubicBezTo>
                    <a:pt x="249381" y="210923"/>
                    <a:pt x="218942" y="194320"/>
                    <a:pt x="197359" y="159454"/>
                  </a:cubicBezTo>
                  <a:cubicBezTo>
                    <a:pt x="183523" y="137317"/>
                    <a:pt x="165813" y="117947"/>
                    <a:pt x="154191" y="94703"/>
                  </a:cubicBezTo>
                  <a:cubicBezTo>
                    <a:pt x="128733" y="46555"/>
                    <a:pt x="155851" y="2280"/>
                    <a:pt x="210087" y="67"/>
                  </a:cubicBezTo>
                  <a:cubicBezTo>
                    <a:pt x="242186" y="-1040"/>
                    <a:pt x="269304" y="11689"/>
                    <a:pt x="293655" y="32166"/>
                  </a:cubicBezTo>
                  <a:cubicBezTo>
                    <a:pt x="334056" y="65925"/>
                    <a:pt x="353426" y="114073"/>
                    <a:pt x="378883" y="157794"/>
                  </a:cubicBezTo>
                  <a:cubicBezTo>
                    <a:pt x="386631" y="171076"/>
                    <a:pt x="393273" y="185466"/>
                    <a:pt x="399360" y="199855"/>
                  </a:cubicBezTo>
                  <a:cubicBezTo>
                    <a:pt x="404341" y="210923"/>
                    <a:pt x="411535" y="220332"/>
                    <a:pt x="389398" y="224759"/>
                  </a:cubicBezTo>
                  <a:cubicBezTo>
                    <a:pt x="356746" y="231400"/>
                    <a:pt x="325201" y="245236"/>
                    <a:pt x="293102" y="255197"/>
                  </a:cubicBezTo>
                  <a:cubicBezTo>
                    <a:pt x="251595" y="268480"/>
                    <a:pt x="210087" y="282869"/>
                    <a:pt x="167473" y="293938"/>
                  </a:cubicBezTo>
                  <a:cubicBezTo>
                    <a:pt x="132054" y="303346"/>
                    <a:pt x="95527" y="303346"/>
                    <a:pt x="62322" y="285636"/>
                  </a:cubicBezTo>
                  <a:cubicBezTo>
                    <a:pt x="44059" y="275674"/>
                    <a:pt x="25242" y="261839"/>
                    <a:pt x="14174" y="245236"/>
                  </a:cubicBezTo>
                  <a:cubicBezTo>
                    <a:pt x="-24566" y="187126"/>
                    <a:pt x="20815" y="103004"/>
                    <a:pt x="93314" y="93596"/>
                  </a:cubicBezTo>
                  <a:cubicBezTo>
                    <a:pt x="114897" y="90829"/>
                    <a:pt x="132054" y="95810"/>
                    <a:pt x="146443" y="111860"/>
                  </a:cubicBezTo>
                  <a:cubicBezTo>
                    <a:pt x="167473" y="135657"/>
                    <a:pt x="188504" y="159454"/>
                    <a:pt x="208427" y="184359"/>
                  </a:cubicBezTo>
                  <a:cubicBezTo>
                    <a:pt x="223370" y="203175"/>
                    <a:pt x="239973" y="215351"/>
                    <a:pt x="264877" y="216457"/>
                  </a:cubicBezTo>
                  <a:cubicBezTo>
                    <a:pt x="302510" y="218118"/>
                    <a:pt x="339590" y="221992"/>
                    <a:pt x="376670" y="224759"/>
                  </a:cubicBezTo>
                  <a:cubicBezTo>
                    <a:pt x="376116" y="223099"/>
                    <a:pt x="376116" y="220885"/>
                    <a:pt x="376670" y="218118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E3AB4C5-81E9-481C-B8B2-7AF55D4AE61F}"/>
                </a:ext>
              </a:extLst>
            </p:cNvPr>
            <p:cNvSpPr/>
            <p:nvPr/>
          </p:nvSpPr>
          <p:spPr>
            <a:xfrm>
              <a:off x="8919987" y="6540914"/>
              <a:ext cx="225903" cy="121869"/>
            </a:xfrm>
            <a:custGeom>
              <a:avLst/>
              <a:gdLst>
                <a:gd name="connsiteX0" fmla="*/ 421042 w 420606"/>
                <a:gd name="connsiteY0" fmla="*/ 153867 h 226905"/>
                <a:gd name="connsiteX1" fmla="*/ 360165 w 420606"/>
                <a:gd name="connsiteY1" fmla="*/ 170469 h 226905"/>
                <a:gd name="connsiteX2" fmla="*/ 197457 w 420606"/>
                <a:gd name="connsiteY2" fmla="*/ 219171 h 226905"/>
                <a:gd name="connsiteX3" fmla="*/ 50245 w 420606"/>
                <a:gd name="connsiteY3" fmla="*/ 198694 h 226905"/>
                <a:gd name="connsiteX4" fmla="*/ 4310 w 420606"/>
                <a:gd name="connsiteY4" fmla="*/ 145565 h 226905"/>
                <a:gd name="connsiteX5" fmla="*/ 2096 w 420606"/>
                <a:gd name="connsiteY5" fmla="*/ 138924 h 226905"/>
                <a:gd name="connsiteX6" fmla="*/ 118316 w 420606"/>
                <a:gd name="connsiteY6" fmla="*/ 13 h 226905"/>
                <a:gd name="connsiteX7" fmla="*/ 163144 w 420606"/>
                <a:gd name="connsiteY7" fmla="*/ 26578 h 226905"/>
                <a:gd name="connsiteX8" fmla="*/ 225128 w 420606"/>
                <a:gd name="connsiteY8" fmla="*/ 99077 h 226905"/>
                <a:gd name="connsiteX9" fmla="*/ 292647 w 420606"/>
                <a:gd name="connsiteY9" fmla="*/ 135603 h 226905"/>
                <a:gd name="connsiteX10" fmla="*/ 419935 w 420606"/>
                <a:gd name="connsiteY10" fmla="*/ 146672 h 226905"/>
                <a:gd name="connsiteX11" fmla="*/ 421042 w 420606"/>
                <a:gd name="connsiteY11" fmla="*/ 153867 h 226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0606" h="226905">
                  <a:moveTo>
                    <a:pt x="421042" y="153867"/>
                  </a:moveTo>
                  <a:cubicBezTo>
                    <a:pt x="400565" y="159401"/>
                    <a:pt x="380088" y="164382"/>
                    <a:pt x="360165" y="170469"/>
                  </a:cubicBezTo>
                  <a:cubicBezTo>
                    <a:pt x="305929" y="186519"/>
                    <a:pt x="251693" y="203675"/>
                    <a:pt x="197457" y="219171"/>
                  </a:cubicBezTo>
                  <a:cubicBezTo>
                    <a:pt x="145434" y="234114"/>
                    <a:pt x="94519" y="233007"/>
                    <a:pt x="50245" y="198694"/>
                  </a:cubicBezTo>
                  <a:cubicBezTo>
                    <a:pt x="31982" y="184858"/>
                    <a:pt x="19253" y="163828"/>
                    <a:pt x="4310" y="145565"/>
                  </a:cubicBezTo>
                  <a:cubicBezTo>
                    <a:pt x="2650" y="143905"/>
                    <a:pt x="2096" y="141138"/>
                    <a:pt x="2096" y="138924"/>
                  </a:cubicBezTo>
                  <a:cubicBezTo>
                    <a:pt x="-11739" y="66978"/>
                    <a:pt x="44710" y="-1094"/>
                    <a:pt x="118316" y="13"/>
                  </a:cubicBezTo>
                  <a:cubicBezTo>
                    <a:pt x="138240" y="13"/>
                    <a:pt x="151522" y="13849"/>
                    <a:pt x="163144" y="26578"/>
                  </a:cubicBezTo>
                  <a:cubicBezTo>
                    <a:pt x="184728" y="50375"/>
                    <a:pt x="205758" y="74173"/>
                    <a:pt x="225128" y="99077"/>
                  </a:cubicBezTo>
                  <a:cubicBezTo>
                    <a:pt x="242838" y="121768"/>
                    <a:pt x="263315" y="133943"/>
                    <a:pt x="292647" y="135603"/>
                  </a:cubicBezTo>
                  <a:cubicBezTo>
                    <a:pt x="335261" y="137817"/>
                    <a:pt x="377321" y="142798"/>
                    <a:pt x="419935" y="146672"/>
                  </a:cubicBezTo>
                  <a:cubicBezTo>
                    <a:pt x="420489" y="149439"/>
                    <a:pt x="420489" y="151653"/>
                    <a:pt x="421042" y="153867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220A4D9-AC36-4C3F-9A28-759C311F8EF1}"/>
                </a:ext>
              </a:extLst>
            </p:cNvPr>
            <p:cNvSpPr/>
            <p:nvPr/>
          </p:nvSpPr>
          <p:spPr>
            <a:xfrm>
              <a:off x="10075965" y="6293455"/>
              <a:ext cx="222930" cy="222930"/>
            </a:xfrm>
            <a:custGeom>
              <a:avLst/>
              <a:gdLst>
                <a:gd name="connsiteX0" fmla="*/ 418258 w 415071"/>
                <a:gd name="connsiteY0" fmla="*/ 161904 h 415071"/>
                <a:gd name="connsiteX1" fmla="*/ 412723 w 415071"/>
                <a:gd name="connsiteY1" fmla="*/ 176293 h 415071"/>
                <a:gd name="connsiteX2" fmla="*/ 247248 w 415071"/>
                <a:gd name="connsiteY2" fmla="*/ 362798 h 415071"/>
                <a:gd name="connsiteX3" fmla="*/ 113318 w 415071"/>
                <a:gd name="connsiteY3" fmla="*/ 417588 h 415071"/>
                <a:gd name="connsiteX4" fmla="*/ 972 w 415071"/>
                <a:gd name="connsiteY4" fmla="*/ 308562 h 415071"/>
                <a:gd name="connsiteX5" fmla="*/ 75132 w 415071"/>
                <a:gd name="connsiteY5" fmla="*/ 127591 h 415071"/>
                <a:gd name="connsiteX6" fmla="*/ 287648 w 415071"/>
                <a:gd name="connsiteY6" fmla="*/ 6390 h 415071"/>
                <a:gd name="connsiteX7" fmla="*/ 330263 w 415071"/>
                <a:gd name="connsiteY7" fmla="*/ 302 h 415071"/>
                <a:gd name="connsiteX8" fmla="*/ 387819 w 415071"/>
                <a:gd name="connsiteY8" fmla="*/ 29634 h 415071"/>
                <a:gd name="connsiteX9" fmla="*/ 384499 w 415071"/>
                <a:gd name="connsiteY9" fmla="*/ 91065 h 415071"/>
                <a:gd name="connsiteX10" fmla="*/ 293183 w 415071"/>
                <a:gd name="connsiteY10" fmla="*/ 159690 h 415071"/>
                <a:gd name="connsiteX11" fmla="*/ 114425 w 415071"/>
                <a:gd name="connsiteY11" fmla="*/ 215586 h 415071"/>
                <a:gd name="connsiteX12" fmla="*/ 97269 w 415071"/>
                <a:gd name="connsiteY12" fmla="*/ 229422 h 415071"/>
                <a:gd name="connsiteX13" fmla="*/ 61849 w 415071"/>
                <a:gd name="connsiteY13" fmla="*/ 319077 h 415071"/>
                <a:gd name="connsiteX14" fmla="*/ 152058 w 415071"/>
                <a:gd name="connsiteY14" fmla="*/ 401538 h 415071"/>
                <a:gd name="connsiteX15" fmla="*/ 249462 w 415071"/>
                <a:gd name="connsiteY15" fmla="*/ 346749 h 415071"/>
                <a:gd name="connsiteX16" fmla="*/ 395014 w 415071"/>
                <a:gd name="connsiteY16" fmla="*/ 179060 h 415071"/>
                <a:gd name="connsiteX17" fmla="*/ 412170 w 415071"/>
                <a:gd name="connsiteY17" fmla="*/ 158583 h 415071"/>
                <a:gd name="connsiteX18" fmla="*/ 418258 w 415071"/>
                <a:gd name="connsiteY18" fmla="*/ 161904 h 415071"/>
                <a:gd name="connsiteX19" fmla="*/ 114425 w 415071"/>
                <a:gd name="connsiteY19" fmla="*/ 202304 h 415071"/>
                <a:gd name="connsiteX20" fmla="*/ 126601 w 415071"/>
                <a:gd name="connsiteY20" fmla="*/ 200644 h 415071"/>
                <a:gd name="connsiteX21" fmla="*/ 314767 w 415071"/>
                <a:gd name="connsiteY21" fmla="*/ 96599 h 415071"/>
                <a:gd name="connsiteX22" fmla="*/ 352400 w 415071"/>
                <a:gd name="connsiteY22" fmla="*/ 34061 h 415071"/>
                <a:gd name="connsiteX23" fmla="*/ 331369 w 415071"/>
                <a:gd name="connsiteY23" fmla="*/ 8604 h 415071"/>
                <a:gd name="connsiteX24" fmla="*/ 305912 w 415071"/>
                <a:gd name="connsiteY24" fmla="*/ 13585 h 415071"/>
                <a:gd name="connsiteX25" fmla="*/ 247248 w 415071"/>
                <a:gd name="connsiteY25" fmla="*/ 49557 h 415071"/>
                <a:gd name="connsiteX26" fmla="*/ 114425 w 415071"/>
                <a:gd name="connsiteY26" fmla="*/ 202304 h 41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5071" h="415071">
                  <a:moveTo>
                    <a:pt x="418258" y="161904"/>
                  </a:moveTo>
                  <a:cubicBezTo>
                    <a:pt x="416597" y="166884"/>
                    <a:pt x="415490" y="172419"/>
                    <a:pt x="412723" y="176293"/>
                  </a:cubicBezTo>
                  <a:cubicBezTo>
                    <a:pt x="362361" y="242704"/>
                    <a:pt x="313106" y="310223"/>
                    <a:pt x="247248" y="362798"/>
                  </a:cubicBezTo>
                  <a:cubicBezTo>
                    <a:pt x="208508" y="393790"/>
                    <a:pt x="165894" y="418694"/>
                    <a:pt x="113318" y="417588"/>
                  </a:cubicBezTo>
                  <a:cubicBezTo>
                    <a:pt x="52441" y="415927"/>
                    <a:pt x="5953" y="368886"/>
                    <a:pt x="972" y="308562"/>
                  </a:cubicBezTo>
                  <a:cubicBezTo>
                    <a:pt x="-5669" y="234956"/>
                    <a:pt x="22002" y="176293"/>
                    <a:pt x="75132" y="127591"/>
                  </a:cubicBezTo>
                  <a:cubicBezTo>
                    <a:pt x="137116" y="71141"/>
                    <a:pt x="207401" y="29634"/>
                    <a:pt x="287648" y="6390"/>
                  </a:cubicBezTo>
                  <a:cubicBezTo>
                    <a:pt x="301484" y="2516"/>
                    <a:pt x="315873" y="1409"/>
                    <a:pt x="330263" y="302"/>
                  </a:cubicBezTo>
                  <a:cubicBezTo>
                    <a:pt x="355167" y="-1911"/>
                    <a:pt x="375644" y="8050"/>
                    <a:pt x="387819" y="29634"/>
                  </a:cubicBezTo>
                  <a:cubicBezTo>
                    <a:pt x="399441" y="49557"/>
                    <a:pt x="396120" y="71695"/>
                    <a:pt x="384499" y="91065"/>
                  </a:cubicBezTo>
                  <a:cubicBezTo>
                    <a:pt x="364022" y="126484"/>
                    <a:pt x="330263" y="146961"/>
                    <a:pt x="293183" y="159690"/>
                  </a:cubicBezTo>
                  <a:cubicBezTo>
                    <a:pt x="233966" y="180167"/>
                    <a:pt x="173642" y="196770"/>
                    <a:pt x="114425" y="215586"/>
                  </a:cubicBezTo>
                  <a:cubicBezTo>
                    <a:pt x="107784" y="217800"/>
                    <a:pt x="99483" y="223334"/>
                    <a:pt x="97269" y="229422"/>
                  </a:cubicBezTo>
                  <a:cubicBezTo>
                    <a:pt x="84540" y="258754"/>
                    <a:pt x="69597" y="288085"/>
                    <a:pt x="61849" y="319077"/>
                  </a:cubicBezTo>
                  <a:cubicBezTo>
                    <a:pt x="43586" y="392130"/>
                    <a:pt x="88414" y="415374"/>
                    <a:pt x="152058" y="401538"/>
                  </a:cubicBezTo>
                  <a:cubicBezTo>
                    <a:pt x="189691" y="393237"/>
                    <a:pt x="221237" y="371653"/>
                    <a:pt x="249462" y="346749"/>
                  </a:cubicBezTo>
                  <a:cubicBezTo>
                    <a:pt x="304805" y="296940"/>
                    <a:pt x="352400" y="239937"/>
                    <a:pt x="395014" y="179060"/>
                  </a:cubicBezTo>
                  <a:cubicBezTo>
                    <a:pt x="399994" y="171865"/>
                    <a:pt x="406636" y="165778"/>
                    <a:pt x="412170" y="158583"/>
                  </a:cubicBezTo>
                  <a:cubicBezTo>
                    <a:pt x="414384" y="159690"/>
                    <a:pt x="416044" y="160797"/>
                    <a:pt x="418258" y="161904"/>
                  </a:cubicBezTo>
                  <a:close/>
                  <a:moveTo>
                    <a:pt x="114425" y="202304"/>
                  </a:moveTo>
                  <a:cubicBezTo>
                    <a:pt x="121066" y="201750"/>
                    <a:pt x="123834" y="201750"/>
                    <a:pt x="126601" y="200644"/>
                  </a:cubicBezTo>
                  <a:cubicBezTo>
                    <a:pt x="196333" y="178506"/>
                    <a:pt x="261637" y="147514"/>
                    <a:pt x="314767" y="96599"/>
                  </a:cubicBezTo>
                  <a:cubicBezTo>
                    <a:pt x="332476" y="79443"/>
                    <a:pt x="349633" y="60626"/>
                    <a:pt x="352400" y="34061"/>
                  </a:cubicBezTo>
                  <a:cubicBezTo>
                    <a:pt x="354613" y="16352"/>
                    <a:pt x="348526" y="8050"/>
                    <a:pt x="331369" y="8604"/>
                  </a:cubicBezTo>
                  <a:cubicBezTo>
                    <a:pt x="323068" y="8604"/>
                    <a:pt x="313660" y="9711"/>
                    <a:pt x="305912" y="13585"/>
                  </a:cubicBezTo>
                  <a:cubicBezTo>
                    <a:pt x="285988" y="24653"/>
                    <a:pt x="265511" y="35722"/>
                    <a:pt x="247248" y="49557"/>
                  </a:cubicBezTo>
                  <a:cubicBezTo>
                    <a:pt x="195226" y="91618"/>
                    <a:pt x="152612" y="142534"/>
                    <a:pt x="114425" y="202304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C19C86C-2241-446D-BCA2-CF20D11829E3}"/>
                </a:ext>
              </a:extLst>
            </p:cNvPr>
            <p:cNvSpPr/>
            <p:nvPr/>
          </p:nvSpPr>
          <p:spPr>
            <a:xfrm>
              <a:off x="10300330" y="6286001"/>
              <a:ext cx="231848" cy="222930"/>
            </a:xfrm>
            <a:custGeom>
              <a:avLst/>
              <a:gdLst>
                <a:gd name="connsiteX0" fmla="*/ 437170 w 431674"/>
                <a:gd name="connsiteY0" fmla="*/ 179102 h 415071"/>
                <a:gd name="connsiteX1" fmla="*/ 422781 w 431674"/>
                <a:gd name="connsiteY1" fmla="*/ 199579 h 415071"/>
                <a:gd name="connsiteX2" fmla="*/ 256752 w 431674"/>
                <a:gd name="connsiteY2" fmla="*/ 359520 h 415071"/>
                <a:gd name="connsiteX3" fmla="*/ 117841 w 431674"/>
                <a:gd name="connsiteY3" fmla="*/ 417077 h 415071"/>
                <a:gd name="connsiteX4" fmla="*/ 514 w 431674"/>
                <a:gd name="connsiteY4" fmla="*/ 305284 h 415071"/>
                <a:gd name="connsiteX5" fmla="*/ 80761 w 431674"/>
                <a:gd name="connsiteY5" fmla="*/ 124866 h 415071"/>
                <a:gd name="connsiteX6" fmla="*/ 306007 w 431674"/>
                <a:gd name="connsiteY6" fmla="*/ 3112 h 415071"/>
                <a:gd name="connsiteX7" fmla="*/ 352495 w 431674"/>
                <a:gd name="connsiteY7" fmla="*/ 2005 h 415071"/>
                <a:gd name="connsiteX8" fmla="*/ 377953 w 431674"/>
                <a:gd name="connsiteY8" fmla="*/ 106050 h 415071"/>
                <a:gd name="connsiteX9" fmla="*/ 281103 w 431674"/>
                <a:gd name="connsiteY9" fmla="*/ 165820 h 415071"/>
                <a:gd name="connsiteX10" fmla="*/ 115074 w 431674"/>
                <a:gd name="connsiteY10" fmla="*/ 216735 h 415071"/>
                <a:gd name="connsiteX11" fmla="*/ 102345 w 431674"/>
                <a:gd name="connsiteY11" fmla="*/ 223930 h 415071"/>
                <a:gd name="connsiteX12" fmla="*/ 59178 w 431674"/>
                <a:gd name="connsiteY12" fmla="*/ 332955 h 415071"/>
                <a:gd name="connsiteX13" fmla="*/ 125036 w 431674"/>
                <a:gd name="connsiteY13" fmla="*/ 405455 h 415071"/>
                <a:gd name="connsiteX14" fmla="*/ 239042 w 431674"/>
                <a:gd name="connsiteY14" fmla="*/ 358967 h 415071"/>
                <a:gd name="connsiteX15" fmla="*/ 407284 w 431674"/>
                <a:gd name="connsiteY15" fmla="*/ 198472 h 415071"/>
                <a:gd name="connsiteX16" fmla="*/ 431082 w 431674"/>
                <a:gd name="connsiteY16" fmla="*/ 174121 h 415071"/>
                <a:gd name="connsiteX17" fmla="*/ 437170 w 431674"/>
                <a:gd name="connsiteY17" fmla="*/ 179102 h 415071"/>
                <a:gd name="connsiteX18" fmla="*/ 112307 w 431674"/>
                <a:gd name="connsiteY18" fmla="*/ 204560 h 415071"/>
                <a:gd name="connsiteX19" fmla="*/ 123375 w 431674"/>
                <a:gd name="connsiteY19" fmla="*/ 203453 h 415071"/>
                <a:gd name="connsiteX20" fmla="*/ 328144 w 431674"/>
                <a:gd name="connsiteY20" fmla="*/ 85019 h 415071"/>
                <a:gd name="connsiteX21" fmla="*/ 355262 w 431674"/>
                <a:gd name="connsiteY21" fmla="*/ 31890 h 415071"/>
                <a:gd name="connsiteX22" fmla="*/ 339213 w 431674"/>
                <a:gd name="connsiteY22" fmla="*/ 8646 h 415071"/>
                <a:gd name="connsiteX23" fmla="*/ 313755 w 431674"/>
                <a:gd name="connsiteY23" fmla="*/ 11413 h 415071"/>
                <a:gd name="connsiteX24" fmla="*/ 253431 w 431674"/>
                <a:gd name="connsiteY24" fmla="*/ 47940 h 415071"/>
                <a:gd name="connsiteX25" fmla="*/ 174291 w 431674"/>
                <a:gd name="connsiteY25" fmla="*/ 125420 h 415071"/>
                <a:gd name="connsiteX26" fmla="*/ 112307 w 431674"/>
                <a:gd name="connsiteY26" fmla="*/ 204560 h 41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31674" h="415071">
                  <a:moveTo>
                    <a:pt x="437170" y="179102"/>
                  </a:moveTo>
                  <a:cubicBezTo>
                    <a:pt x="432189" y="185743"/>
                    <a:pt x="428315" y="192938"/>
                    <a:pt x="422781" y="199579"/>
                  </a:cubicBezTo>
                  <a:cubicBezTo>
                    <a:pt x="372418" y="258242"/>
                    <a:pt x="319289" y="313585"/>
                    <a:pt x="256752" y="359520"/>
                  </a:cubicBezTo>
                  <a:cubicBezTo>
                    <a:pt x="215245" y="389959"/>
                    <a:pt x="172077" y="416523"/>
                    <a:pt x="117841" y="417077"/>
                  </a:cubicBezTo>
                  <a:cubicBezTo>
                    <a:pt x="57517" y="418184"/>
                    <a:pt x="4388" y="365608"/>
                    <a:pt x="514" y="305284"/>
                  </a:cubicBezTo>
                  <a:cubicBezTo>
                    <a:pt x="-4467" y="230018"/>
                    <a:pt x="27079" y="172461"/>
                    <a:pt x="80761" y="124866"/>
                  </a:cubicBezTo>
                  <a:cubicBezTo>
                    <a:pt x="146066" y="66756"/>
                    <a:pt x="219118" y="21928"/>
                    <a:pt x="306007" y="3112"/>
                  </a:cubicBezTo>
                  <a:cubicBezTo>
                    <a:pt x="320950" y="-209"/>
                    <a:pt x="337552" y="-1316"/>
                    <a:pt x="352495" y="2005"/>
                  </a:cubicBezTo>
                  <a:cubicBezTo>
                    <a:pt x="398430" y="11967"/>
                    <a:pt x="411712" y="67863"/>
                    <a:pt x="377953" y="106050"/>
                  </a:cubicBezTo>
                  <a:cubicBezTo>
                    <a:pt x="351941" y="135935"/>
                    <a:pt x="317629" y="153091"/>
                    <a:pt x="281103" y="165820"/>
                  </a:cubicBezTo>
                  <a:cubicBezTo>
                    <a:pt x="226313" y="184636"/>
                    <a:pt x="170417" y="199579"/>
                    <a:pt x="115074" y="216735"/>
                  </a:cubicBezTo>
                  <a:cubicBezTo>
                    <a:pt x="110647" y="218396"/>
                    <a:pt x="104559" y="220056"/>
                    <a:pt x="102345" y="223930"/>
                  </a:cubicBezTo>
                  <a:cubicBezTo>
                    <a:pt x="82422" y="257689"/>
                    <a:pt x="63605" y="292555"/>
                    <a:pt x="59178" y="332955"/>
                  </a:cubicBezTo>
                  <a:cubicBezTo>
                    <a:pt x="53643" y="382764"/>
                    <a:pt x="75227" y="406008"/>
                    <a:pt x="125036" y="405455"/>
                  </a:cubicBezTo>
                  <a:cubicBezTo>
                    <a:pt x="169310" y="404901"/>
                    <a:pt x="204729" y="383318"/>
                    <a:pt x="239042" y="358967"/>
                  </a:cubicBezTo>
                  <a:cubicBezTo>
                    <a:pt x="302686" y="313585"/>
                    <a:pt x="356922" y="258242"/>
                    <a:pt x="407284" y="198472"/>
                  </a:cubicBezTo>
                  <a:cubicBezTo>
                    <a:pt x="414479" y="189617"/>
                    <a:pt x="423334" y="182423"/>
                    <a:pt x="431082" y="174121"/>
                  </a:cubicBezTo>
                  <a:cubicBezTo>
                    <a:pt x="432742" y="175228"/>
                    <a:pt x="434956" y="177442"/>
                    <a:pt x="437170" y="179102"/>
                  </a:cubicBezTo>
                  <a:close/>
                  <a:moveTo>
                    <a:pt x="112307" y="204560"/>
                  </a:moveTo>
                  <a:cubicBezTo>
                    <a:pt x="119501" y="204006"/>
                    <a:pt x="121715" y="204006"/>
                    <a:pt x="123375" y="203453"/>
                  </a:cubicBezTo>
                  <a:cubicBezTo>
                    <a:pt x="200302" y="179102"/>
                    <a:pt x="272248" y="145343"/>
                    <a:pt x="328144" y="85019"/>
                  </a:cubicBezTo>
                  <a:cubicBezTo>
                    <a:pt x="341427" y="71184"/>
                    <a:pt x="348068" y="50153"/>
                    <a:pt x="355262" y="31890"/>
                  </a:cubicBezTo>
                  <a:cubicBezTo>
                    <a:pt x="360243" y="19161"/>
                    <a:pt x="351941" y="10306"/>
                    <a:pt x="339213" y="8646"/>
                  </a:cubicBezTo>
                  <a:cubicBezTo>
                    <a:pt x="330911" y="7539"/>
                    <a:pt x="320950" y="7539"/>
                    <a:pt x="313755" y="11413"/>
                  </a:cubicBezTo>
                  <a:cubicBezTo>
                    <a:pt x="292725" y="22482"/>
                    <a:pt x="271141" y="32997"/>
                    <a:pt x="253431" y="47940"/>
                  </a:cubicBezTo>
                  <a:cubicBezTo>
                    <a:pt x="225206" y="71737"/>
                    <a:pt x="198642" y="97748"/>
                    <a:pt x="174291" y="125420"/>
                  </a:cubicBezTo>
                  <a:cubicBezTo>
                    <a:pt x="152707" y="149217"/>
                    <a:pt x="134444" y="175782"/>
                    <a:pt x="112307" y="204560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007D3DC-D2A3-432F-981A-384AC24DA6D0}"/>
                </a:ext>
              </a:extLst>
            </p:cNvPr>
            <p:cNvSpPr/>
            <p:nvPr/>
          </p:nvSpPr>
          <p:spPr>
            <a:xfrm>
              <a:off x="9545895" y="6310723"/>
              <a:ext cx="255627" cy="222930"/>
            </a:xfrm>
            <a:custGeom>
              <a:avLst/>
              <a:gdLst>
                <a:gd name="connsiteX0" fmla="*/ 293904 w 475948"/>
                <a:gd name="connsiteY0" fmla="*/ 270322 h 415071"/>
                <a:gd name="connsiteX1" fmla="*/ 345926 w 475948"/>
                <a:gd name="connsiteY1" fmla="*/ 270322 h 415071"/>
                <a:gd name="connsiteX2" fmla="*/ 458826 w 475948"/>
                <a:gd name="connsiteY2" fmla="*/ 173472 h 415071"/>
                <a:gd name="connsiteX3" fmla="*/ 474875 w 475948"/>
                <a:gd name="connsiteY3" fmla="*/ 149674 h 415071"/>
                <a:gd name="connsiteX4" fmla="*/ 452185 w 475948"/>
                <a:gd name="connsiteY4" fmla="*/ 202250 h 415071"/>
                <a:gd name="connsiteX5" fmla="*/ 287816 w 475948"/>
                <a:gd name="connsiteY5" fmla="*/ 279177 h 415071"/>
                <a:gd name="connsiteX6" fmla="*/ 228599 w 475948"/>
                <a:gd name="connsiteY6" fmla="*/ 352783 h 415071"/>
                <a:gd name="connsiteX7" fmla="*/ 131196 w 475948"/>
                <a:gd name="connsiteY7" fmla="*/ 415320 h 415071"/>
                <a:gd name="connsiteX8" fmla="*/ 7781 w 475948"/>
                <a:gd name="connsiteY8" fmla="*/ 340607 h 415071"/>
                <a:gd name="connsiteX9" fmla="*/ 39880 w 475948"/>
                <a:gd name="connsiteY9" fmla="*/ 176239 h 415071"/>
                <a:gd name="connsiteX10" fmla="*/ 255164 w 475948"/>
                <a:gd name="connsiteY10" fmla="*/ 11317 h 415071"/>
                <a:gd name="connsiteX11" fmla="*/ 307740 w 475948"/>
                <a:gd name="connsiteY11" fmla="*/ 249 h 415071"/>
                <a:gd name="connsiteX12" fmla="*/ 370831 w 475948"/>
                <a:gd name="connsiteY12" fmla="*/ 54485 h 415071"/>
                <a:gd name="connsiteX13" fmla="*/ 323235 w 475948"/>
                <a:gd name="connsiteY13" fmla="*/ 223280 h 415071"/>
                <a:gd name="connsiteX14" fmla="*/ 293904 w 475948"/>
                <a:gd name="connsiteY14" fmla="*/ 270322 h 415071"/>
                <a:gd name="connsiteX15" fmla="*/ 274534 w 475948"/>
                <a:gd name="connsiteY15" fmla="*/ 274196 h 415071"/>
                <a:gd name="connsiteX16" fmla="*/ 257378 w 475948"/>
                <a:gd name="connsiteY16" fmla="*/ 229922 h 415071"/>
                <a:gd name="connsiteX17" fmla="*/ 297778 w 475948"/>
                <a:gd name="connsiteY17" fmla="*/ 126984 h 415071"/>
                <a:gd name="connsiteX18" fmla="*/ 354781 w 475948"/>
                <a:gd name="connsiteY18" fmla="*/ 116469 h 415071"/>
                <a:gd name="connsiteX19" fmla="*/ 359762 w 475948"/>
                <a:gd name="connsiteY19" fmla="*/ 52271 h 415071"/>
                <a:gd name="connsiteX20" fmla="*/ 316041 w 475948"/>
                <a:gd name="connsiteY20" fmla="*/ 11317 h 415071"/>
                <a:gd name="connsiteX21" fmla="*/ 266786 w 475948"/>
                <a:gd name="connsiteY21" fmla="*/ 24046 h 415071"/>
                <a:gd name="connsiteX22" fmla="*/ 188199 w 475948"/>
                <a:gd name="connsiteY22" fmla="*/ 93778 h 415071"/>
                <a:gd name="connsiteX23" fmla="*/ 76960 w 475948"/>
                <a:gd name="connsiteY23" fmla="*/ 281944 h 415071"/>
                <a:gd name="connsiteX24" fmla="*/ 64231 w 475948"/>
                <a:gd name="connsiteY24" fmla="*/ 370493 h 415071"/>
                <a:gd name="connsiteX25" fmla="*/ 108505 w 475948"/>
                <a:gd name="connsiteY25" fmla="*/ 405359 h 415071"/>
                <a:gd name="connsiteX26" fmla="*/ 165508 w 475948"/>
                <a:gd name="connsiteY26" fmla="*/ 385989 h 415071"/>
                <a:gd name="connsiteX27" fmla="*/ 274534 w 475948"/>
                <a:gd name="connsiteY27" fmla="*/ 274196 h 415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5948" h="415071">
                  <a:moveTo>
                    <a:pt x="293904" y="270322"/>
                  </a:moveTo>
                  <a:cubicBezTo>
                    <a:pt x="312167" y="278623"/>
                    <a:pt x="329323" y="277517"/>
                    <a:pt x="345926" y="270322"/>
                  </a:cubicBezTo>
                  <a:cubicBezTo>
                    <a:pt x="393521" y="249845"/>
                    <a:pt x="430601" y="216086"/>
                    <a:pt x="458826" y="173472"/>
                  </a:cubicBezTo>
                  <a:cubicBezTo>
                    <a:pt x="463807" y="166277"/>
                    <a:pt x="468788" y="158529"/>
                    <a:pt x="474875" y="149674"/>
                  </a:cubicBezTo>
                  <a:cubicBezTo>
                    <a:pt x="481516" y="166277"/>
                    <a:pt x="480409" y="170705"/>
                    <a:pt x="452185" y="202250"/>
                  </a:cubicBezTo>
                  <a:cubicBezTo>
                    <a:pt x="408464" y="250952"/>
                    <a:pt x="362529" y="296333"/>
                    <a:pt x="287816" y="279177"/>
                  </a:cubicBezTo>
                  <a:cubicBezTo>
                    <a:pt x="268446" y="303528"/>
                    <a:pt x="249076" y="328986"/>
                    <a:pt x="228599" y="352783"/>
                  </a:cubicBezTo>
                  <a:cubicBezTo>
                    <a:pt x="202035" y="382668"/>
                    <a:pt x="170489" y="405359"/>
                    <a:pt x="131196" y="415320"/>
                  </a:cubicBezTo>
                  <a:cubicBezTo>
                    <a:pt x="78066" y="429156"/>
                    <a:pt x="24937" y="397611"/>
                    <a:pt x="7781" y="340607"/>
                  </a:cubicBezTo>
                  <a:cubicBezTo>
                    <a:pt x="-9929" y="280837"/>
                    <a:pt x="3354" y="225494"/>
                    <a:pt x="39880" y="176239"/>
                  </a:cubicBezTo>
                  <a:cubicBezTo>
                    <a:pt x="95776" y="100973"/>
                    <a:pt x="168829" y="46737"/>
                    <a:pt x="255164" y="11317"/>
                  </a:cubicBezTo>
                  <a:cubicBezTo>
                    <a:pt x="271213" y="4676"/>
                    <a:pt x="290030" y="1909"/>
                    <a:pt x="307740" y="249"/>
                  </a:cubicBezTo>
                  <a:cubicBezTo>
                    <a:pt x="344266" y="-2519"/>
                    <a:pt x="366403" y="17958"/>
                    <a:pt x="370831" y="54485"/>
                  </a:cubicBezTo>
                  <a:cubicBezTo>
                    <a:pt x="378578" y="117576"/>
                    <a:pt x="353121" y="170705"/>
                    <a:pt x="323235" y="223280"/>
                  </a:cubicBezTo>
                  <a:cubicBezTo>
                    <a:pt x="313274" y="239330"/>
                    <a:pt x="303865" y="254273"/>
                    <a:pt x="293904" y="270322"/>
                  </a:cubicBezTo>
                  <a:close/>
                  <a:moveTo>
                    <a:pt x="274534" y="274196"/>
                  </a:moveTo>
                  <a:cubicBezTo>
                    <a:pt x="267893" y="257040"/>
                    <a:pt x="259038" y="244311"/>
                    <a:pt x="257378" y="229922"/>
                  </a:cubicBezTo>
                  <a:cubicBezTo>
                    <a:pt x="251843" y="188968"/>
                    <a:pt x="270106" y="155762"/>
                    <a:pt x="297778" y="126984"/>
                  </a:cubicBezTo>
                  <a:cubicBezTo>
                    <a:pt x="316041" y="108167"/>
                    <a:pt x="327663" y="105400"/>
                    <a:pt x="354781" y="116469"/>
                  </a:cubicBezTo>
                  <a:cubicBezTo>
                    <a:pt x="356995" y="94332"/>
                    <a:pt x="360869" y="73301"/>
                    <a:pt x="359762" y="52271"/>
                  </a:cubicBezTo>
                  <a:cubicBezTo>
                    <a:pt x="359208" y="28474"/>
                    <a:pt x="339838" y="10764"/>
                    <a:pt x="316041" y="11317"/>
                  </a:cubicBezTo>
                  <a:cubicBezTo>
                    <a:pt x="299438" y="11871"/>
                    <a:pt x="279515" y="14638"/>
                    <a:pt x="266786" y="24046"/>
                  </a:cubicBezTo>
                  <a:cubicBezTo>
                    <a:pt x="238561" y="44523"/>
                    <a:pt x="210889" y="67214"/>
                    <a:pt x="188199" y="93778"/>
                  </a:cubicBezTo>
                  <a:cubicBezTo>
                    <a:pt x="139497" y="149121"/>
                    <a:pt x="101311" y="212212"/>
                    <a:pt x="76960" y="281944"/>
                  </a:cubicBezTo>
                  <a:cubicBezTo>
                    <a:pt x="66998" y="309616"/>
                    <a:pt x="64231" y="340607"/>
                    <a:pt x="64231" y="370493"/>
                  </a:cubicBezTo>
                  <a:cubicBezTo>
                    <a:pt x="64231" y="398164"/>
                    <a:pt x="81941" y="410340"/>
                    <a:pt x="108505" y="405359"/>
                  </a:cubicBezTo>
                  <a:cubicBezTo>
                    <a:pt x="127875" y="401485"/>
                    <a:pt x="148352" y="395950"/>
                    <a:pt x="165508" y="385989"/>
                  </a:cubicBezTo>
                  <a:cubicBezTo>
                    <a:pt x="214763" y="359424"/>
                    <a:pt x="243542" y="312936"/>
                    <a:pt x="274534" y="274196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25179F0-A3D1-421F-B293-6473AE211256}"/>
                </a:ext>
              </a:extLst>
            </p:cNvPr>
            <p:cNvSpPr/>
            <p:nvPr/>
          </p:nvSpPr>
          <p:spPr>
            <a:xfrm>
              <a:off x="9004283" y="6487394"/>
              <a:ext cx="151593" cy="127813"/>
            </a:xfrm>
            <a:custGeom>
              <a:avLst/>
              <a:gdLst>
                <a:gd name="connsiteX0" fmla="*/ 74821 w 282248"/>
                <a:gd name="connsiteY0" fmla="*/ 44 h 237974"/>
                <a:gd name="connsiteX1" fmla="*/ 198789 w 282248"/>
                <a:gd name="connsiteY1" fmla="*/ 75310 h 237974"/>
                <a:gd name="connsiteX2" fmla="*/ 276269 w 282248"/>
                <a:gd name="connsiteY2" fmla="*/ 209240 h 237974"/>
                <a:gd name="connsiteX3" fmla="*/ 284570 w 282248"/>
                <a:gd name="connsiteY3" fmla="*/ 242999 h 237974"/>
                <a:gd name="connsiteX4" fmla="*/ 253025 w 282248"/>
                <a:gd name="connsiteY4" fmla="*/ 239679 h 237974"/>
                <a:gd name="connsiteX5" fmla="*/ 134038 w 282248"/>
                <a:gd name="connsiteY5" fmla="*/ 226396 h 237974"/>
                <a:gd name="connsiteX6" fmla="*/ 78141 w 282248"/>
                <a:gd name="connsiteY6" fmla="*/ 195958 h 237974"/>
                <a:gd name="connsiteX7" fmla="*/ 5642 w 282248"/>
                <a:gd name="connsiteY7" fmla="*/ 90806 h 237974"/>
                <a:gd name="connsiteX8" fmla="*/ 65966 w 282248"/>
                <a:gd name="connsiteY8" fmla="*/ 44 h 237974"/>
                <a:gd name="connsiteX9" fmla="*/ 74821 w 282248"/>
                <a:gd name="connsiteY9" fmla="*/ 44 h 23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2248" h="237974">
                  <a:moveTo>
                    <a:pt x="74821" y="44"/>
                  </a:moveTo>
                  <a:cubicBezTo>
                    <a:pt x="130717" y="1151"/>
                    <a:pt x="169457" y="32696"/>
                    <a:pt x="198789" y="75310"/>
                  </a:cubicBezTo>
                  <a:cubicBezTo>
                    <a:pt x="227567" y="117925"/>
                    <a:pt x="251365" y="163859"/>
                    <a:pt x="276269" y="209240"/>
                  </a:cubicBezTo>
                  <a:cubicBezTo>
                    <a:pt x="281803" y="219202"/>
                    <a:pt x="281803" y="231377"/>
                    <a:pt x="284570" y="242999"/>
                  </a:cubicBezTo>
                  <a:cubicBezTo>
                    <a:pt x="274055" y="241893"/>
                    <a:pt x="263540" y="241339"/>
                    <a:pt x="253025" y="239679"/>
                  </a:cubicBezTo>
                  <a:cubicBezTo>
                    <a:pt x="213178" y="235252"/>
                    <a:pt x="173885" y="230271"/>
                    <a:pt x="134038" y="226396"/>
                  </a:cubicBezTo>
                  <a:cubicBezTo>
                    <a:pt x="110794" y="224183"/>
                    <a:pt x="93084" y="215328"/>
                    <a:pt x="78141" y="195958"/>
                  </a:cubicBezTo>
                  <a:cubicBezTo>
                    <a:pt x="52130" y="162199"/>
                    <a:pt x="23352" y="130653"/>
                    <a:pt x="5642" y="90806"/>
                  </a:cubicBezTo>
                  <a:cubicBezTo>
                    <a:pt x="-14835" y="43765"/>
                    <a:pt x="23905" y="-1616"/>
                    <a:pt x="65966" y="44"/>
                  </a:cubicBezTo>
                  <a:cubicBezTo>
                    <a:pt x="68733" y="44"/>
                    <a:pt x="71500" y="44"/>
                    <a:pt x="74821" y="44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F7B789A-1B22-4C6C-B398-132E1E36B903}"/>
                </a:ext>
              </a:extLst>
            </p:cNvPr>
            <p:cNvSpPr/>
            <p:nvPr/>
          </p:nvSpPr>
          <p:spPr>
            <a:xfrm>
              <a:off x="9393195" y="5880987"/>
              <a:ext cx="202124" cy="109979"/>
            </a:xfrm>
            <a:custGeom>
              <a:avLst/>
              <a:gdLst>
                <a:gd name="connsiteX0" fmla="*/ 381193 w 376331"/>
                <a:gd name="connsiteY0" fmla="*/ 140682 h 204768"/>
                <a:gd name="connsiteX1" fmla="*/ 315335 w 376331"/>
                <a:gd name="connsiteY1" fmla="*/ 158392 h 204768"/>
                <a:gd name="connsiteX2" fmla="*/ 179191 w 376331"/>
                <a:gd name="connsiteY2" fmla="*/ 199899 h 204768"/>
                <a:gd name="connsiteX3" fmla="*/ 43048 w 376331"/>
                <a:gd name="connsiteY3" fmla="*/ 182743 h 204768"/>
                <a:gd name="connsiteX4" fmla="*/ 9842 w 376331"/>
                <a:gd name="connsiteY4" fmla="*/ 62649 h 204768"/>
                <a:gd name="connsiteX5" fmla="*/ 109459 w 376331"/>
                <a:gd name="connsiteY5" fmla="*/ 665 h 204768"/>
                <a:gd name="connsiteX6" fmla="*/ 143772 w 376331"/>
                <a:gd name="connsiteY6" fmla="*/ 18928 h 204768"/>
                <a:gd name="connsiteX7" fmla="*/ 191367 w 376331"/>
                <a:gd name="connsiteY7" fmla="*/ 73717 h 204768"/>
                <a:gd name="connsiteX8" fmla="*/ 225126 w 376331"/>
                <a:gd name="connsiteY8" fmla="*/ 110797 h 204768"/>
                <a:gd name="connsiteX9" fmla="*/ 254458 w 376331"/>
                <a:gd name="connsiteY9" fmla="*/ 122419 h 204768"/>
                <a:gd name="connsiteX10" fmla="*/ 380639 w 376331"/>
                <a:gd name="connsiteY10" fmla="*/ 134595 h 204768"/>
                <a:gd name="connsiteX11" fmla="*/ 381193 w 376331"/>
                <a:gd name="connsiteY11" fmla="*/ 140682 h 204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6331" h="204768">
                  <a:moveTo>
                    <a:pt x="381193" y="140682"/>
                  </a:moveTo>
                  <a:cubicBezTo>
                    <a:pt x="359056" y="146770"/>
                    <a:pt x="337472" y="152304"/>
                    <a:pt x="315335" y="158392"/>
                  </a:cubicBezTo>
                  <a:cubicBezTo>
                    <a:pt x="269954" y="172228"/>
                    <a:pt x="225126" y="187170"/>
                    <a:pt x="179191" y="199899"/>
                  </a:cubicBezTo>
                  <a:cubicBezTo>
                    <a:pt x="132150" y="212628"/>
                    <a:pt x="85662" y="213735"/>
                    <a:pt x="43048" y="182743"/>
                  </a:cubicBezTo>
                  <a:cubicBezTo>
                    <a:pt x="-2333" y="150644"/>
                    <a:pt x="-8974" y="119652"/>
                    <a:pt x="9842" y="62649"/>
                  </a:cubicBezTo>
                  <a:cubicBezTo>
                    <a:pt x="24231" y="18928"/>
                    <a:pt x="63525" y="-4316"/>
                    <a:pt x="109459" y="665"/>
                  </a:cubicBezTo>
                  <a:cubicBezTo>
                    <a:pt x="121635" y="1772"/>
                    <a:pt x="134364" y="10073"/>
                    <a:pt x="143772" y="18928"/>
                  </a:cubicBezTo>
                  <a:cubicBezTo>
                    <a:pt x="160928" y="36084"/>
                    <a:pt x="175871" y="55454"/>
                    <a:pt x="191367" y="73717"/>
                  </a:cubicBezTo>
                  <a:cubicBezTo>
                    <a:pt x="202436" y="86446"/>
                    <a:pt x="212397" y="100282"/>
                    <a:pt x="225126" y="110797"/>
                  </a:cubicBezTo>
                  <a:cubicBezTo>
                    <a:pt x="232874" y="117438"/>
                    <a:pt x="244496" y="121312"/>
                    <a:pt x="254458" y="122419"/>
                  </a:cubicBezTo>
                  <a:cubicBezTo>
                    <a:pt x="296519" y="127400"/>
                    <a:pt x="338579" y="130720"/>
                    <a:pt x="380639" y="134595"/>
                  </a:cubicBezTo>
                  <a:cubicBezTo>
                    <a:pt x="380639" y="137362"/>
                    <a:pt x="381193" y="139022"/>
                    <a:pt x="381193" y="140682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BAFD1B-969F-4E69-93AF-74C8FD524AF5}"/>
                </a:ext>
              </a:extLst>
            </p:cNvPr>
            <p:cNvSpPr/>
            <p:nvPr/>
          </p:nvSpPr>
          <p:spPr>
            <a:xfrm>
              <a:off x="9781415" y="6008508"/>
              <a:ext cx="151593" cy="112951"/>
            </a:xfrm>
            <a:custGeom>
              <a:avLst/>
              <a:gdLst>
                <a:gd name="connsiteX0" fmla="*/ 160885 w 282248"/>
                <a:gd name="connsiteY0" fmla="*/ 142889 h 210303"/>
                <a:gd name="connsiteX1" fmla="*/ 268803 w 282248"/>
                <a:gd name="connsiteY1" fmla="*/ 163919 h 210303"/>
                <a:gd name="connsiteX2" fmla="*/ 230617 w 282248"/>
                <a:gd name="connsiteY2" fmla="*/ 174988 h 210303"/>
                <a:gd name="connsiteX3" fmla="*/ 124359 w 282248"/>
                <a:gd name="connsiteY3" fmla="*/ 207087 h 210303"/>
                <a:gd name="connsiteX4" fmla="*/ 21421 w 282248"/>
                <a:gd name="connsiteY4" fmla="*/ 188823 h 210303"/>
                <a:gd name="connsiteX5" fmla="*/ 1497 w 282248"/>
                <a:gd name="connsiteY5" fmla="*/ 140675 h 210303"/>
                <a:gd name="connsiteX6" fmla="*/ 5371 w 282248"/>
                <a:gd name="connsiteY6" fmla="*/ 118538 h 210303"/>
                <a:gd name="connsiteX7" fmla="*/ 111076 w 282248"/>
                <a:gd name="connsiteY7" fmla="*/ 82565 h 210303"/>
                <a:gd name="connsiteX8" fmla="*/ 109969 w 282248"/>
                <a:gd name="connsiteY8" fmla="*/ 68176 h 210303"/>
                <a:gd name="connsiteX9" fmla="*/ 114397 w 282248"/>
                <a:gd name="connsiteY9" fmla="*/ 15047 h 210303"/>
                <a:gd name="connsiteX10" fmla="*/ 174167 w 282248"/>
                <a:gd name="connsiteY10" fmla="*/ 3425 h 210303"/>
                <a:gd name="connsiteX11" fmla="*/ 236151 w 282248"/>
                <a:gd name="connsiteY11" fmla="*/ 51573 h 210303"/>
                <a:gd name="connsiteX12" fmla="*/ 282086 w 282248"/>
                <a:gd name="connsiteY12" fmla="*/ 135141 h 210303"/>
                <a:gd name="connsiteX13" fmla="*/ 284299 w 282248"/>
                <a:gd name="connsiteY13" fmla="*/ 154511 h 210303"/>
                <a:gd name="connsiteX14" fmla="*/ 266590 w 282248"/>
                <a:gd name="connsiteY14" fmla="*/ 154511 h 210303"/>
                <a:gd name="connsiteX15" fmla="*/ 160885 w 282248"/>
                <a:gd name="connsiteY15" fmla="*/ 142889 h 21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2248" h="210303">
                  <a:moveTo>
                    <a:pt x="160885" y="142889"/>
                  </a:moveTo>
                  <a:cubicBezTo>
                    <a:pt x="192984" y="161705"/>
                    <a:pt x="231170" y="152297"/>
                    <a:pt x="268803" y="163919"/>
                  </a:cubicBezTo>
                  <a:cubicBezTo>
                    <a:pt x="253861" y="168347"/>
                    <a:pt x="242239" y="171667"/>
                    <a:pt x="230617" y="174988"/>
                  </a:cubicBezTo>
                  <a:cubicBezTo>
                    <a:pt x="195197" y="185503"/>
                    <a:pt x="159778" y="196571"/>
                    <a:pt x="124359" y="207087"/>
                  </a:cubicBezTo>
                  <a:cubicBezTo>
                    <a:pt x="87279" y="218155"/>
                    <a:pt x="52413" y="214281"/>
                    <a:pt x="21421" y="188823"/>
                  </a:cubicBezTo>
                  <a:cubicBezTo>
                    <a:pt x="6478" y="176648"/>
                    <a:pt x="-4037" y="162259"/>
                    <a:pt x="1497" y="140675"/>
                  </a:cubicBezTo>
                  <a:cubicBezTo>
                    <a:pt x="3711" y="133481"/>
                    <a:pt x="4264" y="125732"/>
                    <a:pt x="5371" y="118538"/>
                  </a:cubicBezTo>
                  <a:cubicBezTo>
                    <a:pt x="10352" y="77584"/>
                    <a:pt x="71229" y="44932"/>
                    <a:pt x="111076" y="82565"/>
                  </a:cubicBezTo>
                  <a:cubicBezTo>
                    <a:pt x="110523" y="76477"/>
                    <a:pt x="111629" y="71496"/>
                    <a:pt x="109969" y="68176"/>
                  </a:cubicBezTo>
                  <a:cubicBezTo>
                    <a:pt x="100561" y="49359"/>
                    <a:pt x="99454" y="30543"/>
                    <a:pt x="114397" y="15047"/>
                  </a:cubicBezTo>
                  <a:cubicBezTo>
                    <a:pt x="130999" y="-2663"/>
                    <a:pt x="152583" y="-2110"/>
                    <a:pt x="174167" y="3425"/>
                  </a:cubicBezTo>
                  <a:cubicBezTo>
                    <a:pt x="201285" y="10619"/>
                    <a:pt x="221762" y="28329"/>
                    <a:pt x="236151" y="51573"/>
                  </a:cubicBezTo>
                  <a:cubicBezTo>
                    <a:pt x="252754" y="78691"/>
                    <a:pt x="267143" y="106916"/>
                    <a:pt x="282086" y="135141"/>
                  </a:cubicBezTo>
                  <a:cubicBezTo>
                    <a:pt x="284853" y="140675"/>
                    <a:pt x="283746" y="147870"/>
                    <a:pt x="284299" y="154511"/>
                  </a:cubicBezTo>
                  <a:cubicBezTo>
                    <a:pt x="278212" y="154511"/>
                    <a:pt x="272124" y="155618"/>
                    <a:pt x="266590" y="154511"/>
                  </a:cubicBezTo>
                  <a:cubicBezTo>
                    <a:pt x="230617" y="151190"/>
                    <a:pt x="195751" y="147316"/>
                    <a:pt x="160885" y="142889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3B01746-8F99-4D52-B8D3-616564D701AE}"/>
                </a:ext>
              </a:extLst>
            </p:cNvPr>
            <p:cNvSpPr/>
            <p:nvPr/>
          </p:nvSpPr>
          <p:spPr>
            <a:xfrm>
              <a:off x="8777551" y="5976521"/>
              <a:ext cx="151593" cy="112951"/>
            </a:xfrm>
            <a:custGeom>
              <a:avLst/>
              <a:gdLst>
                <a:gd name="connsiteX0" fmla="*/ 271725 w 282248"/>
                <a:gd name="connsiteY0" fmla="*/ 158170 h 210303"/>
                <a:gd name="connsiteX1" fmla="*/ 261764 w 282248"/>
                <a:gd name="connsiteY1" fmla="*/ 166471 h 210303"/>
                <a:gd name="connsiteX2" fmla="*/ 111784 w 282248"/>
                <a:gd name="connsiteY2" fmla="*/ 209639 h 210303"/>
                <a:gd name="connsiteX3" fmla="*/ 18255 w 282248"/>
                <a:gd name="connsiteY3" fmla="*/ 185841 h 210303"/>
                <a:gd name="connsiteX4" fmla="*/ 43712 w 282248"/>
                <a:gd name="connsiteY4" fmla="*/ 70175 h 210303"/>
                <a:gd name="connsiteX5" fmla="*/ 116212 w 282248"/>
                <a:gd name="connsiteY5" fmla="*/ 88438 h 210303"/>
                <a:gd name="connsiteX6" fmla="*/ 102929 w 282248"/>
                <a:gd name="connsiteY6" fmla="*/ 61320 h 210303"/>
                <a:gd name="connsiteX7" fmla="*/ 137795 w 282248"/>
                <a:gd name="connsiteY7" fmla="*/ 996 h 210303"/>
                <a:gd name="connsiteX8" fmla="*/ 194799 w 282248"/>
                <a:gd name="connsiteY8" fmla="*/ 15939 h 210303"/>
                <a:gd name="connsiteX9" fmla="*/ 240733 w 282248"/>
                <a:gd name="connsiteY9" fmla="*/ 66854 h 210303"/>
                <a:gd name="connsiteX10" fmla="*/ 282794 w 282248"/>
                <a:gd name="connsiteY10" fmla="*/ 141014 h 210303"/>
                <a:gd name="connsiteX11" fmla="*/ 271725 w 282248"/>
                <a:gd name="connsiteY11" fmla="*/ 158170 h 210303"/>
                <a:gd name="connsiteX12" fmla="*/ 154952 w 282248"/>
                <a:gd name="connsiteY12" fmla="*/ 139353 h 210303"/>
                <a:gd name="connsiteX13" fmla="*/ 271725 w 282248"/>
                <a:gd name="connsiteY13" fmla="*/ 158170 h 21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2248" h="210303">
                  <a:moveTo>
                    <a:pt x="271725" y="158170"/>
                  </a:moveTo>
                  <a:cubicBezTo>
                    <a:pt x="268405" y="160937"/>
                    <a:pt x="265638" y="165365"/>
                    <a:pt x="261764" y="166471"/>
                  </a:cubicBezTo>
                  <a:cubicBezTo>
                    <a:pt x="211955" y="181414"/>
                    <a:pt x="162146" y="196910"/>
                    <a:pt x="111784" y="209639"/>
                  </a:cubicBezTo>
                  <a:cubicBezTo>
                    <a:pt x="77472" y="218494"/>
                    <a:pt x="47033" y="209086"/>
                    <a:pt x="18255" y="185841"/>
                  </a:cubicBezTo>
                  <a:cubicBezTo>
                    <a:pt x="-19378" y="155956"/>
                    <a:pt x="7186" y="79030"/>
                    <a:pt x="43712" y="70175"/>
                  </a:cubicBezTo>
                  <a:cubicBezTo>
                    <a:pt x="72491" y="62980"/>
                    <a:pt x="95735" y="64641"/>
                    <a:pt x="116212" y="88438"/>
                  </a:cubicBezTo>
                  <a:cubicBezTo>
                    <a:pt x="111784" y="79583"/>
                    <a:pt x="106803" y="70728"/>
                    <a:pt x="102929" y="61320"/>
                  </a:cubicBezTo>
                  <a:cubicBezTo>
                    <a:pt x="91307" y="31988"/>
                    <a:pt x="106803" y="5977"/>
                    <a:pt x="137795" y="996"/>
                  </a:cubicBezTo>
                  <a:cubicBezTo>
                    <a:pt x="159379" y="-2324"/>
                    <a:pt x="179303" y="2656"/>
                    <a:pt x="194799" y="15939"/>
                  </a:cubicBezTo>
                  <a:cubicBezTo>
                    <a:pt x="211955" y="30881"/>
                    <a:pt x="228004" y="48038"/>
                    <a:pt x="240733" y="66854"/>
                  </a:cubicBezTo>
                  <a:cubicBezTo>
                    <a:pt x="256783" y="90098"/>
                    <a:pt x="268958" y="116109"/>
                    <a:pt x="282794" y="141014"/>
                  </a:cubicBezTo>
                  <a:cubicBezTo>
                    <a:pt x="289435" y="153189"/>
                    <a:pt x="286668" y="159830"/>
                    <a:pt x="271725" y="158170"/>
                  </a:cubicBezTo>
                  <a:cubicBezTo>
                    <a:pt x="232432" y="152082"/>
                    <a:pt x="193692" y="145995"/>
                    <a:pt x="154952" y="139353"/>
                  </a:cubicBezTo>
                  <a:cubicBezTo>
                    <a:pt x="192031" y="158723"/>
                    <a:pt x="232432" y="157063"/>
                    <a:pt x="271725" y="158170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60ED6E-0A7B-4D11-910E-1734ED91DEDE}"/>
                </a:ext>
              </a:extLst>
            </p:cNvPr>
            <p:cNvSpPr/>
            <p:nvPr/>
          </p:nvSpPr>
          <p:spPr>
            <a:xfrm>
              <a:off x="10295719" y="5910303"/>
              <a:ext cx="151593" cy="112951"/>
            </a:xfrm>
            <a:custGeom>
              <a:avLst/>
              <a:gdLst>
                <a:gd name="connsiteX0" fmla="*/ 152990 w 282248"/>
                <a:gd name="connsiteY0" fmla="*/ 142549 h 210303"/>
                <a:gd name="connsiteX1" fmla="*/ 267550 w 282248"/>
                <a:gd name="connsiteY1" fmla="*/ 163579 h 210303"/>
                <a:gd name="connsiteX2" fmla="*/ 248733 w 282248"/>
                <a:gd name="connsiteY2" fmla="*/ 170220 h 210303"/>
                <a:gd name="connsiteX3" fmla="*/ 137494 w 282248"/>
                <a:gd name="connsiteY3" fmla="*/ 203426 h 210303"/>
                <a:gd name="connsiteX4" fmla="*/ 25148 w 282248"/>
                <a:gd name="connsiteY4" fmla="*/ 191804 h 210303"/>
                <a:gd name="connsiteX5" fmla="*/ 1350 w 282248"/>
                <a:gd name="connsiteY5" fmla="*/ 127606 h 210303"/>
                <a:gd name="connsiteX6" fmla="*/ 47285 w 282248"/>
                <a:gd name="connsiteY6" fmla="*/ 70603 h 210303"/>
                <a:gd name="connsiteX7" fmla="*/ 112036 w 282248"/>
                <a:gd name="connsiteY7" fmla="*/ 90527 h 210303"/>
                <a:gd name="connsiteX8" fmla="*/ 121998 w 282248"/>
                <a:gd name="connsiteY8" fmla="*/ 99382 h 210303"/>
                <a:gd name="connsiteX9" fmla="*/ 107609 w 282248"/>
                <a:gd name="connsiteY9" fmla="*/ 67283 h 210303"/>
                <a:gd name="connsiteX10" fmla="*/ 115910 w 282248"/>
                <a:gd name="connsiteY10" fmla="*/ 13047 h 210303"/>
                <a:gd name="connsiteX11" fmla="*/ 171253 w 282248"/>
                <a:gd name="connsiteY11" fmla="*/ 3638 h 210303"/>
                <a:gd name="connsiteX12" fmla="*/ 228256 w 282248"/>
                <a:gd name="connsiteY12" fmla="*/ 46806 h 210303"/>
                <a:gd name="connsiteX13" fmla="*/ 281385 w 282248"/>
                <a:gd name="connsiteY13" fmla="*/ 142549 h 210303"/>
                <a:gd name="connsiteX14" fmla="*/ 286366 w 282248"/>
                <a:gd name="connsiteY14" fmla="*/ 159152 h 210303"/>
                <a:gd name="connsiteX15" fmla="*/ 220508 w 282248"/>
                <a:gd name="connsiteY15" fmla="*/ 150297 h 210303"/>
                <a:gd name="connsiteX16" fmla="*/ 152990 w 282248"/>
                <a:gd name="connsiteY16" fmla="*/ 142549 h 21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2248" h="210303">
                  <a:moveTo>
                    <a:pt x="152990" y="142549"/>
                  </a:moveTo>
                  <a:cubicBezTo>
                    <a:pt x="190623" y="164133"/>
                    <a:pt x="229363" y="151957"/>
                    <a:pt x="267550" y="163579"/>
                  </a:cubicBezTo>
                  <a:cubicBezTo>
                    <a:pt x="259248" y="166347"/>
                    <a:pt x="254267" y="168560"/>
                    <a:pt x="248733" y="170220"/>
                  </a:cubicBezTo>
                  <a:cubicBezTo>
                    <a:pt x="211653" y="181289"/>
                    <a:pt x="174574" y="191804"/>
                    <a:pt x="137494" y="203426"/>
                  </a:cubicBezTo>
                  <a:cubicBezTo>
                    <a:pt x="98200" y="215602"/>
                    <a:pt x="60567" y="218369"/>
                    <a:pt x="25148" y="191804"/>
                  </a:cubicBezTo>
                  <a:cubicBezTo>
                    <a:pt x="3011" y="174648"/>
                    <a:pt x="-3077" y="153618"/>
                    <a:pt x="1350" y="127606"/>
                  </a:cubicBezTo>
                  <a:cubicBezTo>
                    <a:pt x="6331" y="100488"/>
                    <a:pt x="18507" y="78905"/>
                    <a:pt x="47285" y="70603"/>
                  </a:cubicBezTo>
                  <a:cubicBezTo>
                    <a:pt x="73849" y="62855"/>
                    <a:pt x="96540" y="65069"/>
                    <a:pt x="112036" y="90527"/>
                  </a:cubicBezTo>
                  <a:cubicBezTo>
                    <a:pt x="113143" y="92740"/>
                    <a:pt x="115910" y="94401"/>
                    <a:pt x="121998" y="99382"/>
                  </a:cubicBezTo>
                  <a:cubicBezTo>
                    <a:pt x="115910" y="85546"/>
                    <a:pt x="112036" y="76691"/>
                    <a:pt x="107609" y="67283"/>
                  </a:cubicBezTo>
                  <a:cubicBezTo>
                    <a:pt x="98200" y="47359"/>
                    <a:pt x="99307" y="28543"/>
                    <a:pt x="115910" y="13047"/>
                  </a:cubicBezTo>
                  <a:cubicBezTo>
                    <a:pt x="131959" y="-1896"/>
                    <a:pt x="151883" y="-2449"/>
                    <a:pt x="171253" y="3638"/>
                  </a:cubicBezTo>
                  <a:cubicBezTo>
                    <a:pt x="195051" y="10833"/>
                    <a:pt x="215527" y="25222"/>
                    <a:pt x="228256" y="46806"/>
                  </a:cubicBezTo>
                  <a:cubicBezTo>
                    <a:pt x="247073" y="78351"/>
                    <a:pt x="263676" y="110450"/>
                    <a:pt x="281385" y="142549"/>
                  </a:cubicBezTo>
                  <a:cubicBezTo>
                    <a:pt x="283599" y="146423"/>
                    <a:pt x="284152" y="151404"/>
                    <a:pt x="286366" y="159152"/>
                  </a:cubicBezTo>
                  <a:cubicBezTo>
                    <a:pt x="263122" y="155831"/>
                    <a:pt x="242092" y="153064"/>
                    <a:pt x="220508" y="150297"/>
                  </a:cubicBezTo>
                  <a:cubicBezTo>
                    <a:pt x="200031" y="147530"/>
                    <a:pt x="179001" y="145316"/>
                    <a:pt x="152990" y="142549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614AEB5-CC7B-4FCF-9F41-132E28C4F086}"/>
                </a:ext>
              </a:extLst>
            </p:cNvPr>
            <p:cNvSpPr/>
            <p:nvPr/>
          </p:nvSpPr>
          <p:spPr>
            <a:xfrm>
              <a:off x="9391080" y="6526110"/>
              <a:ext cx="151593" cy="112951"/>
            </a:xfrm>
            <a:custGeom>
              <a:avLst/>
              <a:gdLst>
                <a:gd name="connsiteX0" fmla="*/ 116165 w 282248"/>
                <a:gd name="connsiteY0" fmla="*/ 86239 h 210303"/>
                <a:gd name="connsiteX1" fmla="*/ 105096 w 282248"/>
                <a:gd name="connsiteY1" fmla="*/ 61335 h 210303"/>
                <a:gd name="connsiteX2" fmla="*/ 154905 w 282248"/>
                <a:gd name="connsiteY2" fmla="*/ 458 h 210303"/>
                <a:gd name="connsiteX3" fmla="*/ 225191 w 282248"/>
                <a:gd name="connsiteY3" fmla="*/ 44179 h 210303"/>
                <a:gd name="connsiteX4" fmla="*/ 283854 w 282248"/>
                <a:gd name="connsiteY4" fmla="*/ 146563 h 210303"/>
                <a:gd name="connsiteX5" fmla="*/ 285515 w 282248"/>
                <a:gd name="connsiteY5" fmla="*/ 158739 h 210303"/>
                <a:gd name="connsiteX6" fmla="*/ 109524 w 282248"/>
                <a:gd name="connsiteY6" fmla="*/ 209654 h 210303"/>
                <a:gd name="connsiteX7" fmla="*/ 15994 w 282248"/>
                <a:gd name="connsiteY7" fmla="*/ 182536 h 210303"/>
                <a:gd name="connsiteX8" fmla="*/ 4373 w 282248"/>
                <a:gd name="connsiteY8" fmla="*/ 114465 h 210303"/>
                <a:gd name="connsiteX9" fmla="*/ 53074 w 282248"/>
                <a:gd name="connsiteY9" fmla="*/ 67423 h 210303"/>
                <a:gd name="connsiteX10" fmla="*/ 112291 w 282248"/>
                <a:gd name="connsiteY10" fmla="*/ 89560 h 210303"/>
                <a:gd name="connsiteX11" fmla="*/ 116165 w 282248"/>
                <a:gd name="connsiteY11" fmla="*/ 86239 h 210303"/>
                <a:gd name="connsiteX12" fmla="*/ 260610 w 282248"/>
                <a:gd name="connsiteY12" fmla="*/ 155972 h 210303"/>
                <a:gd name="connsiteX13" fmla="*/ 159333 w 282248"/>
                <a:gd name="connsiteY13" fmla="*/ 143243 h 210303"/>
                <a:gd name="connsiteX14" fmla="*/ 260610 w 282248"/>
                <a:gd name="connsiteY14" fmla="*/ 155972 h 21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2248" h="210303">
                  <a:moveTo>
                    <a:pt x="116165" y="86239"/>
                  </a:moveTo>
                  <a:cubicBezTo>
                    <a:pt x="112291" y="77938"/>
                    <a:pt x="108417" y="70190"/>
                    <a:pt x="105096" y="61335"/>
                  </a:cubicBezTo>
                  <a:cubicBezTo>
                    <a:pt x="92368" y="24255"/>
                    <a:pt x="115612" y="-3969"/>
                    <a:pt x="154905" y="458"/>
                  </a:cubicBezTo>
                  <a:cubicBezTo>
                    <a:pt x="185344" y="3779"/>
                    <a:pt x="209141" y="19828"/>
                    <a:pt x="225191" y="44179"/>
                  </a:cubicBezTo>
                  <a:cubicBezTo>
                    <a:pt x="246774" y="76831"/>
                    <a:pt x="264484" y="112251"/>
                    <a:pt x="283854" y="146563"/>
                  </a:cubicBezTo>
                  <a:cubicBezTo>
                    <a:pt x="285515" y="149330"/>
                    <a:pt x="284961" y="153205"/>
                    <a:pt x="285515" y="158739"/>
                  </a:cubicBezTo>
                  <a:cubicBezTo>
                    <a:pt x="226851" y="175895"/>
                    <a:pt x="168187" y="193605"/>
                    <a:pt x="109524" y="209654"/>
                  </a:cubicBezTo>
                  <a:cubicBezTo>
                    <a:pt x="73551" y="219062"/>
                    <a:pt x="42559" y="208547"/>
                    <a:pt x="15994" y="182536"/>
                  </a:cubicBezTo>
                  <a:cubicBezTo>
                    <a:pt x="-5036" y="162059"/>
                    <a:pt x="-1162" y="137708"/>
                    <a:pt x="4373" y="114465"/>
                  </a:cubicBezTo>
                  <a:cubicBezTo>
                    <a:pt x="10460" y="90114"/>
                    <a:pt x="27616" y="74064"/>
                    <a:pt x="53074" y="67423"/>
                  </a:cubicBezTo>
                  <a:cubicBezTo>
                    <a:pt x="77979" y="60782"/>
                    <a:pt x="96795" y="69083"/>
                    <a:pt x="112291" y="89560"/>
                  </a:cubicBezTo>
                  <a:cubicBezTo>
                    <a:pt x="113951" y="88453"/>
                    <a:pt x="115058" y="87346"/>
                    <a:pt x="116165" y="86239"/>
                  </a:cubicBezTo>
                  <a:close/>
                  <a:moveTo>
                    <a:pt x="260610" y="155972"/>
                  </a:moveTo>
                  <a:cubicBezTo>
                    <a:pt x="226851" y="151544"/>
                    <a:pt x="193092" y="147670"/>
                    <a:pt x="159333" y="143243"/>
                  </a:cubicBezTo>
                  <a:cubicBezTo>
                    <a:pt x="191985" y="158739"/>
                    <a:pt x="226851" y="154311"/>
                    <a:pt x="260610" y="155972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6A0609-F9EF-4B35-9480-A0AECA519AA8}"/>
                </a:ext>
              </a:extLst>
            </p:cNvPr>
            <p:cNvSpPr/>
            <p:nvPr/>
          </p:nvSpPr>
          <p:spPr>
            <a:xfrm>
              <a:off x="9980796" y="6538405"/>
              <a:ext cx="151593" cy="112951"/>
            </a:xfrm>
            <a:custGeom>
              <a:avLst/>
              <a:gdLst>
                <a:gd name="connsiteX0" fmla="*/ 103454 w 282248"/>
                <a:gd name="connsiteY0" fmla="*/ 72203 h 210303"/>
                <a:gd name="connsiteX1" fmla="*/ 98473 w 282248"/>
                <a:gd name="connsiteY1" fmla="*/ 55047 h 210303"/>
                <a:gd name="connsiteX2" fmla="*/ 132785 w 282248"/>
                <a:gd name="connsiteY2" fmla="*/ 811 h 210303"/>
                <a:gd name="connsiteX3" fmla="*/ 201964 w 282248"/>
                <a:gd name="connsiteY3" fmla="*/ 25162 h 210303"/>
                <a:gd name="connsiteX4" fmla="*/ 265608 w 282248"/>
                <a:gd name="connsiteY4" fmla="*/ 119798 h 210303"/>
                <a:gd name="connsiteX5" fmla="*/ 283871 w 282248"/>
                <a:gd name="connsiteY5" fmla="*/ 154664 h 210303"/>
                <a:gd name="connsiteX6" fmla="*/ 239044 w 282248"/>
                <a:gd name="connsiteY6" fmla="*/ 170713 h 210303"/>
                <a:gd name="connsiteX7" fmla="*/ 109541 w 282248"/>
                <a:gd name="connsiteY7" fmla="*/ 207793 h 210303"/>
                <a:gd name="connsiteX8" fmla="*/ 18225 w 282248"/>
                <a:gd name="connsiteY8" fmla="*/ 182889 h 210303"/>
                <a:gd name="connsiteX9" fmla="*/ 15458 w 282248"/>
                <a:gd name="connsiteY9" fmla="*/ 91573 h 210303"/>
                <a:gd name="connsiteX10" fmla="*/ 103454 w 282248"/>
                <a:gd name="connsiteY10" fmla="*/ 72203 h 210303"/>
                <a:gd name="connsiteX11" fmla="*/ 170418 w 282248"/>
                <a:gd name="connsiteY11" fmla="*/ 145256 h 210303"/>
                <a:gd name="connsiteX12" fmla="*/ 169311 w 282248"/>
                <a:gd name="connsiteY12" fmla="*/ 150237 h 210303"/>
                <a:gd name="connsiteX13" fmla="*/ 229635 w 282248"/>
                <a:gd name="connsiteY13" fmla="*/ 154664 h 210303"/>
                <a:gd name="connsiteX14" fmla="*/ 229635 w 282248"/>
                <a:gd name="connsiteY14" fmla="*/ 151343 h 210303"/>
                <a:gd name="connsiteX15" fmla="*/ 170418 w 282248"/>
                <a:gd name="connsiteY15" fmla="*/ 145256 h 21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2248" h="210303">
                  <a:moveTo>
                    <a:pt x="103454" y="72203"/>
                  </a:moveTo>
                  <a:cubicBezTo>
                    <a:pt x="101240" y="64455"/>
                    <a:pt x="100133" y="59474"/>
                    <a:pt x="98473" y="55047"/>
                  </a:cubicBezTo>
                  <a:cubicBezTo>
                    <a:pt x="89618" y="29035"/>
                    <a:pt x="105667" y="3578"/>
                    <a:pt x="132785" y="811"/>
                  </a:cubicBezTo>
                  <a:cubicBezTo>
                    <a:pt x="159903" y="-2510"/>
                    <a:pt x="185361" y="4131"/>
                    <a:pt x="201964" y="25162"/>
                  </a:cubicBezTo>
                  <a:cubicBezTo>
                    <a:pt x="225208" y="55047"/>
                    <a:pt x="245131" y="87699"/>
                    <a:pt x="265608" y="119798"/>
                  </a:cubicBezTo>
                  <a:cubicBezTo>
                    <a:pt x="272249" y="129760"/>
                    <a:pt x="276677" y="140828"/>
                    <a:pt x="283871" y="154664"/>
                  </a:cubicBezTo>
                  <a:cubicBezTo>
                    <a:pt x="267268" y="160752"/>
                    <a:pt x="253433" y="166286"/>
                    <a:pt x="239044" y="170713"/>
                  </a:cubicBezTo>
                  <a:cubicBezTo>
                    <a:pt x="195876" y="183442"/>
                    <a:pt x="153262" y="197278"/>
                    <a:pt x="109541" y="207793"/>
                  </a:cubicBezTo>
                  <a:cubicBezTo>
                    <a:pt x="75782" y="216095"/>
                    <a:pt x="43683" y="210007"/>
                    <a:pt x="18225" y="182889"/>
                  </a:cubicBezTo>
                  <a:cubicBezTo>
                    <a:pt x="-5019" y="157985"/>
                    <a:pt x="-6125" y="119245"/>
                    <a:pt x="15458" y="91573"/>
                  </a:cubicBezTo>
                  <a:cubicBezTo>
                    <a:pt x="35382" y="66115"/>
                    <a:pt x="64160" y="58921"/>
                    <a:pt x="103454" y="72203"/>
                  </a:cubicBezTo>
                  <a:close/>
                  <a:moveTo>
                    <a:pt x="170418" y="145256"/>
                  </a:moveTo>
                  <a:cubicBezTo>
                    <a:pt x="169865" y="146916"/>
                    <a:pt x="169865" y="148576"/>
                    <a:pt x="169311" y="150237"/>
                  </a:cubicBezTo>
                  <a:cubicBezTo>
                    <a:pt x="189235" y="151897"/>
                    <a:pt x="209712" y="153557"/>
                    <a:pt x="229635" y="154664"/>
                  </a:cubicBezTo>
                  <a:cubicBezTo>
                    <a:pt x="229635" y="153557"/>
                    <a:pt x="229635" y="152450"/>
                    <a:pt x="229635" y="151343"/>
                  </a:cubicBezTo>
                  <a:cubicBezTo>
                    <a:pt x="210265" y="149683"/>
                    <a:pt x="190342" y="147469"/>
                    <a:pt x="170418" y="145256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F20F6D7-B3F7-4C90-ACE5-EA2661A775E9}"/>
                </a:ext>
              </a:extLst>
            </p:cNvPr>
            <p:cNvSpPr/>
            <p:nvPr/>
          </p:nvSpPr>
          <p:spPr>
            <a:xfrm>
              <a:off x="9469225" y="5831857"/>
              <a:ext cx="139703" cy="118896"/>
            </a:xfrm>
            <a:custGeom>
              <a:avLst/>
              <a:gdLst>
                <a:gd name="connsiteX0" fmla="*/ 0 w 260111"/>
                <a:gd name="connsiteY0" fmla="*/ 62808 h 221371"/>
                <a:gd name="connsiteX1" fmla="*/ 46488 w 260111"/>
                <a:gd name="connsiteY1" fmla="*/ 3038 h 221371"/>
                <a:gd name="connsiteX2" fmla="*/ 167135 w 260111"/>
                <a:gd name="connsiteY2" fmla="*/ 50633 h 221371"/>
                <a:gd name="connsiteX3" fmla="*/ 258451 w 260111"/>
                <a:gd name="connsiteY3" fmla="*/ 207807 h 221371"/>
                <a:gd name="connsiteX4" fmla="*/ 259005 w 260111"/>
                <a:gd name="connsiteY4" fmla="*/ 222196 h 221371"/>
                <a:gd name="connsiteX5" fmla="*/ 245169 w 260111"/>
                <a:gd name="connsiteY5" fmla="*/ 224410 h 221371"/>
                <a:gd name="connsiteX6" fmla="*/ 154407 w 260111"/>
                <a:gd name="connsiteY6" fmla="*/ 210574 h 221371"/>
                <a:gd name="connsiteX7" fmla="*/ 147212 w 260111"/>
                <a:gd name="connsiteY7" fmla="*/ 210020 h 221371"/>
                <a:gd name="connsiteX8" fmla="*/ 59770 w 260111"/>
                <a:gd name="connsiteY8" fmla="*/ 167960 h 221371"/>
                <a:gd name="connsiteX9" fmla="*/ 2767 w 260111"/>
                <a:gd name="connsiteY9" fmla="*/ 73877 h 221371"/>
                <a:gd name="connsiteX10" fmla="*/ 0 w 260111"/>
                <a:gd name="connsiteY10" fmla="*/ 62808 h 22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0111" h="221371">
                  <a:moveTo>
                    <a:pt x="0" y="62808"/>
                  </a:moveTo>
                  <a:cubicBezTo>
                    <a:pt x="0" y="33477"/>
                    <a:pt x="19923" y="8572"/>
                    <a:pt x="46488" y="3038"/>
                  </a:cubicBezTo>
                  <a:cubicBezTo>
                    <a:pt x="97403" y="-8031"/>
                    <a:pt x="139464" y="11893"/>
                    <a:pt x="167135" y="50633"/>
                  </a:cubicBezTo>
                  <a:cubicBezTo>
                    <a:pt x="202002" y="99888"/>
                    <a:pt x="228566" y="154678"/>
                    <a:pt x="258451" y="207807"/>
                  </a:cubicBezTo>
                  <a:cubicBezTo>
                    <a:pt x="260665" y="211681"/>
                    <a:pt x="261218" y="218875"/>
                    <a:pt x="259005" y="222196"/>
                  </a:cubicBezTo>
                  <a:cubicBezTo>
                    <a:pt x="257345" y="224963"/>
                    <a:pt x="249596" y="224963"/>
                    <a:pt x="245169" y="224410"/>
                  </a:cubicBezTo>
                  <a:cubicBezTo>
                    <a:pt x="214730" y="219982"/>
                    <a:pt x="184845" y="215555"/>
                    <a:pt x="154407" y="210574"/>
                  </a:cubicBezTo>
                  <a:cubicBezTo>
                    <a:pt x="152193" y="210020"/>
                    <a:pt x="149979" y="210020"/>
                    <a:pt x="147212" y="210020"/>
                  </a:cubicBezTo>
                  <a:cubicBezTo>
                    <a:pt x="112346" y="208360"/>
                    <a:pt x="81354" y="202273"/>
                    <a:pt x="59770" y="167960"/>
                  </a:cubicBezTo>
                  <a:cubicBezTo>
                    <a:pt x="39847" y="136968"/>
                    <a:pt x="13282" y="110403"/>
                    <a:pt x="2767" y="73877"/>
                  </a:cubicBezTo>
                  <a:cubicBezTo>
                    <a:pt x="1660" y="69450"/>
                    <a:pt x="553" y="65022"/>
                    <a:pt x="0" y="62808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726F50F-2E8E-4D13-AE91-8A12C3F7CA80}"/>
                </a:ext>
              </a:extLst>
            </p:cNvPr>
            <p:cNvSpPr/>
            <p:nvPr/>
          </p:nvSpPr>
          <p:spPr>
            <a:xfrm>
              <a:off x="10383019" y="6065148"/>
              <a:ext cx="136730" cy="104034"/>
            </a:xfrm>
            <a:custGeom>
              <a:avLst/>
              <a:gdLst>
                <a:gd name="connsiteX0" fmla="*/ 125485 w 254577"/>
                <a:gd name="connsiteY0" fmla="*/ 107716 h 193700"/>
                <a:gd name="connsiteX1" fmla="*/ 100028 w 254577"/>
                <a:gd name="connsiteY1" fmla="*/ 67315 h 193700"/>
                <a:gd name="connsiteX2" fmla="*/ 101134 w 254577"/>
                <a:gd name="connsiteY2" fmla="*/ 15847 h 193700"/>
                <a:gd name="connsiteX3" fmla="*/ 155370 w 254577"/>
                <a:gd name="connsiteY3" fmla="*/ 4778 h 193700"/>
                <a:gd name="connsiteX4" fmla="*/ 202412 w 254577"/>
                <a:gd name="connsiteY4" fmla="*/ 38537 h 193700"/>
                <a:gd name="connsiteX5" fmla="*/ 253881 w 254577"/>
                <a:gd name="connsiteY5" fmla="*/ 124872 h 193700"/>
                <a:gd name="connsiteX6" fmla="*/ 259415 w 254577"/>
                <a:gd name="connsiteY6" fmla="*/ 146456 h 193700"/>
                <a:gd name="connsiteX7" fmla="*/ 99474 w 254577"/>
                <a:gd name="connsiteY7" fmla="*/ 194604 h 193700"/>
                <a:gd name="connsiteX8" fmla="*/ 9265 w 254577"/>
                <a:gd name="connsiteY8" fmla="*/ 165272 h 193700"/>
                <a:gd name="connsiteX9" fmla="*/ 14246 w 254577"/>
                <a:gd name="connsiteY9" fmla="*/ 87239 h 193700"/>
                <a:gd name="connsiteX10" fmla="*/ 77890 w 254577"/>
                <a:gd name="connsiteY10" fmla="*/ 65102 h 193700"/>
                <a:gd name="connsiteX11" fmla="*/ 97814 w 254577"/>
                <a:gd name="connsiteY11" fmla="*/ 81151 h 193700"/>
                <a:gd name="connsiteX12" fmla="*/ 121611 w 254577"/>
                <a:gd name="connsiteY12" fmla="*/ 110483 h 193700"/>
                <a:gd name="connsiteX13" fmla="*/ 125485 w 254577"/>
                <a:gd name="connsiteY13" fmla="*/ 107716 h 193700"/>
                <a:gd name="connsiteX14" fmla="*/ 232850 w 254577"/>
                <a:gd name="connsiteY14" fmla="*/ 148670 h 193700"/>
                <a:gd name="connsiteX15" fmla="*/ 233404 w 254577"/>
                <a:gd name="connsiteY15" fmla="*/ 143135 h 193700"/>
                <a:gd name="connsiteX16" fmla="*/ 185809 w 254577"/>
                <a:gd name="connsiteY16" fmla="*/ 136494 h 193700"/>
                <a:gd name="connsiteX17" fmla="*/ 133787 w 254577"/>
                <a:gd name="connsiteY17" fmla="*/ 127639 h 193700"/>
                <a:gd name="connsiteX18" fmla="*/ 232850 w 254577"/>
                <a:gd name="connsiteY18" fmla="*/ 148670 h 1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577" h="193700">
                  <a:moveTo>
                    <a:pt x="125485" y="107716"/>
                  </a:moveTo>
                  <a:cubicBezTo>
                    <a:pt x="117184" y="94434"/>
                    <a:pt x="107222" y="81705"/>
                    <a:pt x="100028" y="67315"/>
                  </a:cubicBezTo>
                  <a:cubicBezTo>
                    <a:pt x="91172" y="50159"/>
                    <a:pt x="86192" y="31896"/>
                    <a:pt x="101134" y="15847"/>
                  </a:cubicBezTo>
                  <a:cubicBezTo>
                    <a:pt x="116077" y="-756"/>
                    <a:pt x="136554" y="-4077"/>
                    <a:pt x="155370" y="4778"/>
                  </a:cubicBezTo>
                  <a:cubicBezTo>
                    <a:pt x="172527" y="13079"/>
                    <a:pt x="191343" y="23595"/>
                    <a:pt x="202412" y="38537"/>
                  </a:cubicBezTo>
                  <a:cubicBezTo>
                    <a:pt x="222335" y="65102"/>
                    <a:pt x="237278" y="95540"/>
                    <a:pt x="253881" y="124872"/>
                  </a:cubicBezTo>
                  <a:cubicBezTo>
                    <a:pt x="257201" y="130406"/>
                    <a:pt x="257201" y="138154"/>
                    <a:pt x="259415" y="146456"/>
                  </a:cubicBezTo>
                  <a:cubicBezTo>
                    <a:pt x="205179" y="163059"/>
                    <a:pt x="153157" y="180768"/>
                    <a:pt x="99474" y="194604"/>
                  </a:cubicBezTo>
                  <a:cubicBezTo>
                    <a:pt x="65161" y="203459"/>
                    <a:pt x="32509" y="195711"/>
                    <a:pt x="9265" y="165272"/>
                  </a:cubicBezTo>
                  <a:cubicBezTo>
                    <a:pt x="-4571" y="147563"/>
                    <a:pt x="-2911" y="111590"/>
                    <a:pt x="14246" y="87239"/>
                  </a:cubicBezTo>
                  <a:cubicBezTo>
                    <a:pt x="25868" y="70636"/>
                    <a:pt x="60181" y="57907"/>
                    <a:pt x="77890" y="65102"/>
                  </a:cubicBezTo>
                  <a:cubicBezTo>
                    <a:pt x="85638" y="68422"/>
                    <a:pt x="92279" y="74510"/>
                    <a:pt x="97814" y="81151"/>
                  </a:cubicBezTo>
                  <a:cubicBezTo>
                    <a:pt x="106115" y="90559"/>
                    <a:pt x="113863" y="100521"/>
                    <a:pt x="121611" y="110483"/>
                  </a:cubicBezTo>
                  <a:cubicBezTo>
                    <a:pt x="123271" y="109376"/>
                    <a:pt x="124378" y="108269"/>
                    <a:pt x="125485" y="107716"/>
                  </a:cubicBezTo>
                  <a:close/>
                  <a:moveTo>
                    <a:pt x="232850" y="148670"/>
                  </a:moveTo>
                  <a:cubicBezTo>
                    <a:pt x="232850" y="147009"/>
                    <a:pt x="232850" y="144795"/>
                    <a:pt x="233404" y="143135"/>
                  </a:cubicBezTo>
                  <a:cubicBezTo>
                    <a:pt x="217354" y="140922"/>
                    <a:pt x="201858" y="139261"/>
                    <a:pt x="185809" y="136494"/>
                  </a:cubicBezTo>
                  <a:cubicBezTo>
                    <a:pt x="169759" y="134280"/>
                    <a:pt x="154263" y="130960"/>
                    <a:pt x="133787" y="127639"/>
                  </a:cubicBezTo>
                  <a:cubicBezTo>
                    <a:pt x="166439" y="150883"/>
                    <a:pt x="200751" y="143135"/>
                    <a:pt x="232850" y="148670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1676F76-9F29-46EE-9E7D-117F3DB93B48}"/>
                </a:ext>
              </a:extLst>
            </p:cNvPr>
            <p:cNvSpPr/>
            <p:nvPr/>
          </p:nvSpPr>
          <p:spPr>
            <a:xfrm>
              <a:off x="9215422" y="6609588"/>
              <a:ext cx="130786" cy="95117"/>
            </a:xfrm>
            <a:custGeom>
              <a:avLst/>
              <a:gdLst>
                <a:gd name="connsiteX0" fmla="*/ 126660 w 243508"/>
                <a:gd name="connsiteY0" fmla="*/ 110124 h 177097"/>
                <a:gd name="connsiteX1" fmla="*/ 102862 w 243508"/>
                <a:gd name="connsiteY1" fmla="*/ 76364 h 177097"/>
                <a:gd name="connsiteX2" fmla="*/ 87919 w 243508"/>
                <a:gd name="connsiteY2" fmla="*/ 47033 h 177097"/>
                <a:gd name="connsiteX3" fmla="*/ 117804 w 243508"/>
                <a:gd name="connsiteY3" fmla="*/ 545 h 177097"/>
                <a:gd name="connsiteX4" fmla="*/ 176468 w 243508"/>
                <a:gd name="connsiteY4" fmla="*/ 24342 h 177097"/>
                <a:gd name="connsiteX5" fmla="*/ 243986 w 243508"/>
                <a:gd name="connsiteY5" fmla="*/ 133368 h 177097"/>
                <a:gd name="connsiteX6" fmla="*/ 220742 w 243508"/>
                <a:gd name="connsiteY6" fmla="*/ 143883 h 177097"/>
                <a:gd name="connsiteX7" fmla="*/ 102309 w 243508"/>
                <a:gd name="connsiteY7" fmla="*/ 177642 h 177097"/>
                <a:gd name="connsiteX8" fmla="*/ 10993 w 243508"/>
                <a:gd name="connsiteY8" fmla="*/ 153291 h 177097"/>
                <a:gd name="connsiteX9" fmla="*/ 33130 w 243508"/>
                <a:gd name="connsiteY9" fmla="*/ 63636 h 177097"/>
                <a:gd name="connsiteX10" fmla="*/ 94560 w 243508"/>
                <a:gd name="connsiteY10" fmla="*/ 79132 h 177097"/>
                <a:gd name="connsiteX11" fmla="*/ 123339 w 243508"/>
                <a:gd name="connsiteY11" fmla="*/ 113444 h 177097"/>
                <a:gd name="connsiteX12" fmla="*/ 126660 w 243508"/>
                <a:gd name="connsiteY12" fmla="*/ 110124 h 177097"/>
                <a:gd name="connsiteX13" fmla="*/ 131640 w 243508"/>
                <a:gd name="connsiteY13" fmla="*/ 121192 h 177097"/>
                <a:gd name="connsiteX14" fmla="*/ 215761 w 243508"/>
                <a:gd name="connsiteY14" fmla="*/ 133368 h 177097"/>
                <a:gd name="connsiteX15" fmla="*/ 131640 w 243508"/>
                <a:gd name="connsiteY15" fmla="*/ 121192 h 17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3508" h="177097">
                  <a:moveTo>
                    <a:pt x="126660" y="110124"/>
                  </a:moveTo>
                  <a:cubicBezTo>
                    <a:pt x="118358" y="99055"/>
                    <a:pt x="110057" y="87987"/>
                    <a:pt x="102862" y="76364"/>
                  </a:cubicBezTo>
                  <a:cubicBezTo>
                    <a:pt x="96774" y="66956"/>
                    <a:pt x="91240" y="57548"/>
                    <a:pt x="87919" y="47033"/>
                  </a:cubicBezTo>
                  <a:cubicBezTo>
                    <a:pt x="80171" y="24342"/>
                    <a:pt x="94007" y="3312"/>
                    <a:pt x="117804" y="545"/>
                  </a:cubicBezTo>
                  <a:cubicBezTo>
                    <a:pt x="141602" y="-2222"/>
                    <a:pt x="163186" y="5526"/>
                    <a:pt x="176468" y="24342"/>
                  </a:cubicBezTo>
                  <a:cubicBezTo>
                    <a:pt x="200266" y="58655"/>
                    <a:pt x="220742" y="95181"/>
                    <a:pt x="243986" y="133368"/>
                  </a:cubicBezTo>
                  <a:cubicBezTo>
                    <a:pt x="232918" y="138349"/>
                    <a:pt x="227383" y="141669"/>
                    <a:pt x="220742" y="143883"/>
                  </a:cubicBezTo>
                  <a:cubicBezTo>
                    <a:pt x="181449" y="155505"/>
                    <a:pt x="142155" y="167127"/>
                    <a:pt x="102309" y="177642"/>
                  </a:cubicBezTo>
                  <a:cubicBezTo>
                    <a:pt x="67996" y="186497"/>
                    <a:pt x="35897" y="182070"/>
                    <a:pt x="10993" y="153291"/>
                  </a:cubicBezTo>
                  <a:cubicBezTo>
                    <a:pt x="-11144" y="127834"/>
                    <a:pt x="2138" y="76918"/>
                    <a:pt x="33130" y="63636"/>
                  </a:cubicBezTo>
                  <a:cubicBezTo>
                    <a:pt x="59141" y="53121"/>
                    <a:pt x="75744" y="56994"/>
                    <a:pt x="94560" y="79132"/>
                  </a:cubicBezTo>
                  <a:cubicBezTo>
                    <a:pt x="103969" y="90754"/>
                    <a:pt x="113377" y="101822"/>
                    <a:pt x="123339" y="113444"/>
                  </a:cubicBezTo>
                  <a:cubicBezTo>
                    <a:pt x="124446" y="111784"/>
                    <a:pt x="125553" y="110677"/>
                    <a:pt x="126660" y="110124"/>
                  </a:cubicBezTo>
                  <a:close/>
                  <a:moveTo>
                    <a:pt x="131640" y="121192"/>
                  </a:moveTo>
                  <a:cubicBezTo>
                    <a:pt x="157651" y="137242"/>
                    <a:pt x="186983" y="133368"/>
                    <a:pt x="215761" y="133368"/>
                  </a:cubicBezTo>
                  <a:cubicBezTo>
                    <a:pt x="187537" y="129494"/>
                    <a:pt x="159312" y="125066"/>
                    <a:pt x="131640" y="121192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152A363-CD9F-415E-8C35-03FC9CDEDCC5}"/>
                </a:ext>
              </a:extLst>
            </p:cNvPr>
            <p:cNvSpPr/>
            <p:nvPr/>
          </p:nvSpPr>
          <p:spPr>
            <a:xfrm>
              <a:off x="8860774" y="6051366"/>
              <a:ext cx="62420" cy="8917"/>
            </a:xfrm>
            <a:custGeom>
              <a:avLst/>
              <a:gdLst>
                <a:gd name="connsiteX0" fmla="*/ 116773 w 116220"/>
                <a:gd name="connsiteY0" fmla="*/ 18817 h 16602"/>
                <a:gd name="connsiteX1" fmla="*/ 0 w 116220"/>
                <a:gd name="connsiteY1" fmla="*/ 0 h 16602"/>
                <a:gd name="connsiteX2" fmla="*/ 116773 w 116220"/>
                <a:gd name="connsiteY2" fmla="*/ 18817 h 16602"/>
                <a:gd name="connsiteX3" fmla="*/ 116773 w 116220"/>
                <a:gd name="connsiteY3" fmla="*/ 18817 h 1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220" h="16602">
                  <a:moveTo>
                    <a:pt x="116773" y="18817"/>
                  </a:moveTo>
                  <a:cubicBezTo>
                    <a:pt x="76927" y="17710"/>
                    <a:pt x="37080" y="19370"/>
                    <a:pt x="0" y="0"/>
                  </a:cubicBezTo>
                  <a:cubicBezTo>
                    <a:pt x="39293" y="6641"/>
                    <a:pt x="78033" y="12729"/>
                    <a:pt x="116773" y="18817"/>
                  </a:cubicBezTo>
                  <a:cubicBezTo>
                    <a:pt x="116773" y="19370"/>
                    <a:pt x="116773" y="18817"/>
                    <a:pt x="116773" y="18817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00FC123-D461-4213-B769-D01A9126E2EB}"/>
                </a:ext>
              </a:extLst>
            </p:cNvPr>
            <p:cNvSpPr/>
            <p:nvPr/>
          </p:nvSpPr>
          <p:spPr>
            <a:xfrm>
              <a:off x="9476656" y="6603045"/>
              <a:ext cx="53503" cy="5945"/>
            </a:xfrm>
            <a:custGeom>
              <a:avLst/>
              <a:gdLst>
                <a:gd name="connsiteX0" fmla="*/ 101277 w 99617"/>
                <a:gd name="connsiteY0" fmla="*/ 12729 h 11068"/>
                <a:gd name="connsiteX1" fmla="*/ 0 w 99617"/>
                <a:gd name="connsiteY1" fmla="*/ 0 h 11068"/>
                <a:gd name="connsiteX2" fmla="*/ 101277 w 99617"/>
                <a:gd name="connsiteY2" fmla="*/ 12729 h 1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9617" h="11068">
                  <a:moveTo>
                    <a:pt x="101277" y="12729"/>
                  </a:moveTo>
                  <a:cubicBezTo>
                    <a:pt x="66965" y="11069"/>
                    <a:pt x="32652" y="15496"/>
                    <a:pt x="0" y="0"/>
                  </a:cubicBezTo>
                  <a:cubicBezTo>
                    <a:pt x="33759" y="4428"/>
                    <a:pt x="67518" y="8301"/>
                    <a:pt x="101277" y="12729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E14219B-E13B-42B3-B96F-FC57CD947183}"/>
                </a:ext>
              </a:extLst>
            </p:cNvPr>
            <p:cNvSpPr/>
            <p:nvPr/>
          </p:nvSpPr>
          <p:spPr>
            <a:xfrm>
              <a:off x="10072028" y="6616420"/>
              <a:ext cx="29724" cy="2972"/>
            </a:xfrm>
            <a:custGeom>
              <a:avLst/>
              <a:gdLst>
                <a:gd name="connsiteX0" fmla="*/ 553 w 55342"/>
                <a:gd name="connsiteY0" fmla="*/ 0 h 5534"/>
                <a:gd name="connsiteX1" fmla="*/ 60324 w 55342"/>
                <a:gd name="connsiteY1" fmla="*/ 6088 h 5534"/>
                <a:gd name="connsiteX2" fmla="*/ 60324 w 55342"/>
                <a:gd name="connsiteY2" fmla="*/ 9408 h 5534"/>
                <a:gd name="connsiteX3" fmla="*/ 0 w 55342"/>
                <a:gd name="connsiteY3" fmla="*/ 4981 h 5534"/>
                <a:gd name="connsiteX4" fmla="*/ 553 w 55342"/>
                <a:gd name="connsiteY4" fmla="*/ 0 h 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42" h="5534">
                  <a:moveTo>
                    <a:pt x="553" y="0"/>
                  </a:moveTo>
                  <a:cubicBezTo>
                    <a:pt x="20477" y="2214"/>
                    <a:pt x="40400" y="4428"/>
                    <a:pt x="60324" y="6088"/>
                  </a:cubicBezTo>
                  <a:cubicBezTo>
                    <a:pt x="60324" y="7195"/>
                    <a:pt x="60324" y="8301"/>
                    <a:pt x="60324" y="9408"/>
                  </a:cubicBezTo>
                  <a:cubicBezTo>
                    <a:pt x="40400" y="7748"/>
                    <a:pt x="19923" y="6088"/>
                    <a:pt x="0" y="4981"/>
                  </a:cubicBezTo>
                  <a:cubicBezTo>
                    <a:pt x="0" y="3321"/>
                    <a:pt x="553" y="1661"/>
                    <a:pt x="553" y="0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637F203-2DAC-41EC-A92F-C6B86424B9D1}"/>
                </a:ext>
              </a:extLst>
            </p:cNvPr>
            <p:cNvSpPr/>
            <p:nvPr/>
          </p:nvSpPr>
          <p:spPr>
            <a:xfrm>
              <a:off x="10454577" y="6133999"/>
              <a:ext cx="53503" cy="8917"/>
            </a:xfrm>
            <a:custGeom>
              <a:avLst/>
              <a:gdLst>
                <a:gd name="connsiteX0" fmla="*/ 99617 w 99617"/>
                <a:gd name="connsiteY0" fmla="*/ 20477 h 16602"/>
                <a:gd name="connsiteX1" fmla="*/ 0 w 99617"/>
                <a:gd name="connsiteY1" fmla="*/ 0 h 16602"/>
                <a:gd name="connsiteX2" fmla="*/ 52022 w 99617"/>
                <a:gd name="connsiteY2" fmla="*/ 8855 h 16602"/>
                <a:gd name="connsiteX3" fmla="*/ 99617 w 99617"/>
                <a:gd name="connsiteY3" fmla="*/ 15496 h 16602"/>
                <a:gd name="connsiteX4" fmla="*/ 99617 w 99617"/>
                <a:gd name="connsiteY4" fmla="*/ 20477 h 16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617" h="16602">
                  <a:moveTo>
                    <a:pt x="99617" y="20477"/>
                  </a:moveTo>
                  <a:cubicBezTo>
                    <a:pt x="68072" y="14943"/>
                    <a:pt x="33759" y="22691"/>
                    <a:pt x="0" y="0"/>
                  </a:cubicBezTo>
                  <a:cubicBezTo>
                    <a:pt x="20477" y="3321"/>
                    <a:pt x="36526" y="6641"/>
                    <a:pt x="52022" y="8855"/>
                  </a:cubicBezTo>
                  <a:cubicBezTo>
                    <a:pt x="68072" y="11069"/>
                    <a:pt x="83568" y="13282"/>
                    <a:pt x="99617" y="15496"/>
                  </a:cubicBezTo>
                  <a:cubicBezTo>
                    <a:pt x="99617" y="16603"/>
                    <a:pt x="99617" y="18817"/>
                    <a:pt x="99617" y="20477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89D9DDE-E198-439D-9E99-E77FF0C6132D}"/>
                </a:ext>
              </a:extLst>
            </p:cNvPr>
            <p:cNvSpPr/>
            <p:nvPr/>
          </p:nvSpPr>
          <p:spPr>
            <a:xfrm>
              <a:off x="9286124" y="6674679"/>
              <a:ext cx="44586" cy="5945"/>
            </a:xfrm>
            <a:custGeom>
              <a:avLst/>
              <a:gdLst>
                <a:gd name="connsiteX0" fmla="*/ 0 w 83014"/>
                <a:gd name="connsiteY0" fmla="*/ 0 h 11068"/>
                <a:gd name="connsiteX1" fmla="*/ 84121 w 83014"/>
                <a:gd name="connsiteY1" fmla="*/ 12176 h 11068"/>
                <a:gd name="connsiteX2" fmla="*/ 0 w 83014"/>
                <a:gd name="connsiteY2" fmla="*/ 0 h 1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014" h="11068">
                  <a:moveTo>
                    <a:pt x="0" y="0"/>
                  </a:moveTo>
                  <a:cubicBezTo>
                    <a:pt x="28225" y="3874"/>
                    <a:pt x="55897" y="8301"/>
                    <a:pt x="84121" y="12176"/>
                  </a:cubicBezTo>
                  <a:cubicBezTo>
                    <a:pt x="54790" y="12176"/>
                    <a:pt x="25458" y="16049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7116BEE-F71B-4ED3-848B-6A978EA7AF8F}"/>
              </a:ext>
            </a:extLst>
          </p:cNvPr>
          <p:cNvGrpSpPr/>
          <p:nvPr userDrawn="1"/>
        </p:nvGrpSpPr>
        <p:grpSpPr>
          <a:xfrm flipH="1">
            <a:off x="10589602" y="4896637"/>
            <a:ext cx="1361114" cy="1808068"/>
            <a:chOff x="457481" y="3133210"/>
            <a:chExt cx="2534244" cy="3366424"/>
          </a:xfrm>
          <a:solidFill>
            <a:schemeClr val="accent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6F9D56-80D8-4C07-8C35-6BBDB24FDFAE}"/>
                </a:ext>
              </a:extLst>
            </p:cNvPr>
            <p:cNvSpPr/>
            <p:nvPr/>
          </p:nvSpPr>
          <p:spPr>
            <a:xfrm>
              <a:off x="827009" y="3133210"/>
              <a:ext cx="1588341" cy="2003413"/>
            </a:xfrm>
            <a:custGeom>
              <a:avLst/>
              <a:gdLst>
                <a:gd name="connsiteX0" fmla="*/ 687060 w 1588341"/>
                <a:gd name="connsiteY0" fmla="*/ 478632 h 2003413"/>
                <a:gd name="connsiteX1" fmla="*/ 675992 w 1588341"/>
                <a:gd name="connsiteY1" fmla="*/ 459815 h 2003413"/>
                <a:gd name="connsiteX2" fmla="*/ 513837 w 1588341"/>
                <a:gd name="connsiteY2" fmla="*/ 217967 h 2003413"/>
                <a:gd name="connsiteX3" fmla="*/ 350022 w 1588341"/>
                <a:gd name="connsiteY3" fmla="*/ 107281 h 2003413"/>
                <a:gd name="connsiteX4" fmla="*/ 181226 w 1588341"/>
                <a:gd name="connsiteY4" fmla="*/ 156536 h 2003413"/>
                <a:gd name="connsiteX5" fmla="*/ 138612 w 1588341"/>
                <a:gd name="connsiteY5" fmla="*/ 298214 h 2003413"/>
                <a:gd name="connsiteX6" fmla="*/ 146914 w 1588341"/>
                <a:gd name="connsiteY6" fmla="*/ 473651 h 2003413"/>
                <a:gd name="connsiteX7" fmla="*/ 169051 w 1588341"/>
                <a:gd name="connsiteY7" fmla="*/ 600386 h 2003413"/>
                <a:gd name="connsiteX8" fmla="*/ 221627 w 1588341"/>
                <a:gd name="connsiteY8" fmla="*/ 781911 h 2003413"/>
                <a:gd name="connsiteX9" fmla="*/ 285824 w 1588341"/>
                <a:gd name="connsiteY9" fmla="*/ 945172 h 2003413"/>
                <a:gd name="connsiteX10" fmla="*/ 384888 w 1588341"/>
                <a:gd name="connsiteY10" fmla="*/ 1122270 h 2003413"/>
                <a:gd name="connsiteX11" fmla="*/ 564753 w 1588341"/>
                <a:gd name="connsiteY11" fmla="*/ 1288298 h 2003413"/>
                <a:gd name="connsiteX12" fmla="*/ 741296 w 1588341"/>
                <a:gd name="connsiteY12" fmla="*/ 1304348 h 2003413"/>
                <a:gd name="connsiteX13" fmla="*/ 927249 w 1588341"/>
                <a:gd name="connsiteY13" fmla="*/ 1231295 h 2003413"/>
                <a:gd name="connsiteX14" fmla="*/ 1272035 w 1588341"/>
                <a:gd name="connsiteY14" fmla="*/ 1158243 h 2003413"/>
                <a:gd name="connsiteX15" fmla="*/ 1485105 w 1588341"/>
                <a:gd name="connsiteY15" fmla="*/ 1217460 h 2003413"/>
                <a:gd name="connsiteX16" fmla="*/ 1589703 w 1588341"/>
                <a:gd name="connsiteY16" fmla="*/ 1410053 h 2003413"/>
                <a:gd name="connsiteX17" fmla="*/ 1515544 w 1588341"/>
                <a:gd name="connsiteY17" fmla="*/ 1687874 h 2003413"/>
                <a:gd name="connsiteX18" fmla="*/ 1291958 w 1588341"/>
                <a:gd name="connsiteY18" fmla="*/ 1953520 h 2003413"/>
                <a:gd name="connsiteX19" fmla="*/ 1182379 w 1588341"/>
                <a:gd name="connsiteY19" fmla="*/ 2007203 h 2003413"/>
                <a:gd name="connsiteX20" fmla="*/ 1229421 w 1588341"/>
                <a:gd name="connsiteY20" fmla="*/ 1940238 h 2003413"/>
                <a:gd name="connsiteX21" fmla="*/ 1358923 w 1588341"/>
                <a:gd name="connsiteY21" fmla="*/ 1770335 h 2003413"/>
                <a:gd name="connsiteX22" fmla="*/ 1453006 w 1588341"/>
                <a:gd name="connsiteY22" fmla="*/ 1470930 h 2003413"/>
                <a:gd name="connsiteX23" fmla="*/ 1441938 w 1588341"/>
                <a:gd name="connsiteY23" fmla="*/ 1385149 h 2003413"/>
                <a:gd name="connsiteX24" fmla="*/ 1420907 w 1588341"/>
                <a:gd name="connsiteY24" fmla="*/ 1348069 h 2003413"/>
                <a:gd name="connsiteX25" fmla="*/ 1283104 w 1588341"/>
                <a:gd name="connsiteY25" fmla="*/ 1266715 h 2003413"/>
                <a:gd name="connsiteX26" fmla="*/ 1087190 w 1588341"/>
                <a:gd name="connsiteY26" fmla="*/ 1278890 h 2003413"/>
                <a:gd name="connsiteX27" fmla="*/ 860837 w 1588341"/>
                <a:gd name="connsiteY27" fmla="*/ 1353050 h 2003413"/>
                <a:gd name="connsiteX28" fmla="*/ 460155 w 1588341"/>
                <a:gd name="connsiteY28" fmla="*/ 1282211 h 2003413"/>
                <a:gd name="connsiteX29" fmla="*/ 279737 w 1588341"/>
                <a:gd name="connsiteY29" fmla="*/ 1072461 h 2003413"/>
                <a:gd name="connsiteX30" fmla="*/ 138059 w 1588341"/>
                <a:gd name="connsiteY30" fmla="*/ 782464 h 2003413"/>
                <a:gd name="connsiteX31" fmla="*/ 39548 w 1588341"/>
                <a:gd name="connsiteY31" fmla="*/ 491361 h 2003413"/>
                <a:gd name="connsiteX32" fmla="*/ 1362 w 1588341"/>
                <a:gd name="connsiteY32" fmla="*/ 311496 h 2003413"/>
                <a:gd name="connsiteX33" fmla="*/ 5236 w 1588341"/>
                <a:gd name="connsiteY33" fmla="*/ 153769 h 2003413"/>
                <a:gd name="connsiteX34" fmla="*/ 102639 w 1588341"/>
                <a:gd name="connsiteY34" fmla="*/ 23713 h 2003413"/>
                <a:gd name="connsiteX35" fmla="*/ 286378 w 1588341"/>
                <a:gd name="connsiteY35" fmla="*/ 15965 h 2003413"/>
                <a:gd name="connsiteX36" fmla="*/ 622309 w 1588341"/>
                <a:gd name="connsiteY36" fmla="*/ 305409 h 2003413"/>
                <a:gd name="connsiteX37" fmla="*/ 686507 w 1588341"/>
                <a:gd name="connsiteY37" fmla="*/ 453174 h 2003413"/>
                <a:gd name="connsiteX38" fmla="*/ 689274 w 1588341"/>
                <a:gd name="connsiteY38" fmla="*/ 478078 h 2003413"/>
                <a:gd name="connsiteX39" fmla="*/ 687060 w 1588341"/>
                <a:gd name="connsiteY39" fmla="*/ 478632 h 200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588341" h="2003413">
                  <a:moveTo>
                    <a:pt x="687060" y="478632"/>
                  </a:moveTo>
                  <a:cubicBezTo>
                    <a:pt x="683186" y="472544"/>
                    <a:pt x="679312" y="466456"/>
                    <a:pt x="675992" y="459815"/>
                  </a:cubicBezTo>
                  <a:cubicBezTo>
                    <a:pt x="631718" y="372373"/>
                    <a:pt x="579142" y="290466"/>
                    <a:pt x="513837" y="217967"/>
                  </a:cubicBezTo>
                  <a:cubicBezTo>
                    <a:pt x="468456" y="167605"/>
                    <a:pt x="416434" y="126651"/>
                    <a:pt x="350022" y="107281"/>
                  </a:cubicBezTo>
                  <a:cubicBezTo>
                    <a:pt x="284164" y="88464"/>
                    <a:pt x="226054" y="105067"/>
                    <a:pt x="181226" y="156536"/>
                  </a:cubicBezTo>
                  <a:cubicBezTo>
                    <a:pt x="146360" y="196383"/>
                    <a:pt x="136952" y="246745"/>
                    <a:pt x="138612" y="298214"/>
                  </a:cubicBezTo>
                  <a:cubicBezTo>
                    <a:pt x="140273" y="356877"/>
                    <a:pt x="141379" y="414987"/>
                    <a:pt x="146914" y="473651"/>
                  </a:cubicBezTo>
                  <a:cubicBezTo>
                    <a:pt x="150788" y="516265"/>
                    <a:pt x="159089" y="558879"/>
                    <a:pt x="169051" y="600386"/>
                  </a:cubicBezTo>
                  <a:cubicBezTo>
                    <a:pt x="184547" y="661263"/>
                    <a:pt x="201703" y="722141"/>
                    <a:pt x="221627" y="781911"/>
                  </a:cubicBezTo>
                  <a:cubicBezTo>
                    <a:pt x="240443" y="837254"/>
                    <a:pt x="264794" y="890936"/>
                    <a:pt x="285824" y="945172"/>
                  </a:cubicBezTo>
                  <a:cubicBezTo>
                    <a:pt x="310729" y="1008817"/>
                    <a:pt x="345041" y="1066927"/>
                    <a:pt x="384888" y="1122270"/>
                  </a:cubicBezTo>
                  <a:cubicBezTo>
                    <a:pt x="434143" y="1189235"/>
                    <a:pt x="491700" y="1247898"/>
                    <a:pt x="564753" y="1288298"/>
                  </a:cubicBezTo>
                  <a:cubicBezTo>
                    <a:pt x="621202" y="1319844"/>
                    <a:pt x="680973" y="1325378"/>
                    <a:pt x="741296" y="1304348"/>
                  </a:cubicBezTo>
                  <a:cubicBezTo>
                    <a:pt x="804387" y="1282211"/>
                    <a:pt x="865818" y="1256753"/>
                    <a:pt x="927249" y="1231295"/>
                  </a:cubicBezTo>
                  <a:cubicBezTo>
                    <a:pt x="1037934" y="1185361"/>
                    <a:pt x="1151387" y="1155476"/>
                    <a:pt x="1272035" y="1158243"/>
                  </a:cubicBezTo>
                  <a:cubicBezTo>
                    <a:pt x="1347855" y="1160456"/>
                    <a:pt x="1420907" y="1174292"/>
                    <a:pt x="1485105" y="1217460"/>
                  </a:cubicBezTo>
                  <a:cubicBezTo>
                    <a:pt x="1553730" y="1263394"/>
                    <a:pt x="1585276" y="1329252"/>
                    <a:pt x="1589703" y="1410053"/>
                  </a:cubicBezTo>
                  <a:cubicBezTo>
                    <a:pt x="1595238" y="1510777"/>
                    <a:pt x="1565906" y="1602093"/>
                    <a:pt x="1515544" y="1687874"/>
                  </a:cubicBezTo>
                  <a:cubicBezTo>
                    <a:pt x="1455773" y="1789152"/>
                    <a:pt x="1384381" y="1880468"/>
                    <a:pt x="1291958" y="1953520"/>
                  </a:cubicBezTo>
                  <a:cubicBezTo>
                    <a:pt x="1260413" y="1978425"/>
                    <a:pt x="1225547" y="1999455"/>
                    <a:pt x="1182379" y="2007203"/>
                  </a:cubicBezTo>
                  <a:cubicBezTo>
                    <a:pt x="1197876" y="1985066"/>
                    <a:pt x="1213372" y="1962375"/>
                    <a:pt x="1229421" y="1940238"/>
                  </a:cubicBezTo>
                  <a:cubicBezTo>
                    <a:pt x="1272588" y="1883235"/>
                    <a:pt x="1318523" y="1828445"/>
                    <a:pt x="1358923" y="1770335"/>
                  </a:cubicBezTo>
                  <a:cubicBezTo>
                    <a:pt x="1421461" y="1680680"/>
                    <a:pt x="1459647" y="1582169"/>
                    <a:pt x="1453006" y="1470930"/>
                  </a:cubicBezTo>
                  <a:cubicBezTo>
                    <a:pt x="1451346" y="1442152"/>
                    <a:pt x="1448025" y="1412820"/>
                    <a:pt x="1441938" y="1385149"/>
                  </a:cubicBezTo>
                  <a:cubicBezTo>
                    <a:pt x="1439170" y="1371866"/>
                    <a:pt x="1429209" y="1359137"/>
                    <a:pt x="1420907" y="1348069"/>
                  </a:cubicBezTo>
                  <a:cubicBezTo>
                    <a:pt x="1386041" y="1302688"/>
                    <a:pt x="1337893" y="1279444"/>
                    <a:pt x="1283104" y="1266715"/>
                  </a:cubicBezTo>
                  <a:cubicBezTo>
                    <a:pt x="1216692" y="1251772"/>
                    <a:pt x="1150834" y="1260627"/>
                    <a:pt x="1087190" y="1278890"/>
                  </a:cubicBezTo>
                  <a:cubicBezTo>
                    <a:pt x="1010816" y="1301027"/>
                    <a:pt x="936657" y="1329252"/>
                    <a:pt x="860837" y="1353050"/>
                  </a:cubicBezTo>
                  <a:cubicBezTo>
                    <a:pt x="715285" y="1398984"/>
                    <a:pt x="581356" y="1375740"/>
                    <a:pt x="460155" y="1282211"/>
                  </a:cubicBezTo>
                  <a:cubicBezTo>
                    <a:pt x="385995" y="1224654"/>
                    <a:pt x="328992" y="1151602"/>
                    <a:pt x="279737" y="1072461"/>
                  </a:cubicBezTo>
                  <a:cubicBezTo>
                    <a:pt x="222180" y="980592"/>
                    <a:pt x="174585" y="883742"/>
                    <a:pt x="138059" y="782464"/>
                  </a:cubicBezTo>
                  <a:cubicBezTo>
                    <a:pt x="103193" y="686168"/>
                    <a:pt x="73308" y="588211"/>
                    <a:pt x="39548" y="491361"/>
                  </a:cubicBezTo>
                  <a:cubicBezTo>
                    <a:pt x="19625" y="432697"/>
                    <a:pt x="4682" y="372927"/>
                    <a:pt x="1362" y="311496"/>
                  </a:cubicBezTo>
                  <a:cubicBezTo>
                    <a:pt x="-1959" y="258921"/>
                    <a:pt x="1362" y="206345"/>
                    <a:pt x="5236" y="153769"/>
                  </a:cubicBezTo>
                  <a:cubicBezTo>
                    <a:pt x="10217" y="90678"/>
                    <a:pt x="49510" y="50278"/>
                    <a:pt x="102639" y="23713"/>
                  </a:cubicBezTo>
                  <a:cubicBezTo>
                    <a:pt x="161856" y="-6172"/>
                    <a:pt x="222733" y="-6725"/>
                    <a:pt x="286378" y="15965"/>
                  </a:cubicBezTo>
                  <a:cubicBezTo>
                    <a:pt x="435250" y="70201"/>
                    <a:pt x="538188" y="175906"/>
                    <a:pt x="622309" y="305409"/>
                  </a:cubicBezTo>
                  <a:cubicBezTo>
                    <a:pt x="651641" y="351343"/>
                    <a:pt x="674885" y="399492"/>
                    <a:pt x="686507" y="453174"/>
                  </a:cubicBezTo>
                  <a:cubicBezTo>
                    <a:pt x="688167" y="461476"/>
                    <a:pt x="688167" y="469777"/>
                    <a:pt x="689274" y="478078"/>
                  </a:cubicBezTo>
                  <a:cubicBezTo>
                    <a:pt x="689274" y="478078"/>
                    <a:pt x="688167" y="478632"/>
                    <a:pt x="687060" y="478632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8C6FF92-F495-491A-87C1-7E3BD292D163}"/>
                </a:ext>
              </a:extLst>
            </p:cNvPr>
            <p:cNvSpPr/>
            <p:nvPr/>
          </p:nvSpPr>
          <p:spPr>
            <a:xfrm>
              <a:off x="694564" y="5055184"/>
              <a:ext cx="2003413" cy="1444450"/>
            </a:xfrm>
            <a:custGeom>
              <a:avLst/>
              <a:gdLst>
                <a:gd name="connsiteX0" fmla="*/ 293748 w 2003413"/>
                <a:gd name="connsiteY0" fmla="*/ 0 h 1444449"/>
                <a:gd name="connsiteX1" fmla="*/ 327507 w 2003413"/>
                <a:gd name="connsiteY1" fmla="*/ 121754 h 1444449"/>
                <a:gd name="connsiteX2" fmla="*/ 399453 w 2003413"/>
                <a:gd name="connsiteY2" fmla="*/ 322649 h 1444449"/>
                <a:gd name="connsiteX3" fmla="*/ 519547 w 2003413"/>
                <a:gd name="connsiteY3" fmla="*/ 539593 h 1444449"/>
                <a:gd name="connsiteX4" fmla="*/ 797368 w 2003413"/>
                <a:gd name="connsiteY4" fmla="*/ 791957 h 1444449"/>
                <a:gd name="connsiteX5" fmla="*/ 936832 w 2003413"/>
                <a:gd name="connsiteY5" fmla="*/ 873864 h 1444449"/>
                <a:gd name="connsiteX6" fmla="*/ 948454 w 2003413"/>
                <a:gd name="connsiteY6" fmla="*/ 881059 h 1444449"/>
                <a:gd name="connsiteX7" fmla="*/ 986641 w 2003413"/>
                <a:gd name="connsiteY7" fmla="*/ 786423 h 1444449"/>
                <a:gd name="connsiteX8" fmla="*/ 1126105 w 2003413"/>
                <a:gd name="connsiteY8" fmla="*/ 681271 h 1444449"/>
                <a:gd name="connsiteX9" fmla="*/ 1520700 w 2003413"/>
                <a:gd name="connsiteY9" fmla="*/ 669649 h 1444449"/>
                <a:gd name="connsiteX10" fmla="*/ 1664592 w 2003413"/>
                <a:gd name="connsiteY10" fmla="*/ 724992 h 1444449"/>
                <a:gd name="connsiteX11" fmla="*/ 1685068 w 2003413"/>
                <a:gd name="connsiteY11" fmla="*/ 744362 h 1444449"/>
                <a:gd name="connsiteX12" fmla="*/ 1645221 w 2003413"/>
                <a:gd name="connsiteY12" fmla="*/ 732740 h 1444449"/>
                <a:gd name="connsiteX13" fmla="*/ 1393965 w 2003413"/>
                <a:gd name="connsiteY13" fmla="*/ 680718 h 1444449"/>
                <a:gd name="connsiteX14" fmla="*/ 1198051 w 2003413"/>
                <a:gd name="connsiteY14" fmla="*/ 715584 h 1444449"/>
                <a:gd name="connsiteX15" fmla="*/ 1138280 w 2003413"/>
                <a:gd name="connsiteY15" fmla="*/ 938062 h 1444449"/>
                <a:gd name="connsiteX16" fmla="*/ 1328660 w 2003413"/>
                <a:gd name="connsiteY16" fmla="*/ 1125675 h 1444449"/>
                <a:gd name="connsiteX17" fmla="*/ 1687835 w 2003413"/>
                <a:gd name="connsiteY17" fmla="*/ 1311073 h 1444449"/>
                <a:gd name="connsiteX18" fmla="*/ 1997202 w 2003413"/>
                <a:gd name="connsiteY18" fmla="*/ 1437255 h 1444449"/>
                <a:gd name="connsiteX19" fmla="*/ 2006057 w 2003413"/>
                <a:gd name="connsiteY19" fmla="*/ 1446110 h 1444449"/>
                <a:gd name="connsiteX20" fmla="*/ 1938539 w 2003413"/>
                <a:gd name="connsiteY20" fmla="*/ 1440022 h 1444449"/>
                <a:gd name="connsiteX21" fmla="*/ 1697244 w 2003413"/>
                <a:gd name="connsiteY21" fmla="*/ 1383019 h 1444449"/>
                <a:gd name="connsiteX22" fmla="*/ 1260588 w 2003413"/>
                <a:gd name="connsiteY22" fmla="*/ 1208689 h 1444449"/>
                <a:gd name="connsiteX23" fmla="*/ 996603 w 2003413"/>
                <a:gd name="connsiteY23" fmla="*/ 1006687 h 1444449"/>
                <a:gd name="connsiteX24" fmla="*/ 953435 w 2003413"/>
                <a:gd name="connsiteY24" fmla="*/ 902643 h 1444449"/>
                <a:gd name="connsiteX25" fmla="*/ 940706 w 2003413"/>
                <a:gd name="connsiteY25" fmla="*/ 887700 h 1444449"/>
                <a:gd name="connsiteX26" fmla="*/ 804563 w 2003413"/>
                <a:gd name="connsiteY26" fmla="*/ 821842 h 1444449"/>
                <a:gd name="connsiteX27" fmla="*/ 625805 w 2003413"/>
                <a:gd name="connsiteY27" fmla="*/ 712263 h 1444449"/>
                <a:gd name="connsiteX28" fmla="*/ 439300 w 2003413"/>
                <a:gd name="connsiteY28" fmla="*/ 602131 h 1444449"/>
                <a:gd name="connsiteX29" fmla="*/ 272164 w 2003413"/>
                <a:gd name="connsiteY29" fmla="*/ 543467 h 1444449"/>
                <a:gd name="connsiteX30" fmla="*/ 118311 w 2003413"/>
                <a:gd name="connsiteY30" fmla="*/ 475396 h 1444449"/>
                <a:gd name="connsiteX31" fmla="*/ 4304 w 2003413"/>
                <a:gd name="connsiteY31" fmla="*/ 330951 h 1444449"/>
                <a:gd name="connsiteX32" fmla="*/ 132146 w 2003413"/>
                <a:gd name="connsiteY32" fmla="*/ 142785 h 1444449"/>
                <a:gd name="connsiteX33" fmla="*/ 288767 w 2003413"/>
                <a:gd name="connsiteY33" fmla="*/ 178758 h 1444449"/>
                <a:gd name="connsiteX34" fmla="*/ 309797 w 2003413"/>
                <a:gd name="connsiteY34" fmla="*/ 192593 h 1444449"/>
                <a:gd name="connsiteX35" fmla="*/ 295408 w 2003413"/>
                <a:gd name="connsiteY35" fmla="*/ 95190 h 1444449"/>
                <a:gd name="connsiteX36" fmla="*/ 289874 w 2003413"/>
                <a:gd name="connsiteY36" fmla="*/ 553 h 1444449"/>
                <a:gd name="connsiteX37" fmla="*/ 293748 w 2003413"/>
                <a:gd name="connsiteY37" fmla="*/ 0 h 1444449"/>
                <a:gd name="connsiteX38" fmla="*/ 155944 w 2003413"/>
                <a:gd name="connsiteY38" fmla="*/ 283356 h 1444449"/>
                <a:gd name="connsiteX39" fmla="*/ 194684 w 2003413"/>
                <a:gd name="connsiteY39" fmla="*/ 400129 h 1444449"/>
                <a:gd name="connsiteX40" fmla="*/ 221249 w 2003413"/>
                <a:gd name="connsiteY40" fmla="*/ 405664 h 1444449"/>
                <a:gd name="connsiteX41" fmla="*/ 339682 w 2003413"/>
                <a:gd name="connsiteY41" fmla="*/ 344233 h 1444449"/>
                <a:gd name="connsiteX42" fmla="*/ 346323 w 2003413"/>
                <a:gd name="connsiteY42" fmla="*/ 326523 h 1444449"/>
                <a:gd name="connsiteX43" fmla="*/ 314778 w 2003413"/>
                <a:gd name="connsiteY43" fmla="*/ 225799 h 1444449"/>
                <a:gd name="connsiteX44" fmla="*/ 296515 w 2003413"/>
                <a:gd name="connsiteY44" fmla="*/ 209196 h 1444449"/>
                <a:gd name="connsiteX45" fmla="*/ 231210 w 2003413"/>
                <a:gd name="connsiteY45" fmla="*/ 204769 h 1444449"/>
                <a:gd name="connsiteX46" fmla="*/ 155944 w 2003413"/>
                <a:gd name="connsiteY46" fmla="*/ 283356 h 1444449"/>
                <a:gd name="connsiteX47" fmla="*/ 216268 w 2003413"/>
                <a:gd name="connsiteY47" fmla="*/ 419499 h 1444449"/>
                <a:gd name="connsiteX48" fmla="*/ 479700 w 2003413"/>
                <a:gd name="connsiteY48" fmla="*/ 557303 h 1444449"/>
                <a:gd name="connsiteX49" fmla="*/ 355732 w 2003413"/>
                <a:gd name="connsiteY49" fmla="*/ 349767 h 1444449"/>
                <a:gd name="connsiteX50" fmla="*/ 216268 w 2003413"/>
                <a:gd name="connsiteY50" fmla="*/ 419499 h 1444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003413" h="1444449">
                  <a:moveTo>
                    <a:pt x="293748" y="0"/>
                  </a:moveTo>
                  <a:cubicBezTo>
                    <a:pt x="304816" y="40954"/>
                    <a:pt x="314225" y="81908"/>
                    <a:pt x="327507" y="121754"/>
                  </a:cubicBezTo>
                  <a:cubicBezTo>
                    <a:pt x="349644" y="189273"/>
                    <a:pt x="370121" y="258451"/>
                    <a:pt x="399453" y="322649"/>
                  </a:cubicBezTo>
                  <a:cubicBezTo>
                    <a:pt x="434319" y="397362"/>
                    <a:pt x="472505" y="472075"/>
                    <a:pt x="519547" y="539593"/>
                  </a:cubicBezTo>
                  <a:cubicBezTo>
                    <a:pt x="591493" y="644191"/>
                    <a:pt x="681148" y="732740"/>
                    <a:pt x="797368" y="791957"/>
                  </a:cubicBezTo>
                  <a:cubicBezTo>
                    <a:pt x="845517" y="816308"/>
                    <a:pt x="890344" y="846193"/>
                    <a:pt x="936832" y="873864"/>
                  </a:cubicBezTo>
                  <a:cubicBezTo>
                    <a:pt x="941813" y="876632"/>
                    <a:pt x="946241" y="879952"/>
                    <a:pt x="948454" y="881059"/>
                  </a:cubicBezTo>
                  <a:cubicBezTo>
                    <a:pt x="961183" y="848960"/>
                    <a:pt x="970591" y="815754"/>
                    <a:pt x="986641" y="786423"/>
                  </a:cubicBezTo>
                  <a:cubicBezTo>
                    <a:pt x="1016526" y="731080"/>
                    <a:pt x="1067995" y="701748"/>
                    <a:pt x="1126105" y="681271"/>
                  </a:cubicBezTo>
                  <a:cubicBezTo>
                    <a:pt x="1256714" y="635890"/>
                    <a:pt x="1387877" y="639211"/>
                    <a:pt x="1520700" y="669649"/>
                  </a:cubicBezTo>
                  <a:cubicBezTo>
                    <a:pt x="1571615" y="681271"/>
                    <a:pt x="1619764" y="698981"/>
                    <a:pt x="1664592" y="724992"/>
                  </a:cubicBezTo>
                  <a:cubicBezTo>
                    <a:pt x="1672339" y="729420"/>
                    <a:pt x="1679534" y="735507"/>
                    <a:pt x="1685068" y="744362"/>
                  </a:cubicBezTo>
                  <a:cubicBezTo>
                    <a:pt x="1671786" y="740488"/>
                    <a:pt x="1658504" y="736614"/>
                    <a:pt x="1645221" y="732740"/>
                  </a:cubicBezTo>
                  <a:cubicBezTo>
                    <a:pt x="1562761" y="707836"/>
                    <a:pt x="1479746" y="686252"/>
                    <a:pt x="1393965" y="680718"/>
                  </a:cubicBezTo>
                  <a:cubicBezTo>
                    <a:pt x="1326446" y="676290"/>
                    <a:pt x="1260035" y="682378"/>
                    <a:pt x="1198051" y="715584"/>
                  </a:cubicBezTo>
                  <a:cubicBezTo>
                    <a:pt x="1116697" y="758751"/>
                    <a:pt x="1095666" y="866116"/>
                    <a:pt x="1138280" y="938062"/>
                  </a:cubicBezTo>
                  <a:cubicBezTo>
                    <a:pt x="1185322" y="1017756"/>
                    <a:pt x="1255054" y="1073653"/>
                    <a:pt x="1328660" y="1125675"/>
                  </a:cubicBezTo>
                  <a:cubicBezTo>
                    <a:pt x="1439899" y="1204262"/>
                    <a:pt x="1562761" y="1260158"/>
                    <a:pt x="1687835" y="1311073"/>
                  </a:cubicBezTo>
                  <a:cubicBezTo>
                    <a:pt x="1790773" y="1353134"/>
                    <a:pt x="1893711" y="1395195"/>
                    <a:pt x="1997202" y="1437255"/>
                  </a:cubicBezTo>
                  <a:cubicBezTo>
                    <a:pt x="2000523" y="1438362"/>
                    <a:pt x="2003290" y="1440022"/>
                    <a:pt x="2006057" y="1446110"/>
                  </a:cubicBezTo>
                  <a:cubicBezTo>
                    <a:pt x="1983367" y="1443896"/>
                    <a:pt x="1961230" y="1442789"/>
                    <a:pt x="1938539" y="1440022"/>
                  </a:cubicBezTo>
                  <a:cubicBezTo>
                    <a:pt x="1856078" y="1428954"/>
                    <a:pt x="1776384" y="1406817"/>
                    <a:pt x="1697244" y="1383019"/>
                  </a:cubicBezTo>
                  <a:cubicBezTo>
                    <a:pt x="1546711" y="1337638"/>
                    <a:pt x="1402819" y="1274547"/>
                    <a:pt x="1260588" y="1208689"/>
                  </a:cubicBezTo>
                  <a:cubicBezTo>
                    <a:pt x="1157650" y="1160541"/>
                    <a:pt x="1068548" y="1094683"/>
                    <a:pt x="996603" y="1006687"/>
                  </a:cubicBezTo>
                  <a:cubicBezTo>
                    <a:pt x="972252" y="976802"/>
                    <a:pt x="953435" y="943597"/>
                    <a:pt x="953435" y="902643"/>
                  </a:cubicBezTo>
                  <a:cubicBezTo>
                    <a:pt x="953435" y="897662"/>
                    <a:pt x="946241" y="890467"/>
                    <a:pt x="940706" y="887700"/>
                  </a:cubicBezTo>
                  <a:cubicBezTo>
                    <a:pt x="895325" y="865563"/>
                    <a:pt x="848284" y="846193"/>
                    <a:pt x="804563" y="821842"/>
                  </a:cubicBezTo>
                  <a:cubicBezTo>
                    <a:pt x="743686" y="787530"/>
                    <a:pt x="683915" y="751003"/>
                    <a:pt x="625805" y="712263"/>
                  </a:cubicBezTo>
                  <a:cubicBezTo>
                    <a:pt x="565481" y="671863"/>
                    <a:pt x="507925" y="627588"/>
                    <a:pt x="439300" y="602131"/>
                  </a:cubicBezTo>
                  <a:cubicBezTo>
                    <a:pt x="383957" y="581654"/>
                    <a:pt x="326953" y="565051"/>
                    <a:pt x="272164" y="543467"/>
                  </a:cubicBezTo>
                  <a:cubicBezTo>
                    <a:pt x="220142" y="522990"/>
                    <a:pt x="167012" y="502514"/>
                    <a:pt x="118311" y="475396"/>
                  </a:cubicBezTo>
                  <a:cubicBezTo>
                    <a:pt x="61308" y="444404"/>
                    <a:pt x="19800" y="395702"/>
                    <a:pt x="4304" y="330951"/>
                  </a:cubicBezTo>
                  <a:cubicBezTo>
                    <a:pt x="-15619" y="249043"/>
                    <a:pt x="34743" y="159388"/>
                    <a:pt x="132146" y="142785"/>
                  </a:cubicBezTo>
                  <a:cubicBezTo>
                    <a:pt x="189150" y="133376"/>
                    <a:pt x="241725" y="143892"/>
                    <a:pt x="288767" y="178758"/>
                  </a:cubicBezTo>
                  <a:cubicBezTo>
                    <a:pt x="294855" y="183185"/>
                    <a:pt x="300942" y="186506"/>
                    <a:pt x="309797" y="192593"/>
                  </a:cubicBezTo>
                  <a:cubicBezTo>
                    <a:pt x="304816" y="157727"/>
                    <a:pt x="298729" y="126735"/>
                    <a:pt x="295408" y="95190"/>
                  </a:cubicBezTo>
                  <a:cubicBezTo>
                    <a:pt x="292087" y="63644"/>
                    <a:pt x="291534" y="32099"/>
                    <a:pt x="289874" y="553"/>
                  </a:cubicBezTo>
                  <a:cubicBezTo>
                    <a:pt x="290981" y="0"/>
                    <a:pt x="292087" y="0"/>
                    <a:pt x="293748" y="0"/>
                  </a:cubicBezTo>
                  <a:close/>
                  <a:moveTo>
                    <a:pt x="155944" y="283356"/>
                  </a:moveTo>
                  <a:cubicBezTo>
                    <a:pt x="155390" y="330397"/>
                    <a:pt x="173100" y="365817"/>
                    <a:pt x="194684" y="400129"/>
                  </a:cubicBezTo>
                  <a:cubicBezTo>
                    <a:pt x="202432" y="411751"/>
                    <a:pt x="209073" y="412858"/>
                    <a:pt x="221249" y="405664"/>
                  </a:cubicBezTo>
                  <a:cubicBezTo>
                    <a:pt x="259989" y="384080"/>
                    <a:pt x="299835" y="364156"/>
                    <a:pt x="339682" y="344233"/>
                  </a:cubicBezTo>
                  <a:cubicBezTo>
                    <a:pt x="349644" y="339252"/>
                    <a:pt x="348537" y="334271"/>
                    <a:pt x="346323" y="326523"/>
                  </a:cubicBezTo>
                  <a:cubicBezTo>
                    <a:pt x="335808" y="292764"/>
                    <a:pt x="326400" y="259005"/>
                    <a:pt x="314778" y="225799"/>
                  </a:cubicBezTo>
                  <a:cubicBezTo>
                    <a:pt x="312564" y="218604"/>
                    <a:pt x="303156" y="210303"/>
                    <a:pt x="296515" y="209196"/>
                  </a:cubicBezTo>
                  <a:cubicBezTo>
                    <a:pt x="274931" y="205876"/>
                    <a:pt x="252794" y="203109"/>
                    <a:pt x="231210" y="204769"/>
                  </a:cubicBezTo>
                  <a:cubicBezTo>
                    <a:pt x="185276" y="206982"/>
                    <a:pt x="155390" y="241849"/>
                    <a:pt x="155944" y="283356"/>
                  </a:cubicBezTo>
                  <a:close/>
                  <a:moveTo>
                    <a:pt x="216268" y="419499"/>
                  </a:moveTo>
                  <a:cubicBezTo>
                    <a:pt x="252794" y="459346"/>
                    <a:pt x="432658" y="552876"/>
                    <a:pt x="479700" y="557303"/>
                  </a:cubicBezTo>
                  <a:cubicBezTo>
                    <a:pt x="431552" y="492552"/>
                    <a:pt x="384510" y="427801"/>
                    <a:pt x="355732" y="349767"/>
                  </a:cubicBezTo>
                  <a:cubicBezTo>
                    <a:pt x="305370" y="366924"/>
                    <a:pt x="258328" y="387400"/>
                    <a:pt x="216268" y="419499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01F1D5B-24B4-400F-8365-9D72AC218316}"/>
                </a:ext>
              </a:extLst>
            </p:cNvPr>
            <p:cNvSpPr/>
            <p:nvPr/>
          </p:nvSpPr>
          <p:spPr>
            <a:xfrm>
              <a:off x="457481" y="4158227"/>
              <a:ext cx="2069825" cy="1106858"/>
            </a:xfrm>
            <a:custGeom>
              <a:avLst/>
              <a:gdLst>
                <a:gd name="connsiteX0" fmla="*/ 579532 w 2069824"/>
                <a:gd name="connsiteY0" fmla="*/ 774097 h 1106858"/>
                <a:gd name="connsiteX1" fmla="*/ 565143 w 2069824"/>
                <a:gd name="connsiteY1" fmla="*/ 786272 h 1106858"/>
                <a:gd name="connsiteX2" fmla="*/ 554628 w 2069824"/>
                <a:gd name="connsiteY2" fmla="*/ 870393 h 1106858"/>
                <a:gd name="connsiteX3" fmla="*/ 633768 w 2069824"/>
                <a:gd name="connsiteY3" fmla="*/ 944553 h 1106858"/>
                <a:gd name="connsiteX4" fmla="*/ 693539 w 2069824"/>
                <a:gd name="connsiteY4" fmla="*/ 976651 h 1106858"/>
                <a:gd name="connsiteX5" fmla="*/ 711802 w 2069824"/>
                <a:gd name="connsiteY5" fmla="*/ 975545 h 1106858"/>
                <a:gd name="connsiteX6" fmla="*/ 891113 w 2069824"/>
                <a:gd name="connsiteY6" fmla="*/ 873714 h 1106858"/>
                <a:gd name="connsiteX7" fmla="*/ 898861 w 2069824"/>
                <a:gd name="connsiteY7" fmla="*/ 869840 h 1106858"/>
                <a:gd name="connsiteX8" fmla="*/ 776553 w 2069824"/>
                <a:gd name="connsiteY8" fmla="*/ 811730 h 1106858"/>
                <a:gd name="connsiteX9" fmla="*/ 344325 w 2069824"/>
                <a:gd name="connsiteY9" fmla="*/ 580396 h 1106858"/>
                <a:gd name="connsiteX10" fmla="*/ 72591 w 2069824"/>
                <a:gd name="connsiteY10" fmla="*/ 351830 h 1106858"/>
                <a:gd name="connsiteX11" fmla="*/ 13928 w 2069824"/>
                <a:gd name="connsiteY11" fmla="*/ 85631 h 1106858"/>
                <a:gd name="connsiteX12" fmla="*/ 57095 w 2069824"/>
                <a:gd name="connsiteY12" fmla="*/ 19773 h 1106858"/>
                <a:gd name="connsiteX13" fmla="*/ 145090 w 2069824"/>
                <a:gd name="connsiteY13" fmla="*/ 13132 h 1106858"/>
                <a:gd name="connsiteX14" fmla="*/ 209288 w 2069824"/>
                <a:gd name="connsiteY14" fmla="*/ 74009 h 1106858"/>
                <a:gd name="connsiteX15" fmla="*/ 181617 w 2069824"/>
                <a:gd name="connsiteY15" fmla="*/ 127691 h 1106858"/>
                <a:gd name="connsiteX16" fmla="*/ 208735 w 2069824"/>
                <a:gd name="connsiteY16" fmla="*/ 316964 h 1106858"/>
                <a:gd name="connsiteX17" fmla="*/ 317207 w 2069824"/>
                <a:gd name="connsiteY17" fmla="*/ 466943 h 1106858"/>
                <a:gd name="connsiteX18" fmla="*/ 722870 w 2069824"/>
                <a:gd name="connsiteY18" fmla="*/ 741998 h 1106858"/>
                <a:gd name="connsiteX19" fmla="*/ 872296 w 2069824"/>
                <a:gd name="connsiteY19" fmla="*/ 816710 h 1106858"/>
                <a:gd name="connsiteX20" fmla="*/ 1147904 w 2069824"/>
                <a:gd name="connsiteY20" fmla="*/ 986613 h 1106858"/>
                <a:gd name="connsiteX21" fmla="*/ 1221510 w 2069824"/>
                <a:gd name="connsiteY21" fmla="*/ 1050258 h 1106858"/>
                <a:gd name="connsiteX22" fmla="*/ 1281834 w 2069824"/>
                <a:gd name="connsiteY22" fmla="*/ 1074608 h 1106858"/>
                <a:gd name="connsiteX23" fmla="*/ 1569063 w 2069824"/>
                <a:gd name="connsiteY23" fmla="*/ 1069074 h 1106858"/>
                <a:gd name="connsiteX24" fmla="*/ 2022875 w 2069824"/>
                <a:gd name="connsiteY24" fmla="*/ 1015945 h 1106858"/>
                <a:gd name="connsiteX25" fmla="*/ 2050547 w 2069824"/>
                <a:gd name="connsiteY25" fmla="*/ 1012624 h 1106858"/>
                <a:gd name="connsiteX26" fmla="*/ 2070470 w 2069824"/>
                <a:gd name="connsiteY26" fmla="*/ 1004876 h 1106858"/>
                <a:gd name="connsiteX27" fmla="*/ 2058295 w 2069824"/>
                <a:gd name="connsiteY27" fmla="*/ 1018159 h 1106858"/>
                <a:gd name="connsiteX28" fmla="*/ 1883964 w 2069824"/>
                <a:gd name="connsiteY28" fmla="*/ 1051364 h 1106858"/>
                <a:gd name="connsiteX29" fmla="*/ 1492690 w 2069824"/>
                <a:gd name="connsiteY29" fmla="*/ 1102833 h 1106858"/>
                <a:gd name="connsiteX30" fmla="*/ 1163953 w 2069824"/>
                <a:gd name="connsiteY30" fmla="*/ 1106154 h 1106858"/>
                <a:gd name="connsiteX31" fmla="*/ 928746 w 2069824"/>
                <a:gd name="connsiteY31" fmla="*/ 1083463 h 1106858"/>
                <a:gd name="connsiteX32" fmla="*/ 712909 w 2069824"/>
                <a:gd name="connsiteY32" fmla="*/ 1024246 h 1106858"/>
                <a:gd name="connsiteX33" fmla="*/ 562376 w 2069824"/>
                <a:gd name="connsiteY33" fmla="*/ 917435 h 1106858"/>
                <a:gd name="connsiteX34" fmla="*/ 544666 w 2069824"/>
                <a:gd name="connsiteY34" fmla="*/ 803982 h 1106858"/>
                <a:gd name="connsiteX35" fmla="*/ 573444 w 2069824"/>
                <a:gd name="connsiteY35" fmla="*/ 769116 h 1106858"/>
                <a:gd name="connsiteX36" fmla="*/ 579532 w 2069824"/>
                <a:gd name="connsiteY36" fmla="*/ 774097 h 110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069824" h="1106858">
                  <a:moveTo>
                    <a:pt x="579532" y="774097"/>
                  </a:moveTo>
                  <a:cubicBezTo>
                    <a:pt x="574551" y="777970"/>
                    <a:pt x="569571" y="781845"/>
                    <a:pt x="565143" y="786272"/>
                  </a:cubicBezTo>
                  <a:cubicBezTo>
                    <a:pt x="540239" y="810623"/>
                    <a:pt x="536918" y="839955"/>
                    <a:pt x="554628" y="870393"/>
                  </a:cubicBezTo>
                  <a:cubicBezTo>
                    <a:pt x="573444" y="903045"/>
                    <a:pt x="602776" y="925183"/>
                    <a:pt x="633768" y="944553"/>
                  </a:cubicBezTo>
                  <a:cubicBezTo>
                    <a:pt x="652585" y="956728"/>
                    <a:pt x="673062" y="967243"/>
                    <a:pt x="693539" y="976651"/>
                  </a:cubicBezTo>
                  <a:cubicBezTo>
                    <a:pt x="698519" y="978865"/>
                    <a:pt x="707374" y="978312"/>
                    <a:pt x="711802" y="975545"/>
                  </a:cubicBezTo>
                  <a:cubicBezTo>
                    <a:pt x="767145" y="933484"/>
                    <a:pt x="824701" y="896404"/>
                    <a:pt x="891113" y="873714"/>
                  </a:cubicBezTo>
                  <a:cubicBezTo>
                    <a:pt x="892773" y="873160"/>
                    <a:pt x="894433" y="872053"/>
                    <a:pt x="898861" y="869840"/>
                  </a:cubicBezTo>
                  <a:cubicBezTo>
                    <a:pt x="855693" y="849363"/>
                    <a:pt x="816400" y="829993"/>
                    <a:pt x="776553" y="811730"/>
                  </a:cubicBezTo>
                  <a:cubicBezTo>
                    <a:pt x="627681" y="743658"/>
                    <a:pt x="482682" y="668392"/>
                    <a:pt x="344325" y="580396"/>
                  </a:cubicBezTo>
                  <a:cubicBezTo>
                    <a:pt x="244154" y="516199"/>
                    <a:pt x="147304" y="445913"/>
                    <a:pt x="72591" y="351830"/>
                  </a:cubicBezTo>
                  <a:cubicBezTo>
                    <a:pt x="9500" y="274904"/>
                    <a:pt x="-19278" y="186355"/>
                    <a:pt x="13928" y="85631"/>
                  </a:cubicBezTo>
                  <a:cubicBezTo>
                    <a:pt x="22229" y="59620"/>
                    <a:pt x="37172" y="38036"/>
                    <a:pt x="57095" y="19773"/>
                  </a:cubicBezTo>
                  <a:cubicBezTo>
                    <a:pt x="81999" y="-2918"/>
                    <a:pt x="117972" y="-7345"/>
                    <a:pt x="145090" y="13132"/>
                  </a:cubicBezTo>
                  <a:cubicBezTo>
                    <a:pt x="167781" y="30288"/>
                    <a:pt x="186598" y="52425"/>
                    <a:pt x="209288" y="74009"/>
                  </a:cubicBezTo>
                  <a:cubicBezTo>
                    <a:pt x="184937" y="87844"/>
                    <a:pt x="184937" y="108875"/>
                    <a:pt x="181617" y="127691"/>
                  </a:cubicBezTo>
                  <a:cubicBezTo>
                    <a:pt x="169441" y="193549"/>
                    <a:pt x="181063" y="256087"/>
                    <a:pt x="208735" y="316964"/>
                  </a:cubicBezTo>
                  <a:cubicBezTo>
                    <a:pt x="234746" y="374521"/>
                    <a:pt x="272933" y="422669"/>
                    <a:pt x="317207" y="466943"/>
                  </a:cubicBezTo>
                  <a:cubicBezTo>
                    <a:pt x="435087" y="584270"/>
                    <a:pt x="576212" y="666731"/>
                    <a:pt x="722870" y="741998"/>
                  </a:cubicBezTo>
                  <a:cubicBezTo>
                    <a:pt x="772126" y="767455"/>
                    <a:pt x="821934" y="792913"/>
                    <a:pt x="872296" y="816710"/>
                  </a:cubicBezTo>
                  <a:cubicBezTo>
                    <a:pt x="970253" y="863752"/>
                    <a:pt x="1062122" y="919648"/>
                    <a:pt x="1147904" y="986613"/>
                  </a:cubicBezTo>
                  <a:cubicBezTo>
                    <a:pt x="1173362" y="1006537"/>
                    <a:pt x="1197712" y="1028120"/>
                    <a:pt x="1221510" y="1050258"/>
                  </a:cubicBezTo>
                  <a:cubicBezTo>
                    <a:pt x="1239220" y="1066861"/>
                    <a:pt x="1256929" y="1075162"/>
                    <a:pt x="1281834" y="1074608"/>
                  </a:cubicBezTo>
                  <a:cubicBezTo>
                    <a:pt x="1377577" y="1071841"/>
                    <a:pt x="1473320" y="1073502"/>
                    <a:pt x="1569063" y="1069074"/>
                  </a:cubicBezTo>
                  <a:cubicBezTo>
                    <a:pt x="1721810" y="1062433"/>
                    <a:pt x="1872896" y="1043616"/>
                    <a:pt x="2022875" y="1015945"/>
                  </a:cubicBezTo>
                  <a:cubicBezTo>
                    <a:pt x="2031730" y="1014285"/>
                    <a:pt x="2041692" y="1014285"/>
                    <a:pt x="2050547" y="1012624"/>
                  </a:cubicBezTo>
                  <a:cubicBezTo>
                    <a:pt x="2057188" y="1011518"/>
                    <a:pt x="2062722" y="1008197"/>
                    <a:pt x="2070470" y="1004876"/>
                  </a:cubicBezTo>
                  <a:cubicBezTo>
                    <a:pt x="2074344" y="1014838"/>
                    <a:pt x="2066596" y="1016498"/>
                    <a:pt x="2058295" y="1018159"/>
                  </a:cubicBezTo>
                  <a:cubicBezTo>
                    <a:pt x="2000185" y="1029227"/>
                    <a:pt x="1942628" y="1043063"/>
                    <a:pt x="1883964" y="1051364"/>
                  </a:cubicBezTo>
                  <a:cubicBezTo>
                    <a:pt x="1753909" y="1070181"/>
                    <a:pt x="1623299" y="1087891"/>
                    <a:pt x="1492690" y="1102833"/>
                  </a:cubicBezTo>
                  <a:cubicBezTo>
                    <a:pt x="1383665" y="1115009"/>
                    <a:pt x="1273532" y="1113349"/>
                    <a:pt x="1163953" y="1106154"/>
                  </a:cubicBezTo>
                  <a:cubicBezTo>
                    <a:pt x="1085366" y="1101173"/>
                    <a:pt x="1006226" y="1095639"/>
                    <a:pt x="928746" y="1083463"/>
                  </a:cubicBezTo>
                  <a:cubicBezTo>
                    <a:pt x="855140" y="1071841"/>
                    <a:pt x="781534" y="1055238"/>
                    <a:pt x="712909" y="1024246"/>
                  </a:cubicBezTo>
                  <a:cubicBezTo>
                    <a:pt x="655905" y="998789"/>
                    <a:pt x="603883" y="965030"/>
                    <a:pt x="562376" y="917435"/>
                  </a:cubicBezTo>
                  <a:cubicBezTo>
                    <a:pt x="529170" y="879248"/>
                    <a:pt x="523636" y="839401"/>
                    <a:pt x="544666" y="803982"/>
                  </a:cubicBezTo>
                  <a:cubicBezTo>
                    <a:pt x="552414" y="791253"/>
                    <a:pt x="564036" y="780738"/>
                    <a:pt x="573444" y="769116"/>
                  </a:cubicBezTo>
                  <a:cubicBezTo>
                    <a:pt x="575658" y="770776"/>
                    <a:pt x="577872" y="772436"/>
                    <a:pt x="579532" y="774097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81998FC-6B16-4D4A-8896-D1AEFC6B6CBC}"/>
                </a:ext>
              </a:extLst>
            </p:cNvPr>
            <p:cNvSpPr/>
            <p:nvPr/>
          </p:nvSpPr>
          <p:spPr>
            <a:xfrm>
              <a:off x="483281" y="5137403"/>
              <a:ext cx="1505327" cy="1317161"/>
            </a:xfrm>
            <a:custGeom>
              <a:avLst/>
              <a:gdLst>
                <a:gd name="connsiteX0" fmla="*/ 1507844 w 1505326"/>
                <a:gd name="connsiteY0" fmla="*/ 1291392 h 1317161"/>
                <a:gd name="connsiteX1" fmla="*/ 1399371 w 1505326"/>
                <a:gd name="connsiteY1" fmla="*/ 1301908 h 1317161"/>
                <a:gd name="connsiteX2" fmla="*/ 973784 w 1505326"/>
                <a:gd name="connsiteY2" fmla="*/ 1315743 h 1317161"/>
                <a:gd name="connsiteX3" fmla="*/ 562033 w 1505326"/>
                <a:gd name="connsiteY3" fmla="*/ 1262614 h 1317161"/>
                <a:gd name="connsiteX4" fmla="*/ 228869 w 1505326"/>
                <a:gd name="connsiteY4" fmla="*/ 1130898 h 1317161"/>
                <a:gd name="connsiteX5" fmla="*/ 50665 w 1505326"/>
                <a:gd name="connsiteY5" fmla="*/ 961549 h 1317161"/>
                <a:gd name="connsiteX6" fmla="*/ 26867 w 1505326"/>
                <a:gd name="connsiteY6" fmla="*/ 657716 h 1317161"/>
                <a:gd name="connsiteX7" fmla="*/ 200091 w 1505326"/>
                <a:gd name="connsiteY7" fmla="*/ 465676 h 1317161"/>
                <a:gd name="connsiteX8" fmla="*/ 228316 w 1505326"/>
                <a:gd name="connsiteY8" fmla="*/ 449074 h 1317161"/>
                <a:gd name="connsiteX9" fmla="*/ 164671 w 1505326"/>
                <a:gd name="connsiteY9" fmla="*/ 391517 h 1317161"/>
                <a:gd name="connsiteX10" fmla="*/ 92172 w 1505326"/>
                <a:gd name="connsiteY10" fmla="*/ 289133 h 1317161"/>
                <a:gd name="connsiteX11" fmla="*/ 141981 w 1505326"/>
                <a:gd name="connsiteY11" fmla="*/ 78830 h 1317161"/>
                <a:gd name="connsiteX12" fmla="*/ 368886 w 1505326"/>
                <a:gd name="connsiteY12" fmla="*/ 4670 h 1317161"/>
                <a:gd name="connsiteX13" fmla="*/ 444706 w 1505326"/>
                <a:gd name="connsiteY13" fmla="*/ 20719 h 1317161"/>
                <a:gd name="connsiteX14" fmla="*/ 444153 w 1505326"/>
                <a:gd name="connsiteY14" fmla="*/ 27361 h 1317161"/>
                <a:gd name="connsiteX15" fmla="*/ 425890 w 1505326"/>
                <a:gd name="connsiteY15" fmla="*/ 25700 h 1317161"/>
                <a:gd name="connsiteX16" fmla="*/ 407073 w 1505326"/>
                <a:gd name="connsiteY16" fmla="*/ 22380 h 1317161"/>
                <a:gd name="connsiteX17" fmla="*/ 175186 w 1505326"/>
                <a:gd name="connsiteY17" fmla="*/ 92665 h 1317161"/>
                <a:gd name="connsiteX18" fmla="*/ 147515 w 1505326"/>
                <a:gd name="connsiteY18" fmla="*/ 292453 h 1317161"/>
                <a:gd name="connsiteX19" fmla="*/ 332914 w 1505326"/>
                <a:gd name="connsiteY19" fmla="*/ 465123 h 1317161"/>
                <a:gd name="connsiteX20" fmla="*/ 551518 w 1505326"/>
                <a:gd name="connsiteY20" fmla="*/ 543710 h 1317161"/>
                <a:gd name="connsiteX21" fmla="*/ 786172 w 1505326"/>
                <a:gd name="connsiteY21" fmla="*/ 633919 h 1317161"/>
                <a:gd name="connsiteX22" fmla="*/ 858671 w 1505326"/>
                <a:gd name="connsiteY22" fmla="*/ 690369 h 1317161"/>
                <a:gd name="connsiteX23" fmla="*/ 865866 w 1505326"/>
                <a:gd name="connsiteY23" fmla="*/ 699223 h 1317161"/>
                <a:gd name="connsiteX24" fmla="*/ 750199 w 1505326"/>
                <a:gd name="connsiteY24" fmla="*/ 628938 h 1317161"/>
                <a:gd name="connsiteX25" fmla="*/ 552625 w 1505326"/>
                <a:gd name="connsiteY25" fmla="*/ 564187 h 1317161"/>
                <a:gd name="connsiteX26" fmla="*/ 369440 w 1505326"/>
                <a:gd name="connsiteY26" fmla="*/ 516038 h 1317161"/>
                <a:gd name="connsiteX27" fmla="*/ 268716 w 1505326"/>
                <a:gd name="connsiteY27" fmla="*/ 470657 h 1317161"/>
                <a:gd name="connsiteX28" fmla="*/ 237724 w 1505326"/>
                <a:gd name="connsiteY28" fmla="*/ 469550 h 1317161"/>
                <a:gd name="connsiteX29" fmla="*/ 129805 w 1505326"/>
                <a:gd name="connsiteY29" fmla="*/ 566954 h 1317161"/>
                <a:gd name="connsiteX30" fmla="*/ 63947 w 1505326"/>
                <a:gd name="connsiteY30" fmla="*/ 734089 h 1317161"/>
                <a:gd name="connsiteX31" fmla="*/ 115969 w 1505326"/>
                <a:gd name="connsiteY31" fmla="*/ 897904 h 1317161"/>
                <a:gd name="connsiteX32" fmla="*/ 290300 w 1505326"/>
                <a:gd name="connsiteY32" fmla="*/ 1058952 h 1317161"/>
                <a:gd name="connsiteX33" fmla="*/ 637853 w 1505326"/>
                <a:gd name="connsiteY33" fmla="*/ 1211145 h 1317161"/>
                <a:gd name="connsiteX34" fmla="*/ 1114909 w 1505326"/>
                <a:gd name="connsiteY34" fmla="*/ 1281984 h 1317161"/>
                <a:gd name="connsiteX35" fmla="*/ 1478512 w 1505326"/>
                <a:gd name="connsiteY35" fmla="*/ 1286965 h 1317161"/>
                <a:gd name="connsiteX36" fmla="*/ 1508950 w 1505326"/>
                <a:gd name="connsiteY36" fmla="*/ 1288625 h 1317161"/>
                <a:gd name="connsiteX37" fmla="*/ 1507844 w 1505326"/>
                <a:gd name="connsiteY37" fmla="*/ 1291392 h 13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505326" h="1317161">
                  <a:moveTo>
                    <a:pt x="1507844" y="1291392"/>
                  </a:moveTo>
                  <a:cubicBezTo>
                    <a:pt x="1471871" y="1294713"/>
                    <a:pt x="1435344" y="1298587"/>
                    <a:pt x="1399371" y="1301908"/>
                  </a:cubicBezTo>
                  <a:cubicBezTo>
                    <a:pt x="1257694" y="1314636"/>
                    <a:pt x="1116016" y="1320171"/>
                    <a:pt x="973784" y="1315743"/>
                  </a:cubicBezTo>
                  <a:cubicBezTo>
                    <a:pt x="834874" y="1311316"/>
                    <a:pt x="697070" y="1295820"/>
                    <a:pt x="562033" y="1262614"/>
                  </a:cubicBezTo>
                  <a:cubicBezTo>
                    <a:pt x="445260" y="1234389"/>
                    <a:pt x="331807" y="1193989"/>
                    <a:pt x="228869" y="1130898"/>
                  </a:cubicBezTo>
                  <a:cubicBezTo>
                    <a:pt x="157477" y="1087177"/>
                    <a:pt x="93279" y="1035708"/>
                    <a:pt x="50665" y="961549"/>
                  </a:cubicBezTo>
                  <a:cubicBezTo>
                    <a:pt x="-5232" y="864145"/>
                    <a:pt x="-17407" y="760654"/>
                    <a:pt x="26867" y="657716"/>
                  </a:cubicBezTo>
                  <a:cubicBezTo>
                    <a:pt x="62287" y="575809"/>
                    <a:pt x="123164" y="512164"/>
                    <a:pt x="200091" y="465676"/>
                  </a:cubicBezTo>
                  <a:cubicBezTo>
                    <a:pt x="208945" y="460142"/>
                    <a:pt x="217800" y="455161"/>
                    <a:pt x="228316" y="449074"/>
                  </a:cubicBezTo>
                  <a:cubicBezTo>
                    <a:pt x="206178" y="429150"/>
                    <a:pt x="184595" y="411440"/>
                    <a:pt x="164671" y="391517"/>
                  </a:cubicBezTo>
                  <a:cubicBezTo>
                    <a:pt x="134233" y="362185"/>
                    <a:pt x="104347" y="331747"/>
                    <a:pt x="92172" y="289133"/>
                  </a:cubicBezTo>
                  <a:cubicBezTo>
                    <a:pt x="70035" y="209992"/>
                    <a:pt x="87745" y="140260"/>
                    <a:pt x="141981" y="78830"/>
                  </a:cubicBezTo>
                  <a:cubicBezTo>
                    <a:pt x="202858" y="9651"/>
                    <a:pt x="280338" y="-10273"/>
                    <a:pt x="368886" y="4670"/>
                  </a:cubicBezTo>
                  <a:cubicBezTo>
                    <a:pt x="394344" y="9097"/>
                    <a:pt x="419249" y="15185"/>
                    <a:pt x="444706" y="20719"/>
                  </a:cubicBezTo>
                  <a:cubicBezTo>
                    <a:pt x="444706" y="22933"/>
                    <a:pt x="444153" y="25147"/>
                    <a:pt x="444153" y="27361"/>
                  </a:cubicBezTo>
                  <a:cubicBezTo>
                    <a:pt x="438065" y="26807"/>
                    <a:pt x="431977" y="26254"/>
                    <a:pt x="425890" y="25700"/>
                  </a:cubicBezTo>
                  <a:cubicBezTo>
                    <a:pt x="419802" y="24594"/>
                    <a:pt x="413161" y="23487"/>
                    <a:pt x="407073" y="22380"/>
                  </a:cubicBezTo>
                  <a:cubicBezTo>
                    <a:pt x="316864" y="3563"/>
                    <a:pt x="239384" y="27361"/>
                    <a:pt x="175186" y="92665"/>
                  </a:cubicBezTo>
                  <a:cubicBezTo>
                    <a:pt x="120397" y="148008"/>
                    <a:pt x="115416" y="229362"/>
                    <a:pt x="147515" y="292453"/>
                  </a:cubicBezTo>
                  <a:cubicBezTo>
                    <a:pt x="188469" y="372147"/>
                    <a:pt x="258754" y="421402"/>
                    <a:pt x="332914" y="465123"/>
                  </a:cubicBezTo>
                  <a:cubicBezTo>
                    <a:pt x="400432" y="505523"/>
                    <a:pt x="476805" y="522680"/>
                    <a:pt x="551518" y="543710"/>
                  </a:cubicBezTo>
                  <a:cubicBezTo>
                    <a:pt x="632872" y="566401"/>
                    <a:pt x="713673" y="589091"/>
                    <a:pt x="786172" y="633919"/>
                  </a:cubicBezTo>
                  <a:cubicBezTo>
                    <a:pt x="812183" y="649968"/>
                    <a:pt x="834874" y="670999"/>
                    <a:pt x="858671" y="690369"/>
                  </a:cubicBezTo>
                  <a:cubicBezTo>
                    <a:pt x="861992" y="693136"/>
                    <a:pt x="864205" y="697010"/>
                    <a:pt x="865866" y="699223"/>
                  </a:cubicBezTo>
                  <a:cubicBezTo>
                    <a:pt x="827679" y="675979"/>
                    <a:pt x="790046" y="650522"/>
                    <a:pt x="750199" y="628938"/>
                  </a:cubicBezTo>
                  <a:cubicBezTo>
                    <a:pt x="688769" y="595179"/>
                    <a:pt x="620143" y="580790"/>
                    <a:pt x="552625" y="564187"/>
                  </a:cubicBezTo>
                  <a:cubicBezTo>
                    <a:pt x="491194" y="548691"/>
                    <a:pt x="429764" y="534855"/>
                    <a:pt x="369440" y="516038"/>
                  </a:cubicBezTo>
                  <a:cubicBezTo>
                    <a:pt x="334574" y="504970"/>
                    <a:pt x="301922" y="486707"/>
                    <a:pt x="268716" y="470657"/>
                  </a:cubicBezTo>
                  <a:cubicBezTo>
                    <a:pt x="257647" y="465676"/>
                    <a:pt x="248792" y="459589"/>
                    <a:pt x="237724" y="469550"/>
                  </a:cubicBezTo>
                  <a:cubicBezTo>
                    <a:pt x="201751" y="502203"/>
                    <a:pt x="161904" y="530981"/>
                    <a:pt x="129805" y="566954"/>
                  </a:cubicBezTo>
                  <a:cubicBezTo>
                    <a:pt x="88851" y="613442"/>
                    <a:pt x="61180" y="669338"/>
                    <a:pt x="63947" y="734089"/>
                  </a:cubicBezTo>
                  <a:cubicBezTo>
                    <a:pt x="66161" y="793306"/>
                    <a:pt x="85531" y="847543"/>
                    <a:pt x="115969" y="897904"/>
                  </a:cubicBezTo>
                  <a:cubicBezTo>
                    <a:pt x="158583" y="968743"/>
                    <a:pt x="222781" y="1015785"/>
                    <a:pt x="290300" y="1058952"/>
                  </a:cubicBezTo>
                  <a:cubicBezTo>
                    <a:pt x="398218" y="1127578"/>
                    <a:pt x="515545" y="1176279"/>
                    <a:pt x="637853" y="1211145"/>
                  </a:cubicBezTo>
                  <a:cubicBezTo>
                    <a:pt x="793920" y="1255420"/>
                    <a:pt x="953308" y="1278664"/>
                    <a:pt x="1114909" y="1281984"/>
                  </a:cubicBezTo>
                  <a:cubicBezTo>
                    <a:pt x="1236110" y="1284752"/>
                    <a:pt x="1357311" y="1285305"/>
                    <a:pt x="1478512" y="1286965"/>
                  </a:cubicBezTo>
                  <a:cubicBezTo>
                    <a:pt x="1488473" y="1286965"/>
                    <a:pt x="1498989" y="1288072"/>
                    <a:pt x="1508950" y="1288625"/>
                  </a:cubicBezTo>
                  <a:cubicBezTo>
                    <a:pt x="1507844" y="1289732"/>
                    <a:pt x="1507844" y="1290839"/>
                    <a:pt x="1507844" y="1291392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23EA50-A147-42BD-8F2E-02B08961D154}"/>
                </a:ext>
              </a:extLst>
            </p:cNvPr>
            <p:cNvSpPr/>
            <p:nvPr/>
          </p:nvSpPr>
          <p:spPr>
            <a:xfrm>
              <a:off x="677455" y="4284258"/>
              <a:ext cx="1416778" cy="907624"/>
            </a:xfrm>
            <a:custGeom>
              <a:avLst/>
              <a:gdLst>
                <a:gd name="connsiteX0" fmla="*/ 4810 w 1416778"/>
                <a:gd name="connsiteY0" fmla="*/ 0 h 907623"/>
                <a:gd name="connsiteX1" fmla="*/ 38570 w 1416778"/>
                <a:gd name="connsiteY1" fmla="*/ 66411 h 907623"/>
                <a:gd name="connsiteX2" fmla="*/ 130439 w 1416778"/>
                <a:gd name="connsiteY2" fmla="*/ 203108 h 907623"/>
                <a:gd name="connsiteX3" fmla="*/ 316391 w 1416778"/>
                <a:gd name="connsiteY3" fmla="*/ 395702 h 907623"/>
                <a:gd name="connsiteX4" fmla="*/ 655643 w 1416778"/>
                <a:gd name="connsiteY4" fmla="*/ 623714 h 907623"/>
                <a:gd name="connsiteX5" fmla="*/ 752493 w 1416778"/>
                <a:gd name="connsiteY5" fmla="*/ 675183 h 907623"/>
                <a:gd name="connsiteX6" fmla="*/ 874801 w 1416778"/>
                <a:gd name="connsiteY6" fmla="*/ 700088 h 907623"/>
                <a:gd name="connsiteX7" fmla="*/ 1096726 w 1416778"/>
                <a:gd name="connsiteY7" fmla="*/ 680164 h 907623"/>
                <a:gd name="connsiteX8" fmla="*/ 1400558 w 1416778"/>
                <a:gd name="connsiteY8" fmla="*/ 664668 h 907623"/>
                <a:gd name="connsiteX9" fmla="*/ 1416608 w 1416778"/>
                <a:gd name="connsiteY9" fmla="*/ 665775 h 907623"/>
                <a:gd name="connsiteX10" fmla="*/ 1417161 w 1416778"/>
                <a:gd name="connsiteY10" fmla="*/ 670203 h 907623"/>
                <a:gd name="connsiteX11" fmla="*/ 1289873 w 1416778"/>
                <a:gd name="connsiteY11" fmla="*/ 683485 h 907623"/>
                <a:gd name="connsiteX12" fmla="*/ 1117756 w 1416778"/>
                <a:gd name="connsiteY12" fmla="*/ 715584 h 907623"/>
                <a:gd name="connsiteX13" fmla="*/ 1040830 w 1416778"/>
                <a:gd name="connsiteY13" fmla="*/ 758198 h 907623"/>
                <a:gd name="connsiteX14" fmla="*/ 1032528 w 1416778"/>
                <a:gd name="connsiteY14" fmla="*/ 835678 h 907623"/>
                <a:gd name="connsiteX15" fmla="*/ 1091192 w 1416778"/>
                <a:gd name="connsiteY15" fmla="*/ 899322 h 907623"/>
                <a:gd name="connsiteX16" fmla="*/ 1096172 w 1416778"/>
                <a:gd name="connsiteY16" fmla="*/ 908730 h 907623"/>
                <a:gd name="connsiteX17" fmla="*/ 1006517 w 1416778"/>
                <a:gd name="connsiteY17" fmla="*/ 857262 h 907623"/>
                <a:gd name="connsiteX18" fmla="*/ 769649 w 1416778"/>
                <a:gd name="connsiteY18" fmla="*/ 732740 h 907623"/>
                <a:gd name="connsiteX19" fmla="*/ 227842 w 1416778"/>
                <a:gd name="connsiteY19" fmla="*/ 411751 h 907623"/>
                <a:gd name="connsiteX20" fmla="*/ 35802 w 1416778"/>
                <a:gd name="connsiteY20" fmla="*/ 190380 h 907623"/>
                <a:gd name="connsiteX21" fmla="*/ 4810 w 1416778"/>
                <a:gd name="connsiteY21" fmla="*/ 0 h 907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16778" h="907623">
                  <a:moveTo>
                    <a:pt x="4810" y="0"/>
                  </a:moveTo>
                  <a:cubicBezTo>
                    <a:pt x="16432" y="23244"/>
                    <a:pt x="25841" y="45935"/>
                    <a:pt x="38570" y="66411"/>
                  </a:cubicBezTo>
                  <a:cubicBezTo>
                    <a:pt x="67901" y="112899"/>
                    <a:pt x="94466" y="162155"/>
                    <a:pt x="130439" y="203108"/>
                  </a:cubicBezTo>
                  <a:cubicBezTo>
                    <a:pt x="189102" y="270073"/>
                    <a:pt x="253300" y="332057"/>
                    <a:pt x="316391" y="395702"/>
                  </a:cubicBezTo>
                  <a:cubicBezTo>
                    <a:pt x="414348" y="494212"/>
                    <a:pt x="534995" y="558963"/>
                    <a:pt x="655643" y="623714"/>
                  </a:cubicBezTo>
                  <a:cubicBezTo>
                    <a:pt x="687742" y="640871"/>
                    <a:pt x="720394" y="657474"/>
                    <a:pt x="752493" y="675183"/>
                  </a:cubicBezTo>
                  <a:cubicBezTo>
                    <a:pt x="790680" y="696214"/>
                    <a:pt x="831080" y="704515"/>
                    <a:pt x="874801" y="700088"/>
                  </a:cubicBezTo>
                  <a:cubicBezTo>
                    <a:pt x="948407" y="692340"/>
                    <a:pt x="1022566" y="686805"/>
                    <a:pt x="1096726" y="680164"/>
                  </a:cubicBezTo>
                  <a:cubicBezTo>
                    <a:pt x="1198003" y="671309"/>
                    <a:pt x="1298727" y="660794"/>
                    <a:pt x="1400558" y="664668"/>
                  </a:cubicBezTo>
                  <a:cubicBezTo>
                    <a:pt x="1406093" y="664668"/>
                    <a:pt x="1411627" y="665222"/>
                    <a:pt x="1416608" y="665775"/>
                  </a:cubicBezTo>
                  <a:cubicBezTo>
                    <a:pt x="1416608" y="667435"/>
                    <a:pt x="1416608" y="669096"/>
                    <a:pt x="1417161" y="670203"/>
                  </a:cubicBezTo>
                  <a:cubicBezTo>
                    <a:pt x="1374547" y="674630"/>
                    <a:pt x="1332487" y="679611"/>
                    <a:pt x="1289873" y="683485"/>
                  </a:cubicBezTo>
                  <a:cubicBezTo>
                    <a:pt x="1231209" y="689019"/>
                    <a:pt x="1172546" y="693447"/>
                    <a:pt x="1117756" y="715584"/>
                  </a:cubicBezTo>
                  <a:cubicBezTo>
                    <a:pt x="1090638" y="726652"/>
                    <a:pt x="1064074" y="741041"/>
                    <a:pt x="1040830" y="758198"/>
                  </a:cubicBezTo>
                  <a:cubicBezTo>
                    <a:pt x="1016479" y="776461"/>
                    <a:pt x="1013711" y="811880"/>
                    <a:pt x="1032528" y="835678"/>
                  </a:cubicBezTo>
                  <a:cubicBezTo>
                    <a:pt x="1050238" y="858368"/>
                    <a:pt x="1071268" y="878292"/>
                    <a:pt x="1091192" y="899322"/>
                  </a:cubicBezTo>
                  <a:cubicBezTo>
                    <a:pt x="1093405" y="901536"/>
                    <a:pt x="1095619" y="903750"/>
                    <a:pt x="1096172" y="908730"/>
                  </a:cubicBezTo>
                  <a:cubicBezTo>
                    <a:pt x="1066287" y="891574"/>
                    <a:pt x="1036956" y="873311"/>
                    <a:pt x="1006517" y="857262"/>
                  </a:cubicBezTo>
                  <a:cubicBezTo>
                    <a:pt x="927930" y="815201"/>
                    <a:pt x="849343" y="772587"/>
                    <a:pt x="769649" y="732740"/>
                  </a:cubicBezTo>
                  <a:cubicBezTo>
                    <a:pt x="581483" y="638104"/>
                    <a:pt x="392764" y="545128"/>
                    <a:pt x="227842" y="411751"/>
                  </a:cubicBezTo>
                  <a:cubicBezTo>
                    <a:pt x="150916" y="349214"/>
                    <a:pt x="80630" y="280588"/>
                    <a:pt x="35802" y="190380"/>
                  </a:cubicBezTo>
                  <a:cubicBezTo>
                    <a:pt x="5364" y="130609"/>
                    <a:pt x="-7919" y="68625"/>
                    <a:pt x="4810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838BF22-2466-4782-B714-E39C7250F625}"/>
                </a:ext>
              </a:extLst>
            </p:cNvPr>
            <p:cNvSpPr/>
            <p:nvPr/>
          </p:nvSpPr>
          <p:spPr>
            <a:xfrm>
              <a:off x="2460433" y="5574262"/>
              <a:ext cx="531292" cy="874418"/>
            </a:xfrm>
            <a:custGeom>
              <a:avLst/>
              <a:gdLst>
                <a:gd name="connsiteX0" fmla="*/ 0 w 531291"/>
                <a:gd name="connsiteY0" fmla="*/ 226944 h 874417"/>
                <a:gd name="connsiteX1" fmla="*/ 103491 w 531291"/>
                <a:gd name="connsiteY1" fmla="*/ 77518 h 874417"/>
                <a:gd name="connsiteX2" fmla="*/ 396809 w 531291"/>
                <a:gd name="connsiteY2" fmla="*/ 11107 h 874417"/>
                <a:gd name="connsiteX3" fmla="*/ 474289 w 531291"/>
                <a:gd name="connsiteY3" fmla="*/ 61469 h 874417"/>
                <a:gd name="connsiteX4" fmla="*/ 530738 w 531291"/>
                <a:gd name="connsiteY4" fmla="*/ 163300 h 874417"/>
                <a:gd name="connsiteX5" fmla="*/ 520777 w 531291"/>
                <a:gd name="connsiteY5" fmla="*/ 280073 h 874417"/>
                <a:gd name="connsiteX6" fmla="*/ 446064 w 531291"/>
                <a:gd name="connsiteY6" fmla="*/ 449423 h 874417"/>
                <a:gd name="connsiteX7" fmla="*/ 379099 w 531291"/>
                <a:gd name="connsiteY7" fmla="*/ 613238 h 874417"/>
                <a:gd name="connsiteX8" fmla="*/ 341466 w 531291"/>
                <a:gd name="connsiteY8" fmla="*/ 759343 h 874417"/>
                <a:gd name="connsiteX9" fmla="*/ 321542 w 531291"/>
                <a:gd name="connsiteY9" fmla="*/ 876670 h 874417"/>
                <a:gd name="connsiteX10" fmla="*/ 314348 w 531291"/>
                <a:gd name="connsiteY10" fmla="*/ 819113 h 874417"/>
                <a:gd name="connsiteX11" fmla="*/ 363049 w 531291"/>
                <a:gd name="connsiteY11" fmla="*/ 575605 h 874417"/>
                <a:gd name="connsiteX12" fmla="*/ 461007 w 531291"/>
                <a:gd name="connsiteY12" fmla="*/ 350912 h 874417"/>
                <a:gd name="connsiteX13" fmla="*/ 492552 w 531291"/>
                <a:gd name="connsiteY13" fmla="*/ 194292 h 874417"/>
                <a:gd name="connsiteX14" fmla="*/ 344786 w 531291"/>
                <a:gd name="connsiteY14" fmla="*/ 44866 h 874417"/>
                <a:gd name="connsiteX15" fmla="*/ 104598 w 531291"/>
                <a:gd name="connsiteY15" fmla="*/ 115152 h 874417"/>
                <a:gd name="connsiteX16" fmla="*/ 0 w 531291"/>
                <a:gd name="connsiteY16" fmla="*/ 226944 h 874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1291" h="874417">
                  <a:moveTo>
                    <a:pt x="0" y="226944"/>
                  </a:moveTo>
                  <a:cubicBezTo>
                    <a:pt x="17156" y="164960"/>
                    <a:pt x="54789" y="117365"/>
                    <a:pt x="103491" y="77518"/>
                  </a:cubicBezTo>
                  <a:cubicBezTo>
                    <a:pt x="189826" y="6679"/>
                    <a:pt x="289444" y="-16011"/>
                    <a:pt x="396809" y="11107"/>
                  </a:cubicBezTo>
                  <a:cubicBezTo>
                    <a:pt x="425034" y="18302"/>
                    <a:pt x="451045" y="41546"/>
                    <a:pt x="474289" y="61469"/>
                  </a:cubicBezTo>
                  <a:cubicBezTo>
                    <a:pt x="504727" y="88034"/>
                    <a:pt x="524097" y="123453"/>
                    <a:pt x="530738" y="163300"/>
                  </a:cubicBezTo>
                  <a:cubicBezTo>
                    <a:pt x="536826" y="202593"/>
                    <a:pt x="531845" y="241887"/>
                    <a:pt x="520777" y="280073"/>
                  </a:cubicBezTo>
                  <a:cubicBezTo>
                    <a:pt x="503620" y="339844"/>
                    <a:pt x="472628" y="394080"/>
                    <a:pt x="446064" y="449423"/>
                  </a:cubicBezTo>
                  <a:cubicBezTo>
                    <a:pt x="420606" y="502552"/>
                    <a:pt x="397915" y="557342"/>
                    <a:pt x="379099" y="613238"/>
                  </a:cubicBezTo>
                  <a:cubicBezTo>
                    <a:pt x="363049" y="660832"/>
                    <a:pt x="351981" y="710088"/>
                    <a:pt x="341466" y="759343"/>
                  </a:cubicBezTo>
                  <a:cubicBezTo>
                    <a:pt x="333718" y="797530"/>
                    <a:pt x="330397" y="836823"/>
                    <a:pt x="321542" y="876670"/>
                  </a:cubicBezTo>
                  <a:cubicBezTo>
                    <a:pt x="318775" y="857300"/>
                    <a:pt x="314901" y="838483"/>
                    <a:pt x="314348" y="819113"/>
                  </a:cubicBezTo>
                  <a:cubicBezTo>
                    <a:pt x="309920" y="733885"/>
                    <a:pt x="330951" y="653638"/>
                    <a:pt x="363049" y="575605"/>
                  </a:cubicBezTo>
                  <a:cubicBezTo>
                    <a:pt x="394595" y="500338"/>
                    <a:pt x="430014" y="426732"/>
                    <a:pt x="461007" y="350912"/>
                  </a:cubicBezTo>
                  <a:cubicBezTo>
                    <a:pt x="481483" y="301104"/>
                    <a:pt x="500853" y="249635"/>
                    <a:pt x="492552" y="194292"/>
                  </a:cubicBezTo>
                  <a:cubicBezTo>
                    <a:pt x="480377" y="110724"/>
                    <a:pt x="428908" y="53721"/>
                    <a:pt x="344786" y="44866"/>
                  </a:cubicBezTo>
                  <a:cubicBezTo>
                    <a:pt x="255684" y="35458"/>
                    <a:pt x="177097" y="64790"/>
                    <a:pt x="104598" y="115152"/>
                  </a:cubicBezTo>
                  <a:cubicBezTo>
                    <a:pt x="61431" y="144483"/>
                    <a:pt x="26011" y="181563"/>
                    <a:pt x="0" y="226944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27B621F-A43F-4625-ABC6-B6C79337309B}"/>
                </a:ext>
              </a:extLst>
            </p:cNvPr>
            <p:cNvSpPr/>
            <p:nvPr/>
          </p:nvSpPr>
          <p:spPr>
            <a:xfrm>
              <a:off x="1297125" y="3383321"/>
              <a:ext cx="691786" cy="686252"/>
            </a:xfrm>
            <a:custGeom>
              <a:avLst/>
              <a:gdLst>
                <a:gd name="connsiteX0" fmla="*/ 0 w 691786"/>
                <a:gd name="connsiteY0" fmla="*/ 688974 h 686251"/>
                <a:gd name="connsiteX1" fmla="*/ 97404 w 691786"/>
                <a:gd name="connsiteY1" fmla="*/ 594337 h 686251"/>
                <a:gd name="connsiteX2" fmla="*/ 407877 w 691786"/>
                <a:gd name="connsiteY2" fmla="*/ 465942 h 686251"/>
                <a:gd name="connsiteX3" fmla="*/ 565051 w 691786"/>
                <a:gd name="connsiteY3" fmla="*/ 401744 h 686251"/>
                <a:gd name="connsiteX4" fmla="*/ 607112 w 691786"/>
                <a:gd name="connsiteY4" fmla="*/ 139419 h 686251"/>
                <a:gd name="connsiteX5" fmla="*/ 343126 w 691786"/>
                <a:gd name="connsiteY5" fmla="*/ 24859 h 686251"/>
                <a:gd name="connsiteX6" fmla="*/ 242955 w 691786"/>
                <a:gd name="connsiteY6" fmla="*/ 30947 h 686251"/>
                <a:gd name="connsiteX7" fmla="*/ 346447 w 691786"/>
                <a:gd name="connsiteY7" fmla="*/ 1062 h 686251"/>
                <a:gd name="connsiteX8" fmla="*/ 587742 w 691786"/>
                <a:gd name="connsiteY8" fmla="*/ 61939 h 686251"/>
                <a:gd name="connsiteX9" fmla="*/ 679611 w 691786"/>
                <a:gd name="connsiteY9" fmla="*/ 158235 h 686251"/>
                <a:gd name="connsiteX10" fmla="*/ 695107 w 691786"/>
                <a:gd name="connsiteY10" fmla="*/ 260066 h 686251"/>
                <a:gd name="connsiteX11" fmla="*/ 570032 w 691786"/>
                <a:gd name="connsiteY11" fmla="*/ 438270 h 686251"/>
                <a:gd name="connsiteX12" fmla="*/ 409537 w 691786"/>
                <a:gd name="connsiteY12" fmla="*/ 494167 h 686251"/>
                <a:gd name="connsiteX13" fmla="*/ 198681 w 691786"/>
                <a:gd name="connsiteY13" fmla="*/ 569987 h 686251"/>
                <a:gd name="connsiteX14" fmla="*/ 0 w 691786"/>
                <a:gd name="connsiteY14" fmla="*/ 688974 h 686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91786" h="686251">
                  <a:moveTo>
                    <a:pt x="0" y="688974"/>
                  </a:moveTo>
                  <a:cubicBezTo>
                    <a:pt x="26011" y="650234"/>
                    <a:pt x="59770" y="619795"/>
                    <a:pt x="97404" y="594337"/>
                  </a:cubicBezTo>
                  <a:cubicBezTo>
                    <a:pt x="192040" y="530693"/>
                    <a:pt x="299405" y="496934"/>
                    <a:pt x="407877" y="465942"/>
                  </a:cubicBezTo>
                  <a:cubicBezTo>
                    <a:pt x="462667" y="449892"/>
                    <a:pt x="515242" y="428862"/>
                    <a:pt x="565051" y="401744"/>
                  </a:cubicBezTo>
                  <a:cubicBezTo>
                    <a:pt x="673523" y="342527"/>
                    <a:pt x="679611" y="218559"/>
                    <a:pt x="607112" y="139419"/>
                  </a:cubicBezTo>
                  <a:cubicBezTo>
                    <a:pt x="536273" y="62492"/>
                    <a:pt x="444404" y="30393"/>
                    <a:pt x="343126" y="24859"/>
                  </a:cubicBezTo>
                  <a:cubicBezTo>
                    <a:pt x="309367" y="22645"/>
                    <a:pt x="275608" y="28733"/>
                    <a:pt x="242955" y="30947"/>
                  </a:cubicBezTo>
                  <a:cubicBezTo>
                    <a:pt x="274501" y="14344"/>
                    <a:pt x="309367" y="3275"/>
                    <a:pt x="346447" y="1062"/>
                  </a:cubicBezTo>
                  <a:cubicBezTo>
                    <a:pt x="433335" y="-4473"/>
                    <a:pt x="515242" y="11023"/>
                    <a:pt x="587742" y="61939"/>
                  </a:cubicBezTo>
                  <a:cubicBezTo>
                    <a:pt x="624821" y="87950"/>
                    <a:pt x="656920" y="118388"/>
                    <a:pt x="679611" y="158235"/>
                  </a:cubicBezTo>
                  <a:cubicBezTo>
                    <a:pt x="697321" y="189781"/>
                    <a:pt x="696214" y="225200"/>
                    <a:pt x="695107" y="260066"/>
                  </a:cubicBezTo>
                  <a:cubicBezTo>
                    <a:pt x="692340" y="346401"/>
                    <a:pt x="642531" y="400084"/>
                    <a:pt x="570032" y="438270"/>
                  </a:cubicBezTo>
                  <a:cubicBezTo>
                    <a:pt x="519116" y="464835"/>
                    <a:pt x="464880" y="480331"/>
                    <a:pt x="409537" y="494167"/>
                  </a:cubicBezTo>
                  <a:cubicBezTo>
                    <a:pt x="337038" y="512430"/>
                    <a:pt x="266753" y="537888"/>
                    <a:pt x="198681" y="569987"/>
                  </a:cubicBezTo>
                  <a:cubicBezTo>
                    <a:pt x="128396" y="602086"/>
                    <a:pt x="63091" y="643593"/>
                    <a:pt x="0" y="688974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72961ED-047E-433A-9C67-92C8645EFAD3}"/>
                </a:ext>
              </a:extLst>
            </p:cNvPr>
            <p:cNvSpPr/>
            <p:nvPr/>
          </p:nvSpPr>
          <p:spPr>
            <a:xfrm>
              <a:off x="857950" y="5908322"/>
              <a:ext cx="237974" cy="177097"/>
            </a:xfrm>
            <a:custGeom>
              <a:avLst/>
              <a:gdLst>
                <a:gd name="connsiteX0" fmla="*/ 242154 w 237974"/>
                <a:gd name="connsiteY0" fmla="*/ 132519 h 177097"/>
                <a:gd name="connsiteX1" fmla="*/ 139770 w 237974"/>
                <a:gd name="connsiteY1" fmla="*/ 121451 h 177097"/>
                <a:gd name="connsiteX2" fmla="*/ 139217 w 237974"/>
                <a:gd name="connsiteY2" fmla="*/ 126432 h 177097"/>
                <a:gd name="connsiteX3" fmla="*/ 220571 w 237974"/>
                <a:gd name="connsiteY3" fmla="*/ 135287 h 177097"/>
                <a:gd name="connsiteX4" fmla="*/ 221678 w 237974"/>
                <a:gd name="connsiteY4" fmla="*/ 139161 h 177097"/>
                <a:gd name="connsiteX5" fmla="*/ 172976 w 237974"/>
                <a:gd name="connsiteY5" fmla="*/ 152443 h 177097"/>
                <a:gd name="connsiteX6" fmla="*/ 82767 w 237974"/>
                <a:gd name="connsiteY6" fmla="*/ 177901 h 177097"/>
                <a:gd name="connsiteX7" fmla="*/ 10268 w 237974"/>
                <a:gd name="connsiteY7" fmla="*/ 149676 h 177097"/>
                <a:gd name="connsiteX8" fmla="*/ 16355 w 237974"/>
                <a:gd name="connsiteY8" fmla="*/ 72749 h 177097"/>
                <a:gd name="connsiteX9" fmla="*/ 85534 w 237974"/>
                <a:gd name="connsiteY9" fmla="*/ 65001 h 177097"/>
                <a:gd name="connsiteX10" fmla="*/ 98263 w 237974"/>
                <a:gd name="connsiteY10" fmla="*/ 74409 h 177097"/>
                <a:gd name="connsiteX11" fmla="*/ 93282 w 237974"/>
                <a:gd name="connsiteY11" fmla="*/ 65555 h 177097"/>
                <a:gd name="connsiteX12" fmla="*/ 92729 w 237974"/>
                <a:gd name="connsiteY12" fmla="*/ 10765 h 177097"/>
                <a:gd name="connsiteX13" fmla="*/ 154713 w 237974"/>
                <a:gd name="connsiteY13" fmla="*/ 8551 h 177097"/>
                <a:gd name="connsiteX14" fmla="*/ 202861 w 237974"/>
                <a:gd name="connsiteY14" fmla="*/ 59467 h 177097"/>
                <a:gd name="connsiteX15" fmla="*/ 242154 w 237974"/>
                <a:gd name="connsiteY15" fmla="*/ 132519 h 177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7974" h="177097">
                  <a:moveTo>
                    <a:pt x="242154" y="132519"/>
                  </a:moveTo>
                  <a:cubicBezTo>
                    <a:pt x="203968" y="128645"/>
                    <a:pt x="171869" y="124771"/>
                    <a:pt x="139770" y="121451"/>
                  </a:cubicBezTo>
                  <a:cubicBezTo>
                    <a:pt x="139770" y="123111"/>
                    <a:pt x="139217" y="124771"/>
                    <a:pt x="139217" y="126432"/>
                  </a:cubicBezTo>
                  <a:cubicBezTo>
                    <a:pt x="166335" y="129199"/>
                    <a:pt x="193453" y="131966"/>
                    <a:pt x="220571" y="135287"/>
                  </a:cubicBezTo>
                  <a:cubicBezTo>
                    <a:pt x="221124" y="136394"/>
                    <a:pt x="221124" y="138054"/>
                    <a:pt x="221678" y="139161"/>
                  </a:cubicBezTo>
                  <a:cubicBezTo>
                    <a:pt x="205628" y="143588"/>
                    <a:pt x="189025" y="148015"/>
                    <a:pt x="172976" y="152443"/>
                  </a:cubicBezTo>
                  <a:cubicBezTo>
                    <a:pt x="143091" y="160744"/>
                    <a:pt x="113206" y="171259"/>
                    <a:pt x="82767" y="177901"/>
                  </a:cubicBezTo>
                  <a:cubicBezTo>
                    <a:pt x="53435" y="184542"/>
                    <a:pt x="29638" y="171259"/>
                    <a:pt x="10268" y="149676"/>
                  </a:cubicBezTo>
                  <a:cubicBezTo>
                    <a:pt x="-5782" y="130859"/>
                    <a:pt x="-2461" y="93779"/>
                    <a:pt x="16355" y="72749"/>
                  </a:cubicBezTo>
                  <a:cubicBezTo>
                    <a:pt x="33512" y="53379"/>
                    <a:pt x="63950" y="50059"/>
                    <a:pt x="85534" y="65001"/>
                  </a:cubicBezTo>
                  <a:cubicBezTo>
                    <a:pt x="88855" y="67215"/>
                    <a:pt x="91622" y="69428"/>
                    <a:pt x="98263" y="74409"/>
                  </a:cubicBezTo>
                  <a:cubicBezTo>
                    <a:pt x="94942" y="68875"/>
                    <a:pt x="93836" y="67215"/>
                    <a:pt x="93282" y="65555"/>
                  </a:cubicBezTo>
                  <a:cubicBezTo>
                    <a:pt x="80553" y="41757"/>
                    <a:pt x="80553" y="21834"/>
                    <a:pt x="92729" y="10765"/>
                  </a:cubicBezTo>
                  <a:cubicBezTo>
                    <a:pt x="105458" y="-1410"/>
                    <a:pt x="137556" y="-4731"/>
                    <a:pt x="154713" y="8551"/>
                  </a:cubicBezTo>
                  <a:cubicBezTo>
                    <a:pt x="172976" y="22941"/>
                    <a:pt x="189579" y="40650"/>
                    <a:pt x="202861" y="59467"/>
                  </a:cubicBezTo>
                  <a:cubicBezTo>
                    <a:pt x="217804" y="80497"/>
                    <a:pt x="227765" y="104848"/>
                    <a:pt x="242154" y="132519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AFF5893-F88E-4C7B-923B-F1F07CF73408}"/>
                </a:ext>
              </a:extLst>
            </p:cNvPr>
            <p:cNvSpPr/>
            <p:nvPr/>
          </p:nvSpPr>
          <p:spPr>
            <a:xfrm>
              <a:off x="1371001" y="6228881"/>
              <a:ext cx="265646" cy="143892"/>
            </a:xfrm>
            <a:custGeom>
              <a:avLst/>
              <a:gdLst>
                <a:gd name="connsiteX0" fmla="*/ 267589 w 265645"/>
                <a:gd name="connsiteY0" fmla="*/ 92549 h 143891"/>
                <a:gd name="connsiteX1" fmla="*/ 259288 w 265645"/>
                <a:gd name="connsiteY1" fmla="*/ 101404 h 143891"/>
                <a:gd name="connsiteX2" fmla="*/ 109309 w 265645"/>
                <a:gd name="connsiteY2" fmla="*/ 144571 h 143891"/>
                <a:gd name="connsiteX3" fmla="*/ 11905 w 265645"/>
                <a:gd name="connsiteY3" fmla="*/ 109152 h 143891"/>
                <a:gd name="connsiteX4" fmla="*/ 50092 w 265645"/>
                <a:gd name="connsiteY4" fmla="*/ 2340 h 143891"/>
                <a:gd name="connsiteX5" fmla="*/ 121484 w 265645"/>
                <a:gd name="connsiteY5" fmla="*/ 28905 h 143891"/>
                <a:gd name="connsiteX6" fmla="*/ 144728 w 265645"/>
                <a:gd name="connsiteY6" fmla="*/ 56023 h 143891"/>
                <a:gd name="connsiteX7" fmla="*/ 181254 w 265645"/>
                <a:gd name="connsiteY7" fmla="*/ 87015 h 143891"/>
                <a:gd name="connsiteX8" fmla="*/ 267589 w 265645"/>
                <a:gd name="connsiteY8" fmla="*/ 92549 h 143891"/>
                <a:gd name="connsiteX9" fmla="*/ 267589 w 265645"/>
                <a:gd name="connsiteY9" fmla="*/ 92549 h 143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5645" h="143891">
                  <a:moveTo>
                    <a:pt x="267589" y="92549"/>
                  </a:moveTo>
                  <a:cubicBezTo>
                    <a:pt x="264822" y="95316"/>
                    <a:pt x="262609" y="100297"/>
                    <a:pt x="259288" y="101404"/>
                  </a:cubicBezTo>
                  <a:cubicBezTo>
                    <a:pt x="209479" y="116347"/>
                    <a:pt x="160224" y="132950"/>
                    <a:pt x="109309" y="144571"/>
                  </a:cubicBezTo>
                  <a:cubicBezTo>
                    <a:pt x="71122" y="153426"/>
                    <a:pt x="36809" y="139591"/>
                    <a:pt x="11905" y="109152"/>
                  </a:cubicBezTo>
                  <a:cubicBezTo>
                    <a:pt x="-15766" y="75393"/>
                    <a:pt x="8031" y="13409"/>
                    <a:pt x="50092" y="2340"/>
                  </a:cubicBezTo>
                  <a:cubicBezTo>
                    <a:pt x="81637" y="-5961"/>
                    <a:pt x="102114" y="8981"/>
                    <a:pt x="121484" y="28905"/>
                  </a:cubicBezTo>
                  <a:cubicBezTo>
                    <a:pt x="129232" y="37760"/>
                    <a:pt x="136980" y="47168"/>
                    <a:pt x="144728" y="56023"/>
                  </a:cubicBezTo>
                  <a:cubicBezTo>
                    <a:pt x="149709" y="74286"/>
                    <a:pt x="161331" y="85355"/>
                    <a:pt x="181254" y="87015"/>
                  </a:cubicBezTo>
                  <a:cubicBezTo>
                    <a:pt x="211140" y="88675"/>
                    <a:pt x="239365" y="90889"/>
                    <a:pt x="267589" y="92549"/>
                  </a:cubicBezTo>
                  <a:lnTo>
                    <a:pt x="267589" y="92549"/>
                  </a:ln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0C00E4A-E4EF-4CBE-A5A4-227F12FD3C51}"/>
                </a:ext>
              </a:extLst>
            </p:cNvPr>
            <p:cNvSpPr/>
            <p:nvPr/>
          </p:nvSpPr>
          <p:spPr>
            <a:xfrm>
              <a:off x="1471406" y="6163113"/>
              <a:ext cx="182632" cy="154960"/>
            </a:xfrm>
            <a:custGeom>
              <a:avLst/>
              <a:gdLst>
                <a:gd name="connsiteX0" fmla="*/ 45430 w 182631"/>
                <a:gd name="connsiteY0" fmla="*/ 121790 h 154960"/>
                <a:gd name="connsiteX1" fmla="*/ 22186 w 182631"/>
                <a:gd name="connsiteY1" fmla="*/ 94672 h 154960"/>
                <a:gd name="connsiteX2" fmla="*/ 2816 w 182631"/>
                <a:gd name="connsiteY2" fmla="*/ 56486 h 154960"/>
                <a:gd name="connsiteX3" fmla="*/ 36022 w 182631"/>
                <a:gd name="connsiteY3" fmla="*/ 1143 h 154960"/>
                <a:gd name="connsiteX4" fmla="*/ 127338 w 182631"/>
                <a:gd name="connsiteY4" fmla="*/ 46524 h 154960"/>
                <a:gd name="connsiteX5" fmla="*/ 182681 w 182631"/>
                <a:gd name="connsiteY5" fmla="*/ 142821 h 154960"/>
                <a:gd name="connsiteX6" fmla="*/ 187108 w 182631"/>
                <a:gd name="connsiteY6" fmla="*/ 158870 h 154960"/>
                <a:gd name="connsiteX7" fmla="*/ 168292 w 182631"/>
                <a:gd name="connsiteY7" fmla="*/ 158870 h 154960"/>
                <a:gd name="connsiteX8" fmla="*/ 168845 w 182631"/>
                <a:gd name="connsiteY8" fmla="*/ 159424 h 154960"/>
                <a:gd name="connsiteX9" fmla="*/ 99113 w 182631"/>
                <a:gd name="connsiteY9" fmla="*/ 149462 h 154960"/>
                <a:gd name="connsiteX10" fmla="*/ 45430 w 182631"/>
                <a:gd name="connsiteY10" fmla="*/ 121790 h 154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2631" h="154960">
                  <a:moveTo>
                    <a:pt x="45430" y="121790"/>
                  </a:moveTo>
                  <a:cubicBezTo>
                    <a:pt x="37682" y="112936"/>
                    <a:pt x="29935" y="103527"/>
                    <a:pt x="22186" y="94672"/>
                  </a:cubicBezTo>
                  <a:cubicBezTo>
                    <a:pt x="15545" y="81944"/>
                    <a:pt x="7244" y="69768"/>
                    <a:pt x="2816" y="56486"/>
                  </a:cubicBezTo>
                  <a:cubicBezTo>
                    <a:pt x="-6592" y="30474"/>
                    <a:pt x="8351" y="5570"/>
                    <a:pt x="36022" y="1143"/>
                  </a:cubicBezTo>
                  <a:cubicBezTo>
                    <a:pt x="76976" y="-5498"/>
                    <a:pt x="105754" y="17746"/>
                    <a:pt x="127338" y="46524"/>
                  </a:cubicBezTo>
                  <a:cubicBezTo>
                    <a:pt x="148922" y="76409"/>
                    <a:pt x="164418" y="110168"/>
                    <a:pt x="182681" y="142821"/>
                  </a:cubicBezTo>
                  <a:cubicBezTo>
                    <a:pt x="184895" y="147248"/>
                    <a:pt x="185448" y="152229"/>
                    <a:pt x="187108" y="158870"/>
                  </a:cubicBezTo>
                  <a:cubicBezTo>
                    <a:pt x="179360" y="158870"/>
                    <a:pt x="173826" y="158870"/>
                    <a:pt x="168292" y="158870"/>
                  </a:cubicBezTo>
                  <a:cubicBezTo>
                    <a:pt x="168292" y="158870"/>
                    <a:pt x="168845" y="159424"/>
                    <a:pt x="168845" y="159424"/>
                  </a:cubicBezTo>
                  <a:cubicBezTo>
                    <a:pt x="145601" y="156103"/>
                    <a:pt x="122357" y="151676"/>
                    <a:pt x="99113" y="149462"/>
                  </a:cubicBezTo>
                  <a:cubicBezTo>
                    <a:pt x="76976" y="146141"/>
                    <a:pt x="57606" y="141160"/>
                    <a:pt x="45430" y="12179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D11CE44-093B-4CE6-8B7F-87575310E7E0}"/>
                </a:ext>
              </a:extLst>
            </p:cNvPr>
            <p:cNvSpPr/>
            <p:nvPr/>
          </p:nvSpPr>
          <p:spPr>
            <a:xfrm>
              <a:off x="1263366" y="4727001"/>
              <a:ext cx="852281" cy="99617"/>
            </a:xfrm>
            <a:custGeom>
              <a:avLst/>
              <a:gdLst>
                <a:gd name="connsiteX0" fmla="*/ 0 w 852280"/>
                <a:gd name="connsiteY0" fmla="*/ 99617 h 99617"/>
                <a:gd name="connsiteX1" fmla="*/ 114560 w 852280"/>
                <a:gd name="connsiteY1" fmla="*/ 66965 h 99617"/>
                <a:gd name="connsiteX2" fmla="*/ 489785 w 852280"/>
                <a:gd name="connsiteY2" fmla="*/ 14389 h 99617"/>
                <a:gd name="connsiteX3" fmla="*/ 857262 w 852280"/>
                <a:gd name="connsiteY3" fmla="*/ 0 h 99617"/>
                <a:gd name="connsiteX4" fmla="*/ 847853 w 852280"/>
                <a:gd name="connsiteY4" fmla="*/ 3321 h 99617"/>
                <a:gd name="connsiteX5" fmla="*/ 694553 w 852280"/>
                <a:gd name="connsiteY5" fmla="*/ 22691 h 99617"/>
                <a:gd name="connsiteX6" fmla="*/ 250703 w 852280"/>
                <a:gd name="connsiteY6" fmla="*/ 57003 h 99617"/>
                <a:gd name="connsiteX7" fmla="*/ 23244 w 852280"/>
                <a:gd name="connsiteY7" fmla="*/ 99064 h 99617"/>
                <a:gd name="connsiteX8" fmla="*/ 1660 w 852280"/>
                <a:gd name="connsiteY8" fmla="*/ 104045 h 99617"/>
                <a:gd name="connsiteX9" fmla="*/ 0 w 852280"/>
                <a:gd name="connsiteY9" fmla="*/ 99617 h 99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2280" h="99617">
                  <a:moveTo>
                    <a:pt x="0" y="99617"/>
                  </a:moveTo>
                  <a:cubicBezTo>
                    <a:pt x="38187" y="88549"/>
                    <a:pt x="76373" y="76927"/>
                    <a:pt x="114560" y="66965"/>
                  </a:cubicBezTo>
                  <a:cubicBezTo>
                    <a:pt x="237421" y="35419"/>
                    <a:pt x="363049" y="21030"/>
                    <a:pt x="489785" y="14389"/>
                  </a:cubicBezTo>
                  <a:cubicBezTo>
                    <a:pt x="612093" y="7748"/>
                    <a:pt x="734400" y="3321"/>
                    <a:pt x="857262" y="0"/>
                  </a:cubicBezTo>
                  <a:cubicBezTo>
                    <a:pt x="853941" y="1107"/>
                    <a:pt x="851174" y="2767"/>
                    <a:pt x="847853" y="3321"/>
                  </a:cubicBezTo>
                  <a:cubicBezTo>
                    <a:pt x="796938" y="9962"/>
                    <a:pt x="746022" y="18817"/>
                    <a:pt x="694553" y="22691"/>
                  </a:cubicBezTo>
                  <a:cubicBezTo>
                    <a:pt x="546788" y="34866"/>
                    <a:pt x="397915" y="42061"/>
                    <a:pt x="250703" y="57003"/>
                  </a:cubicBezTo>
                  <a:cubicBezTo>
                    <a:pt x="174330" y="64751"/>
                    <a:pt x="99064" y="84675"/>
                    <a:pt x="23244" y="99064"/>
                  </a:cubicBezTo>
                  <a:cubicBezTo>
                    <a:pt x="16049" y="100724"/>
                    <a:pt x="8855" y="102384"/>
                    <a:pt x="1660" y="104045"/>
                  </a:cubicBezTo>
                  <a:cubicBezTo>
                    <a:pt x="553" y="102938"/>
                    <a:pt x="0" y="101277"/>
                    <a:pt x="0" y="99617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1553A53-92F1-4E66-B6A6-B2D9B64B4D31}"/>
                </a:ext>
              </a:extLst>
            </p:cNvPr>
            <p:cNvSpPr/>
            <p:nvPr/>
          </p:nvSpPr>
          <p:spPr>
            <a:xfrm>
              <a:off x="1118942" y="5773535"/>
              <a:ext cx="564498" cy="304386"/>
            </a:xfrm>
            <a:custGeom>
              <a:avLst/>
              <a:gdLst>
                <a:gd name="connsiteX0" fmla="*/ 13815 w 564497"/>
                <a:gd name="connsiteY0" fmla="*/ 0 h 304385"/>
                <a:gd name="connsiteX1" fmla="*/ 16582 w 564497"/>
                <a:gd name="connsiteY1" fmla="*/ 20477 h 304385"/>
                <a:gd name="connsiteX2" fmla="*/ 74692 w 564497"/>
                <a:gd name="connsiteY2" fmla="*/ 150533 h 304385"/>
                <a:gd name="connsiteX3" fmla="*/ 251789 w 564497"/>
                <a:gd name="connsiteY3" fmla="*/ 233547 h 304385"/>
                <a:gd name="connsiteX4" fmla="*/ 555622 w 564497"/>
                <a:gd name="connsiteY4" fmla="*/ 297745 h 304385"/>
                <a:gd name="connsiteX5" fmla="*/ 565030 w 564497"/>
                <a:gd name="connsiteY5" fmla="*/ 300512 h 304385"/>
                <a:gd name="connsiteX6" fmla="*/ 565030 w 564497"/>
                <a:gd name="connsiteY6" fmla="*/ 304939 h 304385"/>
                <a:gd name="connsiteX7" fmla="*/ 529057 w 564497"/>
                <a:gd name="connsiteY7" fmla="*/ 304939 h 304385"/>
                <a:gd name="connsiteX8" fmla="*/ 490871 w 564497"/>
                <a:gd name="connsiteY8" fmla="*/ 303279 h 304385"/>
                <a:gd name="connsiteX9" fmla="*/ 149405 w 564497"/>
                <a:gd name="connsiteY9" fmla="*/ 213623 h 304385"/>
                <a:gd name="connsiteX10" fmla="*/ 32078 w 564497"/>
                <a:gd name="connsiteY10" fmla="*/ 131163 h 304385"/>
                <a:gd name="connsiteX11" fmla="*/ 13815 w 564497"/>
                <a:gd name="connsiteY11" fmla="*/ 0 h 304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4497" h="304385">
                  <a:moveTo>
                    <a:pt x="13815" y="0"/>
                  </a:moveTo>
                  <a:cubicBezTo>
                    <a:pt x="14922" y="6641"/>
                    <a:pt x="17689" y="13836"/>
                    <a:pt x="16582" y="20477"/>
                  </a:cubicBezTo>
                  <a:cubicBezTo>
                    <a:pt x="6620" y="76927"/>
                    <a:pt x="30971" y="118434"/>
                    <a:pt x="74692" y="150533"/>
                  </a:cubicBezTo>
                  <a:cubicBezTo>
                    <a:pt x="127821" y="190380"/>
                    <a:pt x="189805" y="212517"/>
                    <a:pt x="251789" y="233547"/>
                  </a:cubicBezTo>
                  <a:cubicBezTo>
                    <a:pt x="350853" y="267306"/>
                    <a:pt x="452131" y="286123"/>
                    <a:pt x="555622" y="297745"/>
                  </a:cubicBezTo>
                  <a:cubicBezTo>
                    <a:pt x="558942" y="298298"/>
                    <a:pt x="561710" y="299405"/>
                    <a:pt x="565030" y="300512"/>
                  </a:cubicBezTo>
                  <a:cubicBezTo>
                    <a:pt x="565030" y="302172"/>
                    <a:pt x="565030" y="303279"/>
                    <a:pt x="565030" y="304939"/>
                  </a:cubicBezTo>
                  <a:cubicBezTo>
                    <a:pt x="552855" y="304939"/>
                    <a:pt x="540679" y="304939"/>
                    <a:pt x="529057" y="304939"/>
                  </a:cubicBezTo>
                  <a:cubicBezTo>
                    <a:pt x="516328" y="304386"/>
                    <a:pt x="503600" y="304386"/>
                    <a:pt x="490871" y="303279"/>
                  </a:cubicBezTo>
                  <a:cubicBezTo>
                    <a:pt x="372437" y="291104"/>
                    <a:pt x="257877" y="263986"/>
                    <a:pt x="149405" y="213623"/>
                  </a:cubicBezTo>
                  <a:cubicBezTo>
                    <a:pt x="105684" y="193147"/>
                    <a:pt x="65837" y="166582"/>
                    <a:pt x="32078" y="131163"/>
                  </a:cubicBezTo>
                  <a:cubicBezTo>
                    <a:pt x="-3341" y="95190"/>
                    <a:pt x="-9429" y="32652"/>
                    <a:pt x="13815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F9C7DB2-94EE-4E7F-919B-D71EA696BC3D}"/>
                </a:ext>
              </a:extLst>
            </p:cNvPr>
            <p:cNvSpPr/>
            <p:nvPr/>
          </p:nvSpPr>
          <p:spPr>
            <a:xfrm>
              <a:off x="1516836" y="6284904"/>
              <a:ext cx="121754" cy="33206"/>
            </a:xfrm>
            <a:custGeom>
              <a:avLst/>
              <a:gdLst>
                <a:gd name="connsiteX0" fmla="*/ 0 w 121754"/>
                <a:gd name="connsiteY0" fmla="*/ 0 h 33205"/>
                <a:gd name="connsiteX1" fmla="*/ 52576 w 121754"/>
                <a:gd name="connsiteY1" fmla="*/ 27118 h 33205"/>
                <a:gd name="connsiteX2" fmla="*/ 122308 w 121754"/>
                <a:gd name="connsiteY2" fmla="*/ 37080 h 33205"/>
                <a:gd name="connsiteX3" fmla="*/ 36526 w 121754"/>
                <a:gd name="connsiteY3" fmla="*/ 30992 h 33205"/>
                <a:gd name="connsiteX4" fmla="*/ 0 w 121754"/>
                <a:gd name="connsiteY4" fmla="*/ 0 h 33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754" h="33205">
                  <a:moveTo>
                    <a:pt x="0" y="0"/>
                  </a:moveTo>
                  <a:cubicBezTo>
                    <a:pt x="12176" y="19370"/>
                    <a:pt x="31546" y="24904"/>
                    <a:pt x="52576" y="27118"/>
                  </a:cubicBezTo>
                  <a:cubicBezTo>
                    <a:pt x="75820" y="29332"/>
                    <a:pt x="99064" y="33759"/>
                    <a:pt x="122308" y="37080"/>
                  </a:cubicBezTo>
                  <a:cubicBezTo>
                    <a:pt x="93530" y="34866"/>
                    <a:pt x="64751" y="33206"/>
                    <a:pt x="36526" y="30992"/>
                  </a:cubicBezTo>
                  <a:cubicBezTo>
                    <a:pt x="17156" y="29332"/>
                    <a:pt x="5534" y="18263"/>
                    <a:pt x="0" y="0"/>
                  </a:cubicBezTo>
                  <a:close/>
                </a:path>
              </a:pathLst>
            </a:custGeom>
            <a:grpFill/>
            <a:ln w="5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962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51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768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8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717F8E-8275-4797-9ED5-CDA429B6E12C}"/>
              </a:ext>
            </a:extLst>
          </p:cNvPr>
          <p:cNvSpPr/>
          <p:nvPr userDrawn="1"/>
        </p:nvSpPr>
        <p:spPr>
          <a:xfrm rot="10800000" flipV="1">
            <a:off x="2501152" y="0"/>
            <a:ext cx="9690847" cy="6884894"/>
          </a:xfrm>
          <a:custGeom>
            <a:avLst/>
            <a:gdLst>
              <a:gd name="connsiteX0" fmla="*/ 0 w 7557875"/>
              <a:gd name="connsiteY0" fmla="*/ 0 h 6858000"/>
              <a:gd name="connsiteX1" fmla="*/ 7557875 w 7557875"/>
              <a:gd name="connsiteY1" fmla="*/ 0 h 6858000"/>
              <a:gd name="connsiteX2" fmla="*/ 4370632 w 7557875"/>
              <a:gd name="connsiteY2" fmla="*/ 6858000 h 6858000"/>
              <a:gd name="connsiteX3" fmla="*/ 0 w 7557875"/>
              <a:gd name="connsiteY3" fmla="*/ 6858000 h 6858000"/>
              <a:gd name="connsiteX0" fmla="*/ 0 w 7557875"/>
              <a:gd name="connsiteY0" fmla="*/ 0 h 6884894"/>
              <a:gd name="connsiteX1" fmla="*/ 7557875 w 7557875"/>
              <a:gd name="connsiteY1" fmla="*/ 0 h 6884894"/>
              <a:gd name="connsiteX2" fmla="*/ 4685252 w 7557875"/>
              <a:gd name="connsiteY2" fmla="*/ 6884894 h 6884894"/>
              <a:gd name="connsiteX3" fmla="*/ 0 w 7557875"/>
              <a:gd name="connsiteY3" fmla="*/ 6858000 h 6884894"/>
              <a:gd name="connsiteX4" fmla="*/ 0 w 7557875"/>
              <a:gd name="connsiteY4" fmla="*/ 0 h 6884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57875" h="6884894">
                <a:moveTo>
                  <a:pt x="0" y="0"/>
                </a:moveTo>
                <a:lnTo>
                  <a:pt x="7557875" y="0"/>
                </a:lnTo>
                <a:lnTo>
                  <a:pt x="4685252" y="688489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79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69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BC3D1C6-9316-43B9-9EE1-D016C13B63D7}"/>
              </a:ext>
            </a:extLst>
          </p:cNvPr>
          <p:cNvSpPr/>
          <p:nvPr userDrawn="1"/>
        </p:nvSpPr>
        <p:spPr>
          <a:xfrm>
            <a:off x="1" y="0"/>
            <a:ext cx="7267073" cy="6858000"/>
          </a:xfrm>
          <a:custGeom>
            <a:avLst/>
            <a:gdLst>
              <a:gd name="connsiteX0" fmla="*/ 0 w 7557875"/>
              <a:gd name="connsiteY0" fmla="*/ 0 h 6858000"/>
              <a:gd name="connsiteX1" fmla="*/ 7557875 w 7557875"/>
              <a:gd name="connsiteY1" fmla="*/ 0 h 6858000"/>
              <a:gd name="connsiteX2" fmla="*/ 4370632 w 7557875"/>
              <a:gd name="connsiteY2" fmla="*/ 6858000 h 6858000"/>
              <a:gd name="connsiteX3" fmla="*/ 0 w 75578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7875" h="6858000">
                <a:moveTo>
                  <a:pt x="0" y="0"/>
                </a:moveTo>
                <a:lnTo>
                  <a:pt x="7557875" y="0"/>
                </a:lnTo>
                <a:lnTo>
                  <a:pt x="437063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>
              <a:lumMod val="50000"/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760AC20-0645-4AE6-BC4F-285B18B690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79656" y="1838324"/>
            <a:ext cx="8412345" cy="4067177"/>
          </a:xfrm>
          <a:custGeom>
            <a:avLst/>
            <a:gdLst>
              <a:gd name="connsiteX0" fmla="*/ 0 w 8412345"/>
              <a:gd name="connsiteY0" fmla="*/ 0 h 4067177"/>
              <a:gd name="connsiteX1" fmla="*/ 8412345 w 8412345"/>
              <a:gd name="connsiteY1" fmla="*/ 0 h 4067177"/>
              <a:gd name="connsiteX2" fmla="*/ 8412345 w 8412345"/>
              <a:gd name="connsiteY2" fmla="*/ 4067177 h 4067177"/>
              <a:gd name="connsiteX3" fmla="*/ 1452936 w 8412345"/>
              <a:gd name="connsiteY3" fmla="*/ 4067177 h 4067177"/>
              <a:gd name="connsiteX4" fmla="*/ 1340647 w 8412345"/>
              <a:gd name="connsiteY4" fmla="*/ 3752847 h 4067177"/>
              <a:gd name="connsiteX5" fmla="*/ 8412344 w 8412345"/>
              <a:gd name="connsiteY5" fmla="*/ 3752847 h 4067177"/>
              <a:gd name="connsiteX6" fmla="*/ 8412344 w 8412345"/>
              <a:gd name="connsiteY6" fmla="*/ 3524256 h 4067177"/>
              <a:gd name="connsiteX7" fmla="*/ 1258986 w 8412345"/>
              <a:gd name="connsiteY7" fmla="*/ 3524256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412345" h="4067177">
                <a:moveTo>
                  <a:pt x="0" y="0"/>
                </a:moveTo>
                <a:lnTo>
                  <a:pt x="8412345" y="0"/>
                </a:lnTo>
                <a:lnTo>
                  <a:pt x="8412345" y="4067177"/>
                </a:lnTo>
                <a:lnTo>
                  <a:pt x="1452936" y="4067177"/>
                </a:lnTo>
                <a:lnTo>
                  <a:pt x="1340647" y="3752847"/>
                </a:lnTo>
                <a:lnTo>
                  <a:pt x="8412344" y="3752847"/>
                </a:lnTo>
                <a:lnTo>
                  <a:pt x="8412344" y="3524256"/>
                </a:lnTo>
                <a:lnTo>
                  <a:pt x="1258986" y="35242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F0D5D85-25EF-40C1-9119-2AE98DC382AC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0" y="1285875"/>
            <a:ext cx="4432248" cy="4067177"/>
          </a:xfrm>
          <a:custGeom>
            <a:avLst/>
            <a:gdLst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904875 w 4432248"/>
              <a:gd name="connsiteY2" fmla="*/ 0 h 4067177"/>
              <a:gd name="connsiteX3" fmla="*/ 2979312 w 4432248"/>
              <a:gd name="connsiteY3" fmla="*/ 0 h 4067177"/>
              <a:gd name="connsiteX4" fmla="*/ 4432248 w 4432248"/>
              <a:gd name="connsiteY4" fmla="*/ 4067177 h 4067177"/>
              <a:gd name="connsiteX5" fmla="*/ 571500 w 4432248"/>
              <a:gd name="connsiteY5" fmla="*/ 4067177 h 4067177"/>
              <a:gd name="connsiteX6" fmla="*/ 571500 w 4432248"/>
              <a:gd name="connsiteY6" fmla="*/ 4067175 h 4067177"/>
              <a:gd name="connsiteX7" fmla="*/ 0 w 4432248"/>
              <a:gd name="connsiteY7" fmla="*/ 4067175 h 4067177"/>
              <a:gd name="connsiteX0" fmla="*/ 0 w 4432248"/>
              <a:gd name="connsiteY0" fmla="*/ 0 h 4067177"/>
              <a:gd name="connsiteX1" fmla="*/ 571500 w 4432248"/>
              <a:gd name="connsiteY1" fmla="*/ 0 h 4067177"/>
              <a:gd name="connsiteX2" fmla="*/ 2979312 w 4432248"/>
              <a:gd name="connsiteY2" fmla="*/ 0 h 4067177"/>
              <a:gd name="connsiteX3" fmla="*/ 4432248 w 4432248"/>
              <a:gd name="connsiteY3" fmla="*/ 4067177 h 4067177"/>
              <a:gd name="connsiteX4" fmla="*/ 571500 w 4432248"/>
              <a:gd name="connsiteY4" fmla="*/ 4067177 h 4067177"/>
              <a:gd name="connsiteX5" fmla="*/ 571500 w 4432248"/>
              <a:gd name="connsiteY5" fmla="*/ 4067175 h 4067177"/>
              <a:gd name="connsiteX6" fmla="*/ 0 w 4432248"/>
              <a:gd name="connsiteY6" fmla="*/ 4067175 h 4067177"/>
              <a:gd name="connsiteX7" fmla="*/ 0 w 4432248"/>
              <a:gd name="connsiteY7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571500 w 4432248"/>
              <a:gd name="connsiteY4" fmla="*/ 4067175 h 4067177"/>
              <a:gd name="connsiteX5" fmla="*/ 0 w 4432248"/>
              <a:gd name="connsiteY5" fmla="*/ 4067175 h 4067177"/>
              <a:gd name="connsiteX6" fmla="*/ 0 w 4432248"/>
              <a:gd name="connsiteY6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571500 w 4432248"/>
              <a:gd name="connsiteY3" fmla="*/ 4067177 h 4067177"/>
              <a:gd name="connsiteX4" fmla="*/ 0 w 4432248"/>
              <a:gd name="connsiteY4" fmla="*/ 4067175 h 4067177"/>
              <a:gd name="connsiteX5" fmla="*/ 0 w 4432248"/>
              <a:gd name="connsiteY5" fmla="*/ 0 h 4067177"/>
              <a:gd name="connsiteX0" fmla="*/ 0 w 4432248"/>
              <a:gd name="connsiteY0" fmla="*/ 0 h 4067177"/>
              <a:gd name="connsiteX1" fmla="*/ 2979312 w 4432248"/>
              <a:gd name="connsiteY1" fmla="*/ 0 h 4067177"/>
              <a:gd name="connsiteX2" fmla="*/ 4432248 w 4432248"/>
              <a:gd name="connsiteY2" fmla="*/ 4067177 h 4067177"/>
              <a:gd name="connsiteX3" fmla="*/ 0 w 4432248"/>
              <a:gd name="connsiteY3" fmla="*/ 4067175 h 4067177"/>
              <a:gd name="connsiteX4" fmla="*/ 0 w 4432248"/>
              <a:gd name="connsiteY4" fmla="*/ 0 h 4067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2248" h="4067177">
                <a:moveTo>
                  <a:pt x="0" y="0"/>
                </a:moveTo>
                <a:lnTo>
                  <a:pt x="2979312" y="0"/>
                </a:lnTo>
                <a:lnTo>
                  <a:pt x="4432248" y="4067177"/>
                </a:lnTo>
                <a:lnTo>
                  <a:pt x="0" y="4067175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5020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7CB68201-6AEB-4BFE-B92F-F7D14A3CB566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7155850" cy="6858000"/>
          </a:xfrm>
          <a:custGeom>
            <a:avLst/>
            <a:gdLst>
              <a:gd name="connsiteX0" fmla="*/ 0 w 7155850"/>
              <a:gd name="connsiteY0" fmla="*/ 3024930 h 6858000"/>
              <a:gd name="connsiteX1" fmla="*/ 2358530 w 7155850"/>
              <a:gd name="connsiteY1" fmla="*/ 6858000 h 6858000"/>
              <a:gd name="connsiteX2" fmla="*/ 1329860 w 7155850"/>
              <a:gd name="connsiteY2" fmla="*/ 6858000 h 6858000"/>
              <a:gd name="connsiteX3" fmla="*/ 0 w 7155850"/>
              <a:gd name="connsiteY3" fmla="*/ 4691859 h 6858000"/>
              <a:gd name="connsiteX4" fmla="*/ 1 w 7155850"/>
              <a:gd name="connsiteY4" fmla="*/ 397145 h 6858000"/>
              <a:gd name="connsiteX5" fmla="*/ 3459898 w 7155850"/>
              <a:gd name="connsiteY5" fmla="*/ 6020152 h 6858000"/>
              <a:gd name="connsiteX6" fmla="*/ 2945517 w 7155850"/>
              <a:gd name="connsiteY6" fmla="*/ 6858000 h 6858000"/>
              <a:gd name="connsiteX7" fmla="*/ 1 w 7155850"/>
              <a:gd name="connsiteY7" fmla="*/ 2060197 h 6858000"/>
              <a:gd name="connsiteX8" fmla="*/ 396861 w 7155850"/>
              <a:gd name="connsiteY8" fmla="*/ 0 h 6858000"/>
              <a:gd name="connsiteX9" fmla="*/ 7155850 w 7155850"/>
              <a:gd name="connsiteY9" fmla="*/ 0 h 6858000"/>
              <a:gd name="connsiteX10" fmla="*/ 3780151 w 7155850"/>
              <a:gd name="connsiteY10" fmla="*/ 549850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155850" h="6858000">
                <a:moveTo>
                  <a:pt x="0" y="3024930"/>
                </a:moveTo>
                <a:lnTo>
                  <a:pt x="2358530" y="6858000"/>
                </a:lnTo>
                <a:lnTo>
                  <a:pt x="1329860" y="6858000"/>
                </a:lnTo>
                <a:lnTo>
                  <a:pt x="0" y="4691859"/>
                </a:lnTo>
                <a:close/>
                <a:moveTo>
                  <a:pt x="1" y="397145"/>
                </a:moveTo>
                <a:lnTo>
                  <a:pt x="3459898" y="6020152"/>
                </a:lnTo>
                <a:lnTo>
                  <a:pt x="2945517" y="6858000"/>
                </a:lnTo>
                <a:lnTo>
                  <a:pt x="1" y="2060197"/>
                </a:lnTo>
                <a:close/>
                <a:moveTo>
                  <a:pt x="396861" y="0"/>
                </a:moveTo>
                <a:lnTo>
                  <a:pt x="7155850" y="0"/>
                </a:lnTo>
                <a:lnTo>
                  <a:pt x="3780151" y="54985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1888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5E6ADF9-2CA1-4B5D-B4B2-DC799783715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956300" y="0"/>
            <a:ext cx="5346285" cy="6857999"/>
          </a:xfrm>
          <a:custGeom>
            <a:avLst/>
            <a:gdLst>
              <a:gd name="connsiteX0" fmla="*/ 1411644 w 5346285"/>
              <a:gd name="connsiteY0" fmla="*/ 735217 h 6857999"/>
              <a:gd name="connsiteX1" fmla="*/ 1555977 w 5346285"/>
              <a:gd name="connsiteY1" fmla="*/ 742505 h 6857999"/>
              <a:gd name="connsiteX2" fmla="*/ 1692597 w 5346285"/>
              <a:gd name="connsiteY2" fmla="*/ 763356 h 6857999"/>
              <a:gd name="connsiteX3" fmla="*/ 346164 w 5346285"/>
              <a:gd name="connsiteY3" fmla="*/ 2792427 h 6857999"/>
              <a:gd name="connsiteX4" fmla="*/ 1115774 w 5346285"/>
              <a:gd name="connsiteY4" fmla="*/ 2792427 h 6857999"/>
              <a:gd name="connsiteX5" fmla="*/ 2281106 w 5346285"/>
              <a:gd name="connsiteY5" fmla="*/ 1036275 h 6857999"/>
              <a:gd name="connsiteX6" fmla="*/ 2309581 w 5346285"/>
              <a:gd name="connsiteY6" fmla="*/ 1057568 h 6857999"/>
              <a:gd name="connsiteX7" fmla="*/ 2814083 w 5346285"/>
              <a:gd name="connsiteY7" fmla="*/ 1984766 h 6857999"/>
              <a:gd name="connsiteX8" fmla="*/ 2818612 w 5346285"/>
              <a:gd name="connsiteY8" fmla="*/ 2064522 h 6857999"/>
              <a:gd name="connsiteX9" fmla="*/ 2874475 w 5346285"/>
              <a:gd name="connsiteY9" fmla="*/ 2050158 h 6857999"/>
              <a:gd name="connsiteX10" fmla="*/ 3289075 w 5346285"/>
              <a:gd name="connsiteY10" fmla="*/ 2008363 h 6857999"/>
              <a:gd name="connsiteX11" fmla="*/ 5346285 w 5346285"/>
              <a:gd name="connsiteY11" fmla="*/ 4065573 h 6857999"/>
              <a:gd name="connsiteX12" fmla="*/ 3289075 w 5346285"/>
              <a:gd name="connsiteY12" fmla="*/ 6122783 h 6857999"/>
              <a:gd name="connsiteX13" fmla="*/ 1834408 w 5346285"/>
              <a:gd name="connsiteY13" fmla="*/ 5520240 h 6857999"/>
              <a:gd name="connsiteX14" fmla="*/ 1828667 w 5346285"/>
              <a:gd name="connsiteY14" fmla="*/ 5513924 h 6857999"/>
              <a:gd name="connsiteX15" fmla="*/ 936777 w 5346285"/>
              <a:gd name="connsiteY15" fmla="*/ 6857999 h 6857999"/>
              <a:gd name="connsiteX16" fmla="*/ 167167 w 5346285"/>
              <a:gd name="connsiteY16" fmla="*/ 6857999 h 6857999"/>
              <a:gd name="connsiteX17" fmla="*/ 1433594 w 5346285"/>
              <a:gd name="connsiteY17" fmla="*/ 4949498 h 6857999"/>
              <a:gd name="connsiteX18" fmla="*/ 1393531 w 5346285"/>
              <a:gd name="connsiteY18" fmla="*/ 4866332 h 6857999"/>
              <a:gd name="connsiteX19" fmla="*/ 1231865 w 5346285"/>
              <a:gd name="connsiteY19" fmla="*/ 4065573 h 6857999"/>
              <a:gd name="connsiteX20" fmla="*/ 1273661 w 5346285"/>
              <a:gd name="connsiteY20" fmla="*/ 3650974 h 6857999"/>
              <a:gd name="connsiteX21" fmla="*/ 1298900 w 5346285"/>
              <a:gd name="connsiteY21" fmla="*/ 3552812 h 6857999"/>
              <a:gd name="connsiteX22" fmla="*/ 1267312 w 5346285"/>
              <a:gd name="connsiteY22" fmla="*/ 3551217 h 6857999"/>
              <a:gd name="connsiteX23" fmla="*/ 0 w 5346285"/>
              <a:gd name="connsiteY23" fmla="*/ 2146861 h 6857999"/>
              <a:gd name="connsiteX24" fmla="*/ 1411644 w 5346285"/>
              <a:gd name="connsiteY24" fmla="*/ 735217 h 6857999"/>
              <a:gd name="connsiteX25" fmla="*/ 2199138 w 5346285"/>
              <a:gd name="connsiteY25" fmla="*/ 0 h 6857999"/>
              <a:gd name="connsiteX26" fmla="*/ 2968749 w 5346285"/>
              <a:gd name="connsiteY26" fmla="*/ 0 h 6857999"/>
              <a:gd name="connsiteX27" fmla="*/ 2281106 w 5346285"/>
              <a:gd name="connsiteY27" fmla="*/ 1036275 h 6857999"/>
              <a:gd name="connsiteX28" fmla="*/ 2200908 w 5346285"/>
              <a:gd name="connsiteY28" fmla="*/ 976304 h 6857999"/>
              <a:gd name="connsiteX29" fmla="*/ 1696140 w 5346285"/>
              <a:gd name="connsiteY29" fmla="*/ 763897 h 6857999"/>
              <a:gd name="connsiteX30" fmla="*/ 1692597 w 5346285"/>
              <a:gd name="connsiteY30" fmla="*/ 7633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346285" h="6857999">
                <a:moveTo>
                  <a:pt x="1411644" y="735217"/>
                </a:moveTo>
                <a:cubicBezTo>
                  <a:pt x="1460371" y="735217"/>
                  <a:pt x="1508521" y="737686"/>
                  <a:pt x="1555977" y="742505"/>
                </a:cubicBezTo>
                <a:lnTo>
                  <a:pt x="1692597" y="763356"/>
                </a:lnTo>
                <a:lnTo>
                  <a:pt x="346164" y="2792427"/>
                </a:lnTo>
                <a:lnTo>
                  <a:pt x="1115774" y="2792427"/>
                </a:lnTo>
                <a:lnTo>
                  <a:pt x="2281106" y="1036275"/>
                </a:lnTo>
                <a:lnTo>
                  <a:pt x="2309581" y="1057568"/>
                </a:lnTo>
                <a:cubicBezTo>
                  <a:pt x="2584098" y="1284120"/>
                  <a:pt x="2771517" y="1612438"/>
                  <a:pt x="2814083" y="1984766"/>
                </a:cubicBezTo>
                <a:lnTo>
                  <a:pt x="2818612" y="2064522"/>
                </a:lnTo>
                <a:lnTo>
                  <a:pt x="2874475" y="2050158"/>
                </a:lnTo>
                <a:cubicBezTo>
                  <a:pt x="3008395" y="2022754"/>
                  <a:pt x="3147054" y="2008363"/>
                  <a:pt x="3289075" y="2008363"/>
                </a:cubicBezTo>
                <a:cubicBezTo>
                  <a:pt x="4425241" y="2008363"/>
                  <a:pt x="5346285" y="2929407"/>
                  <a:pt x="5346285" y="4065573"/>
                </a:cubicBezTo>
                <a:cubicBezTo>
                  <a:pt x="5346285" y="5201739"/>
                  <a:pt x="4425241" y="6122783"/>
                  <a:pt x="3289075" y="6122783"/>
                </a:cubicBezTo>
                <a:cubicBezTo>
                  <a:pt x="2720992" y="6122783"/>
                  <a:pt x="2206690" y="5892522"/>
                  <a:pt x="1834408" y="5520240"/>
                </a:cubicBezTo>
                <a:lnTo>
                  <a:pt x="1828667" y="5513924"/>
                </a:lnTo>
                <a:lnTo>
                  <a:pt x="936777" y="6857999"/>
                </a:lnTo>
                <a:lnTo>
                  <a:pt x="167167" y="6857999"/>
                </a:lnTo>
                <a:lnTo>
                  <a:pt x="1433594" y="4949498"/>
                </a:lnTo>
                <a:lnTo>
                  <a:pt x="1393531" y="4866332"/>
                </a:lnTo>
                <a:cubicBezTo>
                  <a:pt x="1289431" y="4620211"/>
                  <a:pt x="1231865" y="4349615"/>
                  <a:pt x="1231865" y="4065573"/>
                </a:cubicBezTo>
                <a:cubicBezTo>
                  <a:pt x="1231865" y="3923552"/>
                  <a:pt x="1246257" y="3784893"/>
                  <a:pt x="1273661" y="3650974"/>
                </a:cubicBezTo>
                <a:lnTo>
                  <a:pt x="1298900" y="3552812"/>
                </a:lnTo>
                <a:lnTo>
                  <a:pt x="1267312" y="3551217"/>
                </a:lnTo>
                <a:cubicBezTo>
                  <a:pt x="555482" y="3478927"/>
                  <a:pt x="0" y="2877763"/>
                  <a:pt x="0" y="2146861"/>
                </a:cubicBezTo>
                <a:cubicBezTo>
                  <a:pt x="0" y="1367232"/>
                  <a:pt x="632015" y="735217"/>
                  <a:pt x="1411644" y="735217"/>
                </a:cubicBezTo>
                <a:close/>
                <a:moveTo>
                  <a:pt x="2199138" y="0"/>
                </a:moveTo>
                <a:lnTo>
                  <a:pt x="2968749" y="0"/>
                </a:lnTo>
                <a:lnTo>
                  <a:pt x="2281106" y="1036275"/>
                </a:lnTo>
                <a:lnTo>
                  <a:pt x="2200908" y="976304"/>
                </a:lnTo>
                <a:cubicBezTo>
                  <a:pt x="2050708" y="874831"/>
                  <a:pt x="1879929" y="801505"/>
                  <a:pt x="1696140" y="763897"/>
                </a:cubicBezTo>
                <a:lnTo>
                  <a:pt x="1692597" y="7633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229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AA37609-EE48-4945-848C-682481779A3D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" y="0"/>
            <a:ext cx="9621234" cy="6858000"/>
          </a:xfrm>
          <a:custGeom>
            <a:avLst/>
            <a:gdLst>
              <a:gd name="connsiteX0" fmla="*/ 2853265 w 9621234"/>
              <a:gd name="connsiteY0" fmla="*/ 2028524 h 6858000"/>
              <a:gd name="connsiteX1" fmla="*/ 4826000 w 9621234"/>
              <a:gd name="connsiteY1" fmla="*/ 3431038 h 6858000"/>
              <a:gd name="connsiteX2" fmla="*/ 2854761 w 9621234"/>
              <a:gd name="connsiteY2" fmla="*/ 4832489 h 6858000"/>
              <a:gd name="connsiteX3" fmla="*/ 2822059 w 9621234"/>
              <a:gd name="connsiteY3" fmla="*/ 4789070 h 6858000"/>
              <a:gd name="connsiteX4" fmla="*/ 2403936 w 9621234"/>
              <a:gd name="connsiteY4" fmla="*/ 3443286 h 6858000"/>
              <a:gd name="connsiteX5" fmla="*/ 2806135 w 9621234"/>
              <a:gd name="connsiteY5" fmla="*/ 2092659 h 6858000"/>
              <a:gd name="connsiteX6" fmla="*/ 6877797 w 9621234"/>
              <a:gd name="connsiteY6" fmla="*/ 1970178 h 6858000"/>
              <a:gd name="connsiteX7" fmla="*/ 6978948 w 9621234"/>
              <a:gd name="connsiteY7" fmla="*/ 4734303 h 6858000"/>
              <a:gd name="connsiteX8" fmla="*/ 6870992 w 9621234"/>
              <a:gd name="connsiteY8" fmla="*/ 4896961 h 6858000"/>
              <a:gd name="connsiteX9" fmla="*/ 9621234 w 9621234"/>
              <a:gd name="connsiteY9" fmla="*/ 6858000 h 6858000"/>
              <a:gd name="connsiteX10" fmla="*/ 6307151 w 9621234"/>
              <a:gd name="connsiteY10" fmla="*/ 6858000 h 6858000"/>
              <a:gd name="connsiteX11" fmla="*/ 5779323 w 9621234"/>
              <a:gd name="connsiteY11" fmla="*/ 6481637 h 6858000"/>
              <a:gd name="connsiteX12" fmla="*/ 5834204 w 9621234"/>
              <a:gd name="connsiteY12" fmla="*/ 6465764 h 6858000"/>
              <a:gd name="connsiteX13" fmla="*/ 6942383 w 9621234"/>
              <a:gd name="connsiteY13" fmla="*/ 5827420 h 6858000"/>
              <a:gd name="connsiteX14" fmla="*/ 6870974 w 9621234"/>
              <a:gd name="connsiteY14" fmla="*/ 5746593 h 6858000"/>
              <a:gd name="connsiteX15" fmla="*/ 5800140 w 9621234"/>
              <a:gd name="connsiteY15" fmla="*/ 6363425 h 6858000"/>
              <a:gd name="connsiteX16" fmla="*/ 5667386 w 9621234"/>
              <a:gd name="connsiteY16" fmla="*/ 6401822 h 6858000"/>
              <a:gd name="connsiteX17" fmla="*/ 5011435 w 9621234"/>
              <a:gd name="connsiteY17" fmla="*/ 5934101 h 6858000"/>
              <a:gd name="connsiteX18" fmla="*/ 5080493 w 9621234"/>
              <a:gd name="connsiteY18" fmla="*/ 5930614 h 6858000"/>
              <a:gd name="connsiteX19" fmla="*/ 6763778 w 9621234"/>
              <a:gd name="connsiteY19" fmla="*/ 5028515 h 6858000"/>
              <a:gd name="connsiteX20" fmla="*/ 6861919 w 9621234"/>
              <a:gd name="connsiteY20" fmla="*/ 4897273 h 6858000"/>
              <a:gd name="connsiteX21" fmla="*/ 4829615 w 9621234"/>
              <a:gd name="connsiteY21" fmla="*/ 3428999 h 6858000"/>
              <a:gd name="connsiteX22" fmla="*/ 0 w 9621234"/>
              <a:gd name="connsiteY22" fmla="*/ 0 h 6858000"/>
              <a:gd name="connsiteX23" fmla="*/ 2 w 9621234"/>
              <a:gd name="connsiteY23" fmla="*/ 0 h 6858000"/>
              <a:gd name="connsiteX24" fmla="*/ 2775829 w 9621234"/>
              <a:gd name="connsiteY24" fmla="*/ 1973471 h 6858000"/>
              <a:gd name="connsiteX25" fmla="*/ 2726844 w 9621234"/>
              <a:gd name="connsiteY25" fmla="*/ 2040131 h 6858000"/>
              <a:gd name="connsiteX26" fmla="*/ 2308835 w 9621234"/>
              <a:gd name="connsiteY26" fmla="*/ 3443847 h 6858000"/>
              <a:gd name="connsiteX27" fmla="*/ 2743392 w 9621234"/>
              <a:gd name="connsiteY27" fmla="*/ 4842528 h 6858000"/>
              <a:gd name="connsiteX28" fmla="*/ 2777306 w 9621234"/>
              <a:gd name="connsiteY28" fmla="*/ 4887555 h 6858000"/>
              <a:gd name="connsiteX29" fmla="*/ 2304974 w 9621234"/>
              <a:gd name="connsiteY29" fmla="*/ 5223359 h 6858000"/>
              <a:gd name="connsiteX30" fmla="*/ 2297754 w 9621234"/>
              <a:gd name="connsiteY30" fmla="*/ 5213951 h 6858000"/>
              <a:gd name="connsiteX31" fmla="*/ 1834276 w 9621234"/>
              <a:gd name="connsiteY31" fmla="*/ 2635877 h 6858000"/>
              <a:gd name="connsiteX32" fmla="*/ 1730029 w 9621234"/>
              <a:gd name="connsiteY32" fmla="*/ 2608217 h 6858000"/>
              <a:gd name="connsiteX33" fmla="*/ 2209671 w 9621234"/>
              <a:gd name="connsiteY33" fmla="*/ 5276202 h 6858000"/>
              <a:gd name="connsiteX34" fmla="*/ 2217076 w 9621234"/>
              <a:gd name="connsiteY34" fmla="*/ 5285850 h 6858000"/>
              <a:gd name="connsiteX35" fmla="*/ 5735 w 9621234"/>
              <a:gd name="connsiteY35" fmla="*/ 6858000 h 6858000"/>
              <a:gd name="connsiteX36" fmla="*/ 0 w 9621234"/>
              <a:gd name="connsiteY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9621234" h="6858000">
                <a:moveTo>
                  <a:pt x="2853265" y="2028524"/>
                </a:moveTo>
                <a:lnTo>
                  <a:pt x="4826000" y="3431038"/>
                </a:lnTo>
                <a:lnTo>
                  <a:pt x="2854761" y="4832489"/>
                </a:lnTo>
                <a:lnTo>
                  <a:pt x="2822059" y="4789070"/>
                </a:lnTo>
                <a:cubicBezTo>
                  <a:pt x="2560729" y="4405263"/>
                  <a:pt x="2406883" y="3942281"/>
                  <a:pt x="2403936" y="3443286"/>
                </a:cubicBezTo>
                <a:cubicBezTo>
                  <a:pt x="2400990" y="2944292"/>
                  <a:pt x="2549357" y="2479526"/>
                  <a:pt x="2806135" y="2092659"/>
                </a:cubicBezTo>
                <a:close/>
                <a:moveTo>
                  <a:pt x="6877797" y="1970178"/>
                </a:moveTo>
                <a:cubicBezTo>
                  <a:pt x="7464209" y="2793500"/>
                  <a:pt x="7497364" y="3881401"/>
                  <a:pt x="6978948" y="4734303"/>
                </a:cubicBezTo>
                <a:lnTo>
                  <a:pt x="6870992" y="4896961"/>
                </a:lnTo>
                <a:lnTo>
                  <a:pt x="9621234" y="6858000"/>
                </a:lnTo>
                <a:lnTo>
                  <a:pt x="6307151" y="6858000"/>
                </a:lnTo>
                <a:lnTo>
                  <a:pt x="5779323" y="6481637"/>
                </a:lnTo>
                <a:lnTo>
                  <a:pt x="5834204" y="6465764"/>
                </a:lnTo>
                <a:cubicBezTo>
                  <a:pt x="6234233" y="6332749"/>
                  <a:pt x="6612074" y="6119246"/>
                  <a:pt x="6942383" y="5827420"/>
                </a:cubicBezTo>
                <a:lnTo>
                  <a:pt x="6870974" y="5746593"/>
                </a:lnTo>
                <a:cubicBezTo>
                  <a:pt x="6551796" y="6028585"/>
                  <a:pt x="6186689" y="6234893"/>
                  <a:pt x="5800140" y="6363425"/>
                </a:cubicBezTo>
                <a:lnTo>
                  <a:pt x="5667386" y="6401822"/>
                </a:lnTo>
                <a:lnTo>
                  <a:pt x="5011435" y="5934101"/>
                </a:lnTo>
                <a:lnTo>
                  <a:pt x="5080493" y="5930614"/>
                </a:lnTo>
                <a:cubicBezTo>
                  <a:pt x="5756761" y="5861935"/>
                  <a:pt x="6353809" y="5525282"/>
                  <a:pt x="6763778" y="5028515"/>
                </a:cubicBezTo>
                <a:lnTo>
                  <a:pt x="6861919" y="4897273"/>
                </a:lnTo>
                <a:lnTo>
                  <a:pt x="4829615" y="3428999"/>
                </a:lnTo>
                <a:close/>
                <a:moveTo>
                  <a:pt x="0" y="0"/>
                </a:moveTo>
                <a:lnTo>
                  <a:pt x="2" y="0"/>
                </a:lnTo>
                <a:lnTo>
                  <a:pt x="2775829" y="1973471"/>
                </a:lnTo>
                <a:lnTo>
                  <a:pt x="2726844" y="2040131"/>
                </a:lnTo>
                <a:cubicBezTo>
                  <a:pt x="2459973" y="2442204"/>
                  <a:pt x="2305773" y="2925239"/>
                  <a:pt x="2308835" y="3443847"/>
                </a:cubicBezTo>
                <a:cubicBezTo>
                  <a:pt x="2311897" y="3962456"/>
                  <a:pt x="2471791" y="4443635"/>
                  <a:pt x="2743392" y="4842528"/>
                </a:cubicBezTo>
                <a:lnTo>
                  <a:pt x="2777306" y="4887555"/>
                </a:lnTo>
                <a:lnTo>
                  <a:pt x="2304974" y="5223359"/>
                </a:lnTo>
                <a:lnTo>
                  <a:pt x="2297754" y="5213951"/>
                </a:lnTo>
                <a:cubicBezTo>
                  <a:pt x="1780750" y="4481926"/>
                  <a:pt x="1593974" y="3541527"/>
                  <a:pt x="1834276" y="2635877"/>
                </a:cubicBezTo>
                <a:lnTo>
                  <a:pt x="1730029" y="2608217"/>
                </a:lnTo>
                <a:cubicBezTo>
                  <a:pt x="1481347" y="3545452"/>
                  <a:pt x="1674637" y="4518648"/>
                  <a:pt x="2209671" y="5276202"/>
                </a:cubicBezTo>
                <a:lnTo>
                  <a:pt x="2217076" y="5285850"/>
                </a:lnTo>
                <a:lnTo>
                  <a:pt x="5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5118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9F62109-B5FA-4FA8-A590-713EB2E5F36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5567881" y="0"/>
            <a:ext cx="6206149" cy="6858000"/>
          </a:xfrm>
          <a:custGeom>
            <a:avLst/>
            <a:gdLst>
              <a:gd name="connsiteX0" fmla="*/ 5280530 w 6206149"/>
              <a:gd name="connsiteY0" fmla="*/ 3429000 h 6858000"/>
              <a:gd name="connsiteX1" fmla="*/ 6206149 w 6206149"/>
              <a:gd name="connsiteY1" fmla="*/ 3429000 h 6858000"/>
              <a:gd name="connsiteX2" fmla="*/ 4207499 w 6206149"/>
              <a:gd name="connsiteY2" fmla="*/ 6858000 h 6858000"/>
              <a:gd name="connsiteX3" fmla="*/ 3281880 w 6206149"/>
              <a:gd name="connsiteY3" fmla="*/ 6858000 h 6858000"/>
              <a:gd name="connsiteX4" fmla="*/ 4173746 w 6206149"/>
              <a:gd name="connsiteY4" fmla="*/ 3429000 h 6858000"/>
              <a:gd name="connsiteX5" fmla="*/ 5099365 w 6206149"/>
              <a:gd name="connsiteY5" fmla="*/ 3429000 h 6858000"/>
              <a:gd name="connsiteX6" fmla="*/ 3100715 w 6206149"/>
              <a:gd name="connsiteY6" fmla="*/ 6858000 h 6858000"/>
              <a:gd name="connsiteX7" fmla="*/ 2175096 w 6206149"/>
              <a:gd name="connsiteY7" fmla="*/ 6858000 h 6858000"/>
              <a:gd name="connsiteX8" fmla="*/ 5075842 w 6206149"/>
              <a:gd name="connsiteY8" fmla="*/ 0 h 6858000"/>
              <a:gd name="connsiteX9" fmla="*/ 5993394 w 6206149"/>
              <a:gd name="connsiteY9" fmla="*/ 0 h 6858000"/>
              <a:gd name="connsiteX10" fmla="*/ 1976808 w 6206149"/>
              <a:gd name="connsiteY10" fmla="*/ 6858000 h 6858000"/>
              <a:gd name="connsiteX11" fmla="*/ 1059256 w 6206149"/>
              <a:gd name="connsiteY11" fmla="*/ 6858000 h 6858000"/>
              <a:gd name="connsiteX12" fmla="*/ 3931564 w 6206149"/>
              <a:gd name="connsiteY12" fmla="*/ 0 h 6858000"/>
              <a:gd name="connsiteX13" fmla="*/ 4857183 w 6206149"/>
              <a:gd name="connsiteY13" fmla="*/ 0 h 6858000"/>
              <a:gd name="connsiteX14" fmla="*/ 2858533 w 6206149"/>
              <a:gd name="connsiteY14" fmla="*/ 3429000 h 6858000"/>
              <a:gd name="connsiteX15" fmla="*/ 1932914 w 6206149"/>
              <a:gd name="connsiteY15" fmla="*/ 3429000 h 6858000"/>
              <a:gd name="connsiteX16" fmla="*/ 2008640 w 6206149"/>
              <a:gd name="connsiteY16" fmla="*/ 0 h 6858000"/>
              <a:gd name="connsiteX17" fmla="*/ 3684759 w 6206149"/>
              <a:gd name="connsiteY17" fmla="*/ 0 h 6858000"/>
              <a:gd name="connsiteX18" fmla="*/ 1676119 w 6206149"/>
              <a:gd name="connsiteY18" fmla="*/ 3429000 h 6858000"/>
              <a:gd name="connsiteX19" fmla="*/ 0 w 6206149"/>
              <a:gd name="connsiteY19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206149" h="6858000">
                <a:moveTo>
                  <a:pt x="5280530" y="3429000"/>
                </a:moveTo>
                <a:lnTo>
                  <a:pt x="6206149" y="3429000"/>
                </a:lnTo>
                <a:lnTo>
                  <a:pt x="4207499" y="6858000"/>
                </a:lnTo>
                <a:lnTo>
                  <a:pt x="3281880" y="6858000"/>
                </a:lnTo>
                <a:close/>
                <a:moveTo>
                  <a:pt x="4173746" y="3429000"/>
                </a:moveTo>
                <a:lnTo>
                  <a:pt x="5099365" y="3429000"/>
                </a:lnTo>
                <a:lnTo>
                  <a:pt x="3100715" y="6858000"/>
                </a:lnTo>
                <a:lnTo>
                  <a:pt x="2175096" y="6858000"/>
                </a:lnTo>
                <a:close/>
                <a:moveTo>
                  <a:pt x="5075842" y="0"/>
                </a:moveTo>
                <a:lnTo>
                  <a:pt x="5993394" y="0"/>
                </a:lnTo>
                <a:lnTo>
                  <a:pt x="1976808" y="6858000"/>
                </a:lnTo>
                <a:lnTo>
                  <a:pt x="1059256" y="6858000"/>
                </a:lnTo>
                <a:close/>
                <a:moveTo>
                  <a:pt x="3931564" y="0"/>
                </a:moveTo>
                <a:lnTo>
                  <a:pt x="4857183" y="0"/>
                </a:lnTo>
                <a:lnTo>
                  <a:pt x="2858533" y="3429000"/>
                </a:lnTo>
                <a:lnTo>
                  <a:pt x="1932914" y="3429000"/>
                </a:lnTo>
                <a:close/>
                <a:moveTo>
                  <a:pt x="2008640" y="0"/>
                </a:moveTo>
                <a:lnTo>
                  <a:pt x="3684759" y="0"/>
                </a:lnTo>
                <a:lnTo>
                  <a:pt x="1676119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5877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A4DE16-E6D8-44AB-9BB0-26000D522B6F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413935" y="1007581"/>
            <a:ext cx="4272015" cy="4842837"/>
          </a:xfrm>
          <a:custGeom>
            <a:avLst/>
            <a:gdLst>
              <a:gd name="connsiteX0" fmla="*/ 2353734 w 4272015"/>
              <a:gd name="connsiteY0" fmla="*/ 0 h 4842837"/>
              <a:gd name="connsiteX1" fmla="*/ 3850928 w 4272015"/>
              <a:gd name="connsiteY1" fmla="*/ 537479 h 4842837"/>
              <a:gd name="connsiteX2" fmla="*/ 3857149 w 4272015"/>
              <a:gd name="connsiteY2" fmla="*/ 543133 h 4842837"/>
              <a:gd name="connsiteX3" fmla="*/ 3591153 w 4272015"/>
              <a:gd name="connsiteY3" fmla="*/ 834148 h 4842837"/>
              <a:gd name="connsiteX4" fmla="*/ 3734536 w 4272015"/>
              <a:gd name="connsiteY4" fmla="*/ 991910 h 4842837"/>
              <a:gd name="connsiteX5" fmla="*/ 4272015 w 4272015"/>
              <a:gd name="connsiteY5" fmla="*/ 2489103 h 4842837"/>
              <a:gd name="connsiteX6" fmla="*/ 1918281 w 4272015"/>
              <a:gd name="connsiteY6" fmla="*/ 4842837 h 4842837"/>
              <a:gd name="connsiteX7" fmla="*/ 421087 w 4272015"/>
              <a:gd name="connsiteY7" fmla="*/ 4305358 h 4842837"/>
              <a:gd name="connsiteX8" fmla="*/ 414866 w 4272015"/>
              <a:gd name="connsiteY8" fmla="*/ 4299704 h 4842837"/>
              <a:gd name="connsiteX9" fmla="*/ 680863 w 4272015"/>
              <a:gd name="connsiteY9" fmla="*/ 4008689 h 4842837"/>
              <a:gd name="connsiteX10" fmla="*/ 537479 w 4272015"/>
              <a:gd name="connsiteY10" fmla="*/ 3850927 h 4842837"/>
              <a:gd name="connsiteX11" fmla="*/ 0 w 4272015"/>
              <a:gd name="connsiteY11" fmla="*/ 2353734 h 4842837"/>
              <a:gd name="connsiteX12" fmla="*/ 2353734 w 4272015"/>
              <a:gd name="connsiteY12" fmla="*/ 0 h 4842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272015" h="4842837">
                <a:moveTo>
                  <a:pt x="2353734" y="0"/>
                </a:moveTo>
                <a:cubicBezTo>
                  <a:pt x="2922454" y="0"/>
                  <a:pt x="3444064" y="201705"/>
                  <a:pt x="3850928" y="537479"/>
                </a:cubicBezTo>
                <a:lnTo>
                  <a:pt x="3857149" y="543133"/>
                </a:lnTo>
                <a:lnTo>
                  <a:pt x="3591153" y="834148"/>
                </a:lnTo>
                <a:lnTo>
                  <a:pt x="3734536" y="991910"/>
                </a:lnTo>
                <a:cubicBezTo>
                  <a:pt x="4070310" y="1398774"/>
                  <a:pt x="4272015" y="1920383"/>
                  <a:pt x="4272015" y="2489103"/>
                </a:cubicBezTo>
                <a:cubicBezTo>
                  <a:pt x="4272015" y="3789034"/>
                  <a:pt x="3218212" y="4842837"/>
                  <a:pt x="1918281" y="4842837"/>
                </a:cubicBezTo>
                <a:cubicBezTo>
                  <a:pt x="1349561" y="4842837"/>
                  <a:pt x="827951" y="4641132"/>
                  <a:pt x="421087" y="4305358"/>
                </a:cubicBezTo>
                <a:lnTo>
                  <a:pt x="414866" y="4299704"/>
                </a:lnTo>
                <a:lnTo>
                  <a:pt x="680863" y="4008689"/>
                </a:lnTo>
                <a:lnTo>
                  <a:pt x="537479" y="3850927"/>
                </a:lnTo>
                <a:cubicBezTo>
                  <a:pt x="201705" y="3444063"/>
                  <a:pt x="0" y="2922454"/>
                  <a:pt x="0" y="2353734"/>
                </a:cubicBezTo>
                <a:cubicBezTo>
                  <a:pt x="0" y="1053803"/>
                  <a:pt x="1053803" y="0"/>
                  <a:pt x="23537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1806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F5DEDB2-78E8-45EC-AB12-C2290127F53E}"/>
              </a:ext>
            </a:extLst>
          </p:cNvPr>
          <p:cNvSpPr/>
          <p:nvPr userDrawn="1"/>
        </p:nvSpPr>
        <p:spPr>
          <a:xfrm rot="18900000">
            <a:off x="3250422" y="-1989383"/>
            <a:ext cx="10836764" cy="10836766"/>
          </a:xfrm>
          <a:custGeom>
            <a:avLst/>
            <a:gdLst>
              <a:gd name="connsiteX0" fmla="*/ 4849337 w 10836764"/>
              <a:gd name="connsiteY0" fmla="*/ 0 h 10836766"/>
              <a:gd name="connsiteX1" fmla="*/ 10836764 w 10836764"/>
              <a:gd name="connsiteY1" fmla="*/ 5987428 h 10836766"/>
              <a:gd name="connsiteX2" fmla="*/ 5987426 w 10836764"/>
              <a:gd name="connsiteY2" fmla="*/ 10836766 h 10836766"/>
              <a:gd name="connsiteX3" fmla="*/ 1 w 10836764"/>
              <a:gd name="connsiteY3" fmla="*/ 4849340 h 10836766"/>
              <a:gd name="connsiteX4" fmla="*/ 0 w 10836764"/>
              <a:gd name="connsiteY4" fmla="*/ 1529113 h 10836766"/>
              <a:gd name="connsiteX5" fmla="*/ 1529113 w 10836764"/>
              <a:gd name="connsiteY5" fmla="*/ 0 h 1083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36764" h="10836766">
                <a:moveTo>
                  <a:pt x="4849337" y="0"/>
                </a:moveTo>
                <a:lnTo>
                  <a:pt x="10836764" y="5987428"/>
                </a:lnTo>
                <a:lnTo>
                  <a:pt x="5987426" y="10836766"/>
                </a:lnTo>
                <a:lnTo>
                  <a:pt x="1" y="4849340"/>
                </a:lnTo>
                <a:lnTo>
                  <a:pt x="0" y="1529113"/>
                </a:lnTo>
                <a:cubicBezTo>
                  <a:pt x="0" y="684607"/>
                  <a:pt x="684607" y="0"/>
                  <a:pt x="152911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9000">
                <a:schemeClr val="accent1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69B23C-815D-4713-8F2F-BE8E52CBCEEB}"/>
              </a:ext>
            </a:extLst>
          </p:cNvPr>
          <p:cNvSpPr/>
          <p:nvPr userDrawn="1"/>
        </p:nvSpPr>
        <p:spPr>
          <a:xfrm rot="18900000">
            <a:off x="11356399" y="1902098"/>
            <a:ext cx="3106966" cy="3106966"/>
          </a:xfrm>
          <a:custGeom>
            <a:avLst/>
            <a:gdLst>
              <a:gd name="connsiteX0" fmla="*/ 3106966 w 3106966"/>
              <a:gd name="connsiteY0" fmla="*/ 0 h 3106966"/>
              <a:gd name="connsiteX1" fmla="*/ 1 w 3106966"/>
              <a:gd name="connsiteY1" fmla="*/ 3106966 h 3106966"/>
              <a:gd name="connsiteX2" fmla="*/ 0 w 3106966"/>
              <a:gd name="connsiteY2" fmla="*/ 1529113 h 3106966"/>
              <a:gd name="connsiteX3" fmla="*/ 1529113 w 3106966"/>
              <a:gd name="connsiteY3" fmla="*/ 0 h 3106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6966" h="3106966">
                <a:moveTo>
                  <a:pt x="3106966" y="0"/>
                </a:moveTo>
                <a:lnTo>
                  <a:pt x="1" y="3106966"/>
                </a:lnTo>
                <a:lnTo>
                  <a:pt x="0" y="1529113"/>
                </a:lnTo>
                <a:cubicBezTo>
                  <a:pt x="0" y="684607"/>
                  <a:pt x="684607" y="0"/>
                  <a:pt x="15291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729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F5DEDB2-78E8-45EC-AB12-C2290127F53E}"/>
              </a:ext>
            </a:extLst>
          </p:cNvPr>
          <p:cNvSpPr/>
          <p:nvPr userDrawn="1"/>
        </p:nvSpPr>
        <p:spPr>
          <a:xfrm rot="18900000">
            <a:off x="3250422" y="-1989383"/>
            <a:ext cx="10836764" cy="10836766"/>
          </a:xfrm>
          <a:custGeom>
            <a:avLst/>
            <a:gdLst>
              <a:gd name="connsiteX0" fmla="*/ 4849337 w 10836764"/>
              <a:gd name="connsiteY0" fmla="*/ 0 h 10836766"/>
              <a:gd name="connsiteX1" fmla="*/ 10836764 w 10836764"/>
              <a:gd name="connsiteY1" fmla="*/ 5987428 h 10836766"/>
              <a:gd name="connsiteX2" fmla="*/ 5987426 w 10836764"/>
              <a:gd name="connsiteY2" fmla="*/ 10836766 h 10836766"/>
              <a:gd name="connsiteX3" fmla="*/ 1 w 10836764"/>
              <a:gd name="connsiteY3" fmla="*/ 4849340 h 10836766"/>
              <a:gd name="connsiteX4" fmla="*/ 0 w 10836764"/>
              <a:gd name="connsiteY4" fmla="*/ 1529113 h 10836766"/>
              <a:gd name="connsiteX5" fmla="*/ 1529113 w 10836764"/>
              <a:gd name="connsiteY5" fmla="*/ 0 h 10836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836764" h="10836766">
                <a:moveTo>
                  <a:pt x="4849337" y="0"/>
                </a:moveTo>
                <a:lnTo>
                  <a:pt x="10836764" y="5987428"/>
                </a:lnTo>
                <a:lnTo>
                  <a:pt x="5987426" y="10836766"/>
                </a:lnTo>
                <a:lnTo>
                  <a:pt x="1" y="4849340"/>
                </a:lnTo>
                <a:lnTo>
                  <a:pt x="0" y="1529113"/>
                </a:lnTo>
                <a:cubicBezTo>
                  <a:pt x="0" y="684607"/>
                  <a:pt x="684607" y="0"/>
                  <a:pt x="152911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89000">
                <a:schemeClr val="accent1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69B23C-815D-4713-8F2F-BE8E52CBCEEB}"/>
              </a:ext>
            </a:extLst>
          </p:cNvPr>
          <p:cNvSpPr/>
          <p:nvPr userDrawn="1"/>
        </p:nvSpPr>
        <p:spPr>
          <a:xfrm rot="18900000">
            <a:off x="11356399" y="1902098"/>
            <a:ext cx="3106966" cy="3106966"/>
          </a:xfrm>
          <a:custGeom>
            <a:avLst/>
            <a:gdLst>
              <a:gd name="connsiteX0" fmla="*/ 3106966 w 3106966"/>
              <a:gd name="connsiteY0" fmla="*/ 0 h 3106966"/>
              <a:gd name="connsiteX1" fmla="*/ 1 w 3106966"/>
              <a:gd name="connsiteY1" fmla="*/ 3106966 h 3106966"/>
              <a:gd name="connsiteX2" fmla="*/ 0 w 3106966"/>
              <a:gd name="connsiteY2" fmla="*/ 1529113 h 3106966"/>
              <a:gd name="connsiteX3" fmla="*/ 1529113 w 3106966"/>
              <a:gd name="connsiteY3" fmla="*/ 0 h 3106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6966" h="3106966">
                <a:moveTo>
                  <a:pt x="3106966" y="0"/>
                </a:moveTo>
                <a:lnTo>
                  <a:pt x="1" y="3106966"/>
                </a:lnTo>
                <a:lnTo>
                  <a:pt x="0" y="1529113"/>
                </a:lnTo>
                <a:cubicBezTo>
                  <a:pt x="0" y="684607"/>
                  <a:pt x="684607" y="0"/>
                  <a:pt x="15291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8" r:id="rId2"/>
    <p:sldLayoutId id="2147483736" r:id="rId3"/>
    <p:sldLayoutId id="2147483753" r:id="rId4"/>
    <p:sldLayoutId id="2147483756" r:id="rId5"/>
    <p:sldLayoutId id="2147483745" r:id="rId6"/>
    <p:sldLayoutId id="2147483757" r:id="rId7"/>
    <p:sldLayoutId id="2147483752" r:id="rId8"/>
    <p:sldLayoutId id="2147483742" r:id="rId9"/>
    <p:sldLayoutId id="2147483737" r:id="rId10"/>
    <p:sldLayoutId id="2147483743" r:id="rId11"/>
    <p:sldLayoutId id="2147483741" r:id="rId12"/>
    <p:sldLayoutId id="2147483747" r:id="rId13"/>
    <p:sldLayoutId id="2147483748" r:id="rId14"/>
    <p:sldLayoutId id="2147483749" r:id="rId15"/>
    <p:sldLayoutId id="2147483750" r:id="rId16"/>
    <p:sldLayoutId id="2147483758" r:id="rId17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comments" Target="../comments/commen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337356" y="2180804"/>
            <a:ext cx="6093849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d-ID" altLang="ko-KR" sz="2800" b="1" dirty="0">
                <a:solidFill>
                  <a:schemeClr val="bg1"/>
                </a:solidFill>
                <a:cs typeface="Arial" pitchFamily="34" charset="0"/>
              </a:rPr>
              <a:t>Rancang Bangun Aplikasi Link-Match STT–NF Modul Kehadiran Berbasis Framework Laravel</a:t>
            </a:r>
            <a:endParaRPr lang="ko-KR" altLang="en-US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84B83-6120-4373-9C1F-DC8EEE6D58B3}"/>
              </a:ext>
            </a:extLst>
          </p:cNvPr>
          <p:cNvSpPr txBox="1"/>
          <p:nvPr/>
        </p:nvSpPr>
        <p:spPr>
          <a:xfrm>
            <a:off x="5337356" y="3804980"/>
            <a:ext cx="6093849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d-ID" altLang="ko-KR" sz="1867" dirty="0">
                <a:solidFill>
                  <a:schemeClr val="bg1"/>
                </a:solidFill>
                <a:cs typeface="Arial" pitchFamily="34" charset="0"/>
              </a:rPr>
              <a:t>Proposal Tugas Akhir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BAA40-6546-4E2B-AB8E-7A8D82A3EA65}"/>
              </a:ext>
            </a:extLst>
          </p:cNvPr>
          <p:cNvSpPr txBox="1"/>
          <p:nvPr/>
        </p:nvSpPr>
        <p:spPr>
          <a:xfrm>
            <a:off x="5337356" y="4184636"/>
            <a:ext cx="6093849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d-ID" altLang="ko-KR" sz="1867" dirty="0">
                <a:solidFill>
                  <a:schemeClr val="bg1"/>
                </a:solidFill>
                <a:cs typeface="Arial" pitchFamily="34" charset="0"/>
              </a:rPr>
              <a:t>Ahmad Fathan Syakir - 0110217055</a:t>
            </a:r>
            <a:endParaRPr lang="ko-KR" altLang="en-US" sz="1867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7B698-CD07-41D6-94BA-DEB614DFF15D}"/>
              </a:ext>
            </a:extLst>
          </p:cNvPr>
          <p:cNvSpPr txBox="1"/>
          <p:nvPr/>
        </p:nvSpPr>
        <p:spPr>
          <a:xfrm>
            <a:off x="6033389" y="6325818"/>
            <a:ext cx="6093849" cy="379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id-ID" altLang="ko-KR" sz="1867" b="1" dirty="0">
                <a:solidFill>
                  <a:schemeClr val="bg1"/>
                </a:solidFill>
                <a:cs typeface="Arial" pitchFamily="34" charset="0"/>
              </a:rPr>
              <a:t>Teknik Infromatika – STT Terpadu Nurul FIkri</a:t>
            </a:r>
            <a:endParaRPr lang="ko-KR" altLang="en-US" sz="1867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C96AA3-D97D-44B6-97E9-B0B97D592F10}"/>
              </a:ext>
            </a:extLst>
          </p:cNvPr>
          <p:cNvGrpSpPr/>
          <p:nvPr/>
        </p:nvGrpSpPr>
        <p:grpSpPr>
          <a:xfrm>
            <a:off x="1438207" y="1878569"/>
            <a:ext cx="3240000" cy="3240000"/>
            <a:chOff x="1438207" y="1878569"/>
            <a:chExt cx="3240000" cy="3240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EC4CDDB-739B-41F5-8341-915926F9E577}"/>
                </a:ext>
              </a:extLst>
            </p:cNvPr>
            <p:cNvSpPr/>
            <p:nvPr/>
          </p:nvSpPr>
          <p:spPr>
            <a:xfrm>
              <a:off x="1438207" y="1878569"/>
              <a:ext cx="3240000" cy="3240000"/>
            </a:xfrm>
            <a:prstGeom prst="ellipse">
              <a:avLst/>
            </a:prstGeom>
            <a:solidFill>
              <a:srgbClr val="EFF0F2"/>
            </a:solidFill>
            <a:ln>
              <a:solidFill>
                <a:srgbClr val="EFF0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b="1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0EF5BBA-3E3B-4959-91DB-DEF1C74E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944" y="2281097"/>
              <a:ext cx="2516526" cy="2434944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00588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5EBFAD-4B59-47FF-A30A-EB33C9085B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dirty="0"/>
              <a:t>Latar Belakang</a:t>
            </a:r>
            <a:endParaRPr lang="en-ID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DF68F3-5670-41B0-98E1-4986073ECEF2}"/>
              </a:ext>
            </a:extLst>
          </p:cNvPr>
          <p:cNvGrpSpPr/>
          <p:nvPr/>
        </p:nvGrpSpPr>
        <p:grpSpPr>
          <a:xfrm>
            <a:off x="4140351" y="2024224"/>
            <a:ext cx="3581098" cy="3266752"/>
            <a:chOff x="4140351" y="2024224"/>
            <a:chExt cx="3581098" cy="3266752"/>
          </a:xfrm>
        </p:grpSpPr>
        <p:grpSp>
          <p:nvGrpSpPr>
            <p:cNvPr id="3" name="Graphic 5338">
              <a:extLst>
                <a:ext uri="{FF2B5EF4-FFF2-40B4-BE49-F238E27FC236}">
                  <a16:creationId xmlns:a16="http://schemas.microsoft.com/office/drawing/2014/main" id="{9ECCE23C-1171-4473-A738-6DC66CFA3A78}"/>
                </a:ext>
              </a:extLst>
            </p:cNvPr>
            <p:cNvGrpSpPr/>
            <p:nvPr/>
          </p:nvGrpSpPr>
          <p:grpSpPr>
            <a:xfrm rot="12680445">
              <a:off x="4140351" y="2024224"/>
              <a:ext cx="3581098" cy="3266752"/>
              <a:chOff x="6273521" y="3976679"/>
              <a:chExt cx="1106805" cy="1009650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B6D4D6B9-B197-4DD3-A036-AEEACD415C90}"/>
                  </a:ext>
                </a:extLst>
              </p:cNvPr>
              <p:cNvSpPr/>
              <p:nvPr/>
            </p:nvSpPr>
            <p:spPr>
              <a:xfrm>
                <a:off x="6273521" y="3976679"/>
                <a:ext cx="1009651" cy="1009650"/>
              </a:xfrm>
              <a:custGeom>
                <a:avLst/>
                <a:gdLst>
                  <a:gd name="connsiteX0" fmla="*/ 992981 w 1009650"/>
                  <a:gd name="connsiteY0" fmla="*/ 507206 h 1009650"/>
                  <a:gd name="connsiteX1" fmla="*/ 507206 w 1009650"/>
                  <a:gd name="connsiteY1" fmla="*/ 992981 h 1009650"/>
                  <a:gd name="connsiteX2" fmla="*/ 21431 w 1009650"/>
                  <a:gd name="connsiteY2" fmla="*/ 507206 h 1009650"/>
                  <a:gd name="connsiteX3" fmla="*/ 507206 w 1009650"/>
                  <a:gd name="connsiteY3" fmla="*/ 21431 h 1009650"/>
                  <a:gd name="connsiteX4" fmla="*/ 992981 w 1009650"/>
                  <a:gd name="connsiteY4" fmla="*/ 507206 h 1009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9650" h="1009650">
                    <a:moveTo>
                      <a:pt x="992981" y="507206"/>
                    </a:moveTo>
                    <a:cubicBezTo>
                      <a:pt x="992981" y="775492"/>
                      <a:pt x="775492" y="992981"/>
                      <a:pt x="507206" y="992981"/>
                    </a:cubicBezTo>
                    <a:cubicBezTo>
                      <a:pt x="238920" y="992981"/>
                      <a:pt x="21431" y="775492"/>
                      <a:pt x="21431" y="507206"/>
                    </a:cubicBezTo>
                    <a:cubicBezTo>
                      <a:pt x="21431" y="238920"/>
                      <a:pt x="238920" y="21431"/>
                      <a:pt x="507206" y="21431"/>
                    </a:cubicBezTo>
                    <a:cubicBezTo>
                      <a:pt x="775492" y="21431"/>
                      <a:pt x="992981" y="238920"/>
                      <a:pt x="992981" y="50720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4DEC24DC-93C8-4D54-9FEB-E7E1B08DE51F}"/>
                  </a:ext>
                </a:extLst>
              </p:cNvPr>
              <p:cNvSpPr/>
              <p:nvPr/>
            </p:nvSpPr>
            <p:spPr>
              <a:xfrm>
                <a:off x="6408775" y="4110979"/>
                <a:ext cx="971551" cy="742950"/>
              </a:xfrm>
              <a:custGeom>
                <a:avLst/>
                <a:gdLst>
                  <a:gd name="connsiteX0" fmla="*/ 909161 w 971550"/>
                  <a:gd name="connsiteY0" fmla="*/ 312896 h 742950"/>
                  <a:gd name="connsiteX1" fmla="*/ 718661 w 971550"/>
                  <a:gd name="connsiteY1" fmla="*/ 322421 h 742950"/>
                  <a:gd name="connsiteX2" fmla="*/ 371951 w 971550"/>
                  <a:gd name="connsiteY2" fmla="*/ 21431 h 742950"/>
                  <a:gd name="connsiteX3" fmla="*/ 21431 w 971550"/>
                  <a:gd name="connsiteY3" fmla="*/ 371951 h 742950"/>
                  <a:gd name="connsiteX4" fmla="*/ 371951 w 971550"/>
                  <a:gd name="connsiteY4" fmla="*/ 722471 h 742950"/>
                  <a:gd name="connsiteX5" fmla="*/ 718661 w 971550"/>
                  <a:gd name="connsiteY5" fmla="*/ 422434 h 742950"/>
                  <a:gd name="connsiteX6" fmla="*/ 909161 w 971550"/>
                  <a:gd name="connsiteY6" fmla="*/ 431959 h 742950"/>
                  <a:gd name="connsiteX7" fmla="*/ 959644 w 971550"/>
                  <a:gd name="connsiteY7" fmla="*/ 371951 h 742950"/>
                  <a:gd name="connsiteX8" fmla="*/ 909161 w 971550"/>
                  <a:gd name="connsiteY8" fmla="*/ 312896 h 742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71550" h="742950">
                    <a:moveTo>
                      <a:pt x="909161" y="312896"/>
                    </a:moveTo>
                    <a:lnTo>
                      <a:pt x="718661" y="322421"/>
                    </a:lnTo>
                    <a:cubicBezTo>
                      <a:pt x="693896" y="151924"/>
                      <a:pt x="548164" y="21431"/>
                      <a:pt x="371951" y="21431"/>
                    </a:cubicBezTo>
                    <a:cubicBezTo>
                      <a:pt x="178594" y="21431"/>
                      <a:pt x="21431" y="178594"/>
                      <a:pt x="21431" y="371951"/>
                    </a:cubicBezTo>
                    <a:cubicBezTo>
                      <a:pt x="21431" y="565309"/>
                      <a:pt x="178594" y="722471"/>
                      <a:pt x="371951" y="722471"/>
                    </a:cubicBezTo>
                    <a:cubicBezTo>
                      <a:pt x="548164" y="722471"/>
                      <a:pt x="694849" y="591979"/>
                      <a:pt x="718661" y="422434"/>
                    </a:cubicBezTo>
                    <a:lnTo>
                      <a:pt x="909161" y="431959"/>
                    </a:lnTo>
                    <a:cubicBezTo>
                      <a:pt x="936784" y="431959"/>
                      <a:pt x="959644" y="399574"/>
                      <a:pt x="959644" y="371951"/>
                    </a:cubicBezTo>
                    <a:cubicBezTo>
                      <a:pt x="959644" y="344329"/>
                      <a:pt x="936784" y="312896"/>
                      <a:pt x="909161" y="31289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0DBEFFA-2CCD-43A5-9376-3517E8A2E266}"/>
                  </a:ext>
                </a:extLst>
              </p:cNvPr>
              <p:cNvSpPr/>
              <p:nvPr/>
            </p:nvSpPr>
            <p:spPr>
              <a:xfrm>
                <a:off x="6481160" y="4184325"/>
                <a:ext cx="590551" cy="590549"/>
              </a:xfrm>
              <a:custGeom>
                <a:avLst/>
                <a:gdLst>
                  <a:gd name="connsiteX0" fmla="*/ 577691 w 590550"/>
                  <a:gd name="connsiteY0" fmla="*/ 299561 h 590550"/>
                  <a:gd name="connsiteX1" fmla="*/ 299561 w 590550"/>
                  <a:gd name="connsiteY1" fmla="*/ 577691 h 590550"/>
                  <a:gd name="connsiteX2" fmla="*/ 21431 w 590550"/>
                  <a:gd name="connsiteY2" fmla="*/ 299561 h 590550"/>
                  <a:gd name="connsiteX3" fmla="*/ 299561 w 590550"/>
                  <a:gd name="connsiteY3" fmla="*/ 21431 h 590550"/>
                  <a:gd name="connsiteX4" fmla="*/ 577691 w 590550"/>
                  <a:gd name="connsiteY4" fmla="*/ 299561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0550" h="590550">
                    <a:moveTo>
                      <a:pt x="577691" y="299561"/>
                    </a:moveTo>
                    <a:cubicBezTo>
                      <a:pt x="577691" y="453168"/>
                      <a:pt x="453168" y="577691"/>
                      <a:pt x="299561" y="577691"/>
                    </a:cubicBezTo>
                    <a:cubicBezTo>
                      <a:pt x="145954" y="577691"/>
                      <a:pt x="21431" y="453168"/>
                      <a:pt x="21431" y="299561"/>
                    </a:cubicBezTo>
                    <a:cubicBezTo>
                      <a:pt x="21431" y="145954"/>
                      <a:pt x="145954" y="21431"/>
                      <a:pt x="299561" y="21431"/>
                    </a:cubicBezTo>
                    <a:cubicBezTo>
                      <a:pt x="453168" y="21431"/>
                      <a:pt x="577691" y="145954"/>
                      <a:pt x="577691" y="29956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aphicFrame>
          <p:nvGraphicFramePr>
            <p:cNvPr id="7" name="Chart 6">
              <a:extLst>
                <a:ext uri="{FF2B5EF4-FFF2-40B4-BE49-F238E27FC236}">
                  <a16:creationId xmlns:a16="http://schemas.microsoft.com/office/drawing/2014/main" id="{A5A17EB7-B96A-47AB-A15A-196F6760A53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96925500"/>
                </p:ext>
              </p:extLst>
            </p:nvPr>
          </p:nvGraphicFramePr>
          <p:xfrm>
            <a:off x="4949202" y="2623070"/>
            <a:ext cx="2206474" cy="228688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92D1A4-6B9F-4EE3-94DB-C2983A41840C}"/>
                </a:ext>
              </a:extLst>
            </p:cNvPr>
            <p:cNvSpPr txBox="1"/>
            <p:nvPr/>
          </p:nvSpPr>
          <p:spPr>
            <a:xfrm>
              <a:off x="5007164" y="3193903"/>
              <a:ext cx="2090549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d-ID" altLang="ko-KR" sz="2300" b="1" dirty="0">
                  <a:solidFill>
                    <a:schemeClr val="bg1"/>
                  </a:solidFill>
                  <a:cs typeface="Arial" pitchFamily="34" charset="0"/>
                </a:rPr>
                <a:t>Modul</a:t>
              </a:r>
            </a:p>
            <a:p>
              <a:pPr algn="ctr"/>
              <a:r>
                <a:rPr lang="id-ID" altLang="ko-KR" sz="2300" b="1" dirty="0">
                  <a:solidFill>
                    <a:schemeClr val="bg1"/>
                  </a:solidFill>
                  <a:cs typeface="Arial" pitchFamily="34" charset="0"/>
                </a:rPr>
                <a:t>Link - Match</a:t>
              </a:r>
              <a:endParaRPr lang="ko-KR" altLang="en-US" sz="23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7B5B29B6-C67A-4552-8B69-3AF02067DF22}"/>
              </a:ext>
            </a:extLst>
          </p:cNvPr>
          <p:cNvSpPr/>
          <p:nvPr/>
        </p:nvSpPr>
        <p:spPr>
          <a:xfrm>
            <a:off x="3393947" y="2076103"/>
            <a:ext cx="693414" cy="6934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077A5A3-5870-4098-86BF-6573B05C76CA}"/>
              </a:ext>
            </a:extLst>
          </p:cNvPr>
          <p:cNvGrpSpPr/>
          <p:nvPr/>
        </p:nvGrpSpPr>
        <p:grpSpPr>
          <a:xfrm>
            <a:off x="7537925" y="1769965"/>
            <a:ext cx="3603103" cy="693414"/>
            <a:chOff x="7537925" y="1769965"/>
            <a:chExt cx="3603103" cy="69341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194E953-0449-4DC4-9D17-594BD117683F}"/>
                </a:ext>
              </a:extLst>
            </p:cNvPr>
            <p:cNvSpPr txBox="1"/>
            <p:nvPr/>
          </p:nvSpPr>
          <p:spPr>
            <a:xfrm>
              <a:off x="8463980" y="1869165"/>
              <a:ext cx="2677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 Dosen - Web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FE8B0F1-7D5D-4529-9D27-ECD4DC7AD214}"/>
                </a:ext>
              </a:extLst>
            </p:cNvPr>
            <p:cNvGrpSpPr/>
            <p:nvPr/>
          </p:nvGrpSpPr>
          <p:grpSpPr>
            <a:xfrm>
              <a:off x="7537925" y="1769965"/>
              <a:ext cx="694800" cy="693414"/>
              <a:chOff x="7537925" y="1769965"/>
              <a:chExt cx="694800" cy="693414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0618B40-68F2-4C70-81BC-1B8A7ED54E7E}"/>
                  </a:ext>
                </a:extLst>
              </p:cNvPr>
              <p:cNvSpPr/>
              <p:nvPr/>
            </p:nvSpPr>
            <p:spPr>
              <a:xfrm>
                <a:off x="7538618" y="1769965"/>
                <a:ext cx="693414" cy="69341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76D3783-DF48-4C74-8F72-C933AA039C6A}"/>
                  </a:ext>
                </a:extLst>
              </p:cNvPr>
              <p:cNvSpPr txBox="1"/>
              <p:nvPr/>
            </p:nvSpPr>
            <p:spPr>
              <a:xfrm>
                <a:off x="7537925" y="1855062"/>
                <a:ext cx="694800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  <a:endParaRPr lang="ko-KR" altLang="en-US" sz="4267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F971CB5-AB3C-4E62-915F-5B1C6A561865}"/>
              </a:ext>
            </a:extLst>
          </p:cNvPr>
          <p:cNvSpPr txBox="1"/>
          <p:nvPr/>
        </p:nvSpPr>
        <p:spPr>
          <a:xfrm>
            <a:off x="3393254" y="2161200"/>
            <a:ext cx="6948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id-ID" altLang="ko-KR" sz="2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5</a:t>
            </a:r>
            <a:endParaRPr lang="ko-KR" altLang="en-US" sz="4267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386CCA-676B-41FC-96AD-CA38F07DCFC5}"/>
              </a:ext>
            </a:extLst>
          </p:cNvPr>
          <p:cNvGrpSpPr/>
          <p:nvPr/>
        </p:nvGrpSpPr>
        <p:grpSpPr>
          <a:xfrm>
            <a:off x="8196230" y="3317014"/>
            <a:ext cx="3670053" cy="707886"/>
            <a:chOff x="8196230" y="3317014"/>
            <a:chExt cx="3670053" cy="70788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827DC36-7E79-4ABB-8591-DF465AAD4276}"/>
                </a:ext>
              </a:extLst>
            </p:cNvPr>
            <p:cNvGrpSpPr/>
            <p:nvPr/>
          </p:nvGrpSpPr>
          <p:grpSpPr>
            <a:xfrm>
              <a:off x="8196230" y="3324250"/>
              <a:ext cx="694800" cy="693414"/>
              <a:chOff x="8196230" y="3324250"/>
              <a:chExt cx="694800" cy="693414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6584234-FFEF-4B79-94F3-957FE669D72C}"/>
                  </a:ext>
                </a:extLst>
              </p:cNvPr>
              <p:cNvSpPr/>
              <p:nvPr/>
            </p:nvSpPr>
            <p:spPr>
              <a:xfrm>
                <a:off x="8196923" y="3324250"/>
                <a:ext cx="693414" cy="69341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3F56872-D488-439D-BA4B-AAC0ECE88361}"/>
                  </a:ext>
                </a:extLst>
              </p:cNvPr>
              <p:cNvSpPr txBox="1"/>
              <p:nvPr/>
            </p:nvSpPr>
            <p:spPr>
              <a:xfrm>
                <a:off x="8196230" y="3409347"/>
                <a:ext cx="694800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endParaRPr lang="ko-KR" altLang="en-US" sz="4267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7BB41D7-90E9-4ACB-815E-29CACCE97F8A}"/>
                </a:ext>
              </a:extLst>
            </p:cNvPr>
            <p:cNvSpPr txBox="1"/>
            <p:nvPr/>
          </p:nvSpPr>
          <p:spPr>
            <a:xfrm>
              <a:off x="9189235" y="3317014"/>
              <a:ext cx="26770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 Mahasiswa - Web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217AEC-C643-4FC7-86AD-A6D8FBF28202}"/>
              </a:ext>
            </a:extLst>
          </p:cNvPr>
          <p:cNvGrpSpPr/>
          <p:nvPr/>
        </p:nvGrpSpPr>
        <p:grpSpPr>
          <a:xfrm>
            <a:off x="7553039" y="5122747"/>
            <a:ext cx="3914609" cy="693414"/>
            <a:chOff x="7553039" y="5122747"/>
            <a:chExt cx="3914609" cy="69341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238CA29-D07C-4686-9B2A-190F716251A8}"/>
                </a:ext>
              </a:extLst>
            </p:cNvPr>
            <p:cNvGrpSpPr/>
            <p:nvPr/>
          </p:nvGrpSpPr>
          <p:grpSpPr>
            <a:xfrm>
              <a:off x="7553039" y="5122747"/>
              <a:ext cx="694800" cy="693414"/>
              <a:chOff x="7553039" y="5122747"/>
              <a:chExt cx="694800" cy="69341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4D4A9CC-E0BE-425C-9BCA-2352FF9FD665}"/>
                  </a:ext>
                </a:extLst>
              </p:cNvPr>
              <p:cNvSpPr/>
              <p:nvPr/>
            </p:nvSpPr>
            <p:spPr>
              <a:xfrm>
                <a:off x="7553732" y="5122747"/>
                <a:ext cx="693414" cy="69341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7AF700C-C9D5-48FA-A2F1-240C77A6C50F}"/>
                  </a:ext>
                </a:extLst>
              </p:cNvPr>
              <p:cNvSpPr txBox="1"/>
              <p:nvPr/>
            </p:nvSpPr>
            <p:spPr>
              <a:xfrm>
                <a:off x="7553039" y="5207844"/>
                <a:ext cx="694800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endParaRPr lang="ko-KR" altLang="en-US" sz="4267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CEE802E-7B9F-4E3B-998B-7F9137F33A2D}"/>
                </a:ext>
              </a:extLst>
            </p:cNvPr>
            <p:cNvSpPr txBox="1"/>
            <p:nvPr/>
          </p:nvSpPr>
          <p:spPr>
            <a:xfrm>
              <a:off x="8463979" y="5234411"/>
              <a:ext cx="30036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 Dosen - Mobile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727FEB-3AA3-4054-AE8C-739F30BC3479}"/>
              </a:ext>
            </a:extLst>
          </p:cNvPr>
          <p:cNvGrpSpPr/>
          <p:nvPr/>
        </p:nvGrpSpPr>
        <p:grpSpPr>
          <a:xfrm>
            <a:off x="567837" y="4551099"/>
            <a:ext cx="3608971" cy="738195"/>
            <a:chOff x="567837" y="4551099"/>
            <a:chExt cx="3608971" cy="73819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2519D86-F446-4A9E-ABD6-B0E597F0F089}"/>
                </a:ext>
              </a:extLst>
            </p:cNvPr>
            <p:cNvGrpSpPr/>
            <p:nvPr/>
          </p:nvGrpSpPr>
          <p:grpSpPr>
            <a:xfrm>
              <a:off x="3482008" y="4551099"/>
              <a:ext cx="694800" cy="693414"/>
              <a:chOff x="3482008" y="4551099"/>
              <a:chExt cx="694800" cy="693414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1617E951-5696-49D8-A250-005C654982C1}"/>
                  </a:ext>
                </a:extLst>
              </p:cNvPr>
              <p:cNvSpPr/>
              <p:nvPr/>
            </p:nvSpPr>
            <p:spPr>
              <a:xfrm>
                <a:off x="3482701" y="4551099"/>
                <a:ext cx="693414" cy="69341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0D3C69-E2DF-4115-B312-06286C92EEAB}"/>
                  </a:ext>
                </a:extLst>
              </p:cNvPr>
              <p:cNvSpPr txBox="1"/>
              <p:nvPr/>
            </p:nvSpPr>
            <p:spPr>
              <a:xfrm>
                <a:off x="3482008" y="4636196"/>
                <a:ext cx="694800" cy="52322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2800" b="1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4</a:t>
                </a:r>
                <a:endParaRPr lang="ko-KR" altLang="en-US" sz="4267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8B2D337-49ED-446A-9DE5-E843E5AB7487}"/>
                </a:ext>
              </a:extLst>
            </p:cNvPr>
            <p:cNvSpPr txBox="1"/>
            <p:nvPr/>
          </p:nvSpPr>
          <p:spPr>
            <a:xfrm>
              <a:off x="567837" y="4581408"/>
              <a:ext cx="267704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 Mahasiswa - Mobile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A2EAB2D4-FBCC-4EC8-8D4A-29416423D2D6}"/>
              </a:ext>
            </a:extLst>
          </p:cNvPr>
          <p:cNvSpPr/>
          <p:nvPr/>
        </p:nvSpPr>
        <p:spPr>
          <a:xfrm>
            <a:off x="3393601" y="2089690"/>
            <a:ext cx="693414" cy="6934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BD8946C-28C9-402C-8E13-3D9C30CA245D}"/>
              </a:ext>
            </a:extLst>
          </p:cNvPr>
          <p:cNvGrpSpPr/>
          <p:nvPr/>
        </p:nvGrpSpPr>
        <p:grpSpPr>
          <a:xfrm>
            <a:off x="567837" y="2174787"/>
            <a:ext cx="3519871" cy="523220"/>
            <a:chOff x="567837" y="2174787"/>
            <a:chExt cx="3519871" cy="52322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4A0BEC-8F46-47BC-894E-D6C0575E38B4}"/>
                </a:ext>
              </a:extLst>
            </p:cNvPr>
            <p:cNvSpPr txBox="1"/>
            <p:nvPr/>
          </p:nvSpPr>
          <p:spPr>
            <a:xfrm>
              <a:off x="567837" y="2212525"/>
              <a:ext cx="26770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Modul Kehadiran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75E1DAB-51FF-461C-BAA0-E91073B24534}"/>
                </a:ext>
              </a:extLst>
            </p:cNvPr>
            <p:cNvSpPr txBox="1"/>
            <p:nvPr/>
          </p:nvSpPr>
          <p:spPr>
            <a:xfrm>
              <a:off x="3392908" y="2174787"/>
              <a:ext cx="694800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8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0</a:t>
              </a:r>
              <a:r>
                <a:rPr lang="id-ID" altLang="ko-KR" sz="2800" b="1" dirty="0">
                  <a:solidFill>
                    <a:schemeClr val="bg1"/>
                  </a:solidFill>
                  <a:latin typeface="Arial" pitchFamily="34" charset="0"/>
                  <a:cs typeface="Arial" pitchFamily="34" charset="0"/>
                </a:rPr>
                <a:t>5</a:t>
              </a:r>
              <a:endParaRPr lang="ko-KR" altLang="en-US" sz="4267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8398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23529" y="448838"/>
            <a:ext cx="11573197" cy="724247"/>
          </a:xfrm>
        </p:spPr>
        <p:txBody>
          <a:bodyPr>
            <a:normAutofit fontScale="92500" lnSpcReduction="10000"/>
          </a:bodyPr>
          <a:lstStyle/>
          <a:p>
            <a:r>
              <a:rPr lang="id-ID" dirty="0"/>
              <a:t>Latar Belakang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6E6E4E5-36B9-4EA3-99F5-151D6547F9E2}"/>
              </a:ext>
            </a:extLst>
          </p:cNvPr>
          <p:cNvGrpSpPr/>
          <p:nvPr/>
        </p:nvGrpSpPr>
        <p:grpSpPr>
          <a:xfrm>
            <a:off x="5524555" y="3484101"/>
            <a:ext cx="1132544" cy="643555"/>
            <a:chOff x="4728826" y="910644"/>
            <a:chExt cx="2388535" cy="1357260"/>
          </a:xfrm>
        </p:grpSpPr>
        <p:sp>
          <p:nvSpPr>
            <p:cNvPr id="12" name="Left-Right Arrow 1">
              <a:extLst>
                <a:ext uri="{FF2B5EF4-FFF2-40B4-BE49-F238E27FC236}">
                  <a16:creationId xmlns:a16="http://schemas.microsoft.com/office/drawing/2014/main" id="{C0200AD2-CFC2-44A6-ADF5-F48F61A37BC1}"/>
                </a:ext>
              </a:extLst>
            </p:cNvPr>
            <p:cNvSpPr/>
            <p:nvPr/>
          </p:nvSpPr>
          <p:spPr>
            <a:xfrm>
              <a:off x="4833072" y="910644"/>
              <a:ext cx="2284289" cy="1357260"/>
            </a:xfrm>
            <a:custGeom>
              <a:avLst/>
              <a:gdLst/>
              <a:ahLst/>
              <a:cxnLst/>
              <a:rect l="l" t="t" r="r" b="b"/>
              <a:pathLst>
                <a:path w="2284289" h="1357260">
                  <a:moveTo>
                    <a:pt x="20525" y="658105"/>
                  </a:moveTo>
                  <a:lnTo>
                    <a:pt x="11850" y="690480"/>
                  </a:lnTo>
                  <a:lnTo>
                    <a:pt x="0" y="678630"/>
                  </a:lnTo>
                  <a:close/>
                  <a:moveTo>
                    <a:pt x="1605659" y="0"/>
                  </a:moveTo>
                  <a:lnTo>
                    <a:pt x="2284289" y="678630"/>
                  </a:lnTo>
                  <a:lnTo>
                    <a:pt x="1605659" y="1357260"/>
                  </a:lnTo>
                  <a:lnTo>
                    <a:pt x="1605659" y="1017945"/>
                  </a:lnTo>
                  <a:lnTo>
                    <a:pt x="1305184" y="1017945"/>
                  </a:lnTo>
                  <a:lnTo>
                    <a:pt x="913377" y="339315"/>
                  </a:lnTo>
                  <a:lnTo>
                    <a:pt x="1605659" y="33931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  <p:sp>
          <p:nvSpPr>
            <p:cNvPr id="13" name="Left-Right Arrow 26">
              <a:extLst>
                <a:ext uri="{FF2B5EF4-FFF2-40B4-BE49-F238E27FC236}">
                  <a16:creationId xmlns:a16="http://schemas.microsoft.com/office/drawing/2014/main" id="{32C35516-9C34-4880-B0E5-0B12BAC8AD1A}"/>
                </a:ext>
              </a:extLst>
            </p:cNvPr>
            <p:cNvSpPr/>
            <p:nvPr/>
          </p:nvSpPr>
          <p:spPr>
            <a:xfrm>
              <a:off x="4728830" y="910644"/>
              <a:ext cx="1302347" cy="1357260"/>
            </a:xfrm>
            <a:custGeom>
              <a:avLst/>
              <a:gdLst/>
              <a:ahLst/>
              <a:cxnLst/>
              <a:rect l="l" t="t" r="r" b="b"/>
              <a:pathLst>
                <a:path w="1302347" h="1357260">
                  <a:moveTo>
                    <a:pt x="678630" y="0"/>
                  </a:moveTo>
                  <a:lnTo>
                    <a:pt x="678630" y="339315"/>
                  </a:lnTo>
                  <a:lnTo>
                    <a:pt x="910540" y="339315"/>
                  </a:lnTo>
                  <a:lnTo>
                    <a:pt x="1302347" y="1017945"/>
                  </a:lnTo>
                  <a:lnTo>
                    <a:pt x="678630" y="1017945"/>
                  </a:lnTo>
                  <a:lnTo>
                    <a:pt x="678630" y="1357260"/>
                  </a:lnTo>
                  <a:lnTo>
                    <a:pt x="0" y="6786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5BA24A0-4BCA-4E45-BABE-B4213F75EE34}"/>
              </a:ext>
            </a:extLst>
          </p:cNvPr>
          <p:cNvGrpSpPr/>
          <p:nvPr/>
        </p:nvGrpSpPr>
        <p:grpSpPr>
          <a:xfrm>
            <a:off x="3529668" y="2924223"/>
            <a:ext cx="1856554" cy="1763310"/>
            <a:chOff x="3529668" y="2924223"/>
            <a:chExt cx="1856554" cy="1763310"/>
          </a:xfrm>
        </p:grpSpPr>
        <p:grpSp>
          <p:nvGrpSpPr>
            <p:cNvPr id="3" name="그룹 6">
              <a:extLst>
                <a:ext uri="{FF2B5EF4-FFF2-40B4-BE49-F238E27FC236}">
                  <a16:creationId xmlns:a16="http://schemas.microsoft.com/office/drawing/2014/main" id="{44E97D26-E83D-434D-A126-ED9058E82463}"/>
                </a:ext>
              </a:extLst>
            </p:cNvPr>
            <p:cNvGrpSpPr/>
            <p:nvPr/>
          </p:nvGrpSpPr>
          <p:grpSpPr>
            <a:xfrm>
              <a:off x="3529668" y="2924223"/>
              <a:ext cx="1856554" cy="1763310"/>
              <a:chOff x="3432955" y="3105197"/>
              <a:chExt cx="1985378" cy="1885664"/>
            </a:xfrm>
          </p:grpSpPr>
          <p:sp>
            <p:nvSpPr>
              <p:cNvPr id="4" name="Freeform 88">
                <a:extLst>
                  <a:ext uri="{FF2B5EF4-FFF2-40B4-BE49-F238E27FC236}">
                    <a16:creationId xmlns:a16="http://schemas.microsoft.com/office/drawing/2014/main" id="{FCC95A61-70A3-427B-B046-5E34141E6337}"/>
                  </a:ext>
                </a:extLst>
              </p:cNvPr>
              <p:cNvSpPr/>
              <p:nvPr/>
            </p:nvSpPr>
            <p:spPr>
              <a:xfrm rot="15392080">
                <a:off x="3380850" y="3157302"/>
                <a:ext cx="1862705" cy="1758496"/>
              </a:xfrm>
              <a:custGeom>
                <a:avLst/>
                <a:gdLst>
                  <a:gd name="connsiteX0" fmla="*/ 1884852 w 3784599"/>
                  <a:gd name="connsiteY0" fmla="*/ 1 h 3572874"/>
                  <a:gd name="connsiteX1" fmla="*/ 40812 w 3784599"/>
                  <a:gd name="connsiteY1" fmla="*/ 3169921 h 3572874"/>
                  <a:gd name="connsiteX2" fmla="*/ 3744132 w 3784599"/>
                  <a:gd name="connsiteY2" fmla="*/ 3185161 h 3572874"/>
                  <a:gd name="connsiteX3" fmla="*/ 1884852 w 3784599"/>
                  <a:gd name="connsiteY3" fmla="*/ 1 h 357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4599" h="3572874">
                    <a:moveTo>
                      <a:pt x="1884852" y="1"/>
                    </a:moveTo>
                    <a:cubicBezTo>
                      <a:pt x="1267632" y="-2539"/>
                      <a:pt x="-269068" y="2639061"/>
                      <a:pt x="40812" y="3169921"/>
                    </a:cubicBezTo>
                    <a:cubicBezTo>
                      <a:pt x="350692" y="3700781"/>
                      <a:pt x="3434252" y="3708401"/>
                      <a:pt x="3744132" y="3185161"/>
                    </a:cubicBezTo>
                    <a:cubicBezTo>
                      <a:pt x="4054012" y="2661921"/>
                      <a:pt x="2502072" y="2541"/>
                      <a:pt x="188485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7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dirty="0"/>
              </a:p>
            </p:txBody>
          </p:sp>
          <p:sp>
            <p:nvSpPr>
              <p:cNvPr id="5" name="Freeform 89">
                <a:extLst>
                  <a:ext uri="{FF2B5EF4-FFF2-40B4-BE49-F238E27FC236}">
                    <a16:creationId xmlns:a16="http://schemas.microsoft.com/office/drawing/2014/main" id="{60316058-F178-4F4B-BE9B-22F28D4D3D1F}"/>
                  </a:ext>
                </a:extLst>
              </p:cNvPr>
              <p:cNvSpPr/>
              <p:nvPr/>
            </p:nvSpPr>
            <p:spPr>
              <a:xfrm rot="12600000">
                <a:off x="3468239" y="3194833"/>
                <a:ext cx="1862704" cy="1758498"/>
              </a:xfrm>
              <a:custGeom>
                <a:avLst/>
                <a:gdLst>
                  <a:gd name="connsiteX0" fmla="*/ 1884852 w 3784599"/>
                  <a:gd name="connsiteY0" fmla="*/ 1 h 3572874"/>
                  <a:gd name="connsiteX1" fmla="*/ 40812 w 3784599"/>
                  <a:gd name="connsiteY1" fmla="*/ 3169921 h 3572874"/>
                  <a:gd name="connsiteX2" fmla="*/ 3744132 w 3784599"/>
                  <a:gd name="connsiteY2" fmla="*/ 3185161 h 3572874"/>
                  <a:gd name="connsiteX3" fmla="*/ 1884852 w 3784599"/>
                  <a:gd name="connsiteY3" fmla="*/ 1 h 357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4599" h="3572874">
                    <a:moveTo>
                      <a:pt x="1884852" y="1"/>
                    </a:moveTo>
                    <a:cubicBezTo>
                      <a:pt x="1267632" y="-2539"/>
                      <a:pt x="-269068" y="2639061"/>
                      <a:pt x="40812" y="3169921"/>
                    </a:cubicBezTo>
                    <a:cubicBezTo>
                      <a:pt x="350692" y="3700781"/>
                      <a:pt x="3434252" y="3708401"/>
                      <a:pt x="3744132" y="3185161"/>
                    </a:cubicBezTo>
                    <a:cubicBezTo>
                      <a:pt x="4054012" y="2661921"/>
                      <a:pt x="2502072" y="2541"/>
                      <a:pt x="188485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7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6" name="Freeform 90">
                <a:extLst>
                  <a:ext uri="{FF2B5EF4-FFF2-40B4-BE49-F238E27FC236}">
                    <a16:creationId xmlns:a16="http://schemas.microsoft.com/office/drawing/2014/main" id="{089186E6-2DA0-429A-B221-4F9AE0CBCE99}"/>
                  </a:ext>
                </a:extLst>
              </p:cNvPr>
              <p:cNvSpPr/>
              <p:nvPr/>
            </p:nvSpPr>
            <p:spPr>
              <a:xfrm rot="9900000">
                <a:off x="3555629" y="3232363"/>
                <a:ext cx="1862704" cy="1758498"/>
              </a:xfrm>
              <a:custGeom>
                <a:avLst/>
                <a:gdLst>
                  <a:gd name="connsiteX0" fmla="*/ 1884852 w 3784599"/>
                  <a:gd name="connsiteY0" fmla="*/ 1 h 3572874"/>
                  <a:gd name="connsiteX1" fmla="*/ 40812 w 3784599"/>
                  <a:gd name="connsiteY1" fmla="*/ 3169921 h 3572874"/>
                  <a:gd name="connsiteX2" fmla="*/ 3744132 w 3784599"/>
                  <a:gd name="connsiteY2" fmla="*/ 3185161 h 3572874"/>
                  <a:gd name="connsiteX3" fmla="*/ 1884852 w 3784599"/>
                  <a:gd name="connsiteY3" fmla="*/ 1 h 357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4599" h="3572874">
                    <a:moveTo>
                      <a:pt x="1884852" y="1"/>
                    </a:moveTo>
                    <a:cubicBezTo>
                      <a:pt x="1267632" y="-2539"/>
                      <a:pt x="-269068" y="2639061"/>
                      <a:pt x="40812" y="3169921"/>
                    </a:cubicBezTo>
                    <a:cubicBezTo>
                      <a:pt x="350692" y="3700781"/>
                      <a:pt x="3434252" y="3708401"/>
                      <a:pt x="3744132" y="3185161"/>
                    </a:cubicBezTo>
                    <a:cubicBezTo>
                      <a:pt x="4054012" y="2661921"/>
                      <a:pt x="2502072" y="2541"/>
                      <a:pt x="188485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7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866DCE-4275-4747-AD18-70FA19AB58BC}"/>
                </a:ext>
              </a:extLst>
            </p:cNvPr>
            <p:cNvSpPr txBox="1"/>
            <p:nvPr/>
          </p:nvSpPr>
          <p:spPr>
            <a:xfrm>
              <a:off x="3701446" y="3364879"/>
              <a:ext cx="160802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2000" b="1" dirty="0">
                  <a:solidFill>
                    <a:schemeClr val="bg1"/>
                  </a:solidFill>
                  <a:cs typeface="Arial" pitchFamily="34" charset="0"/>
                </a:rPr>
                <a:t>Sistem Manual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186EC1C9-C84A-445B-9209-6C4C5430AE35}"/>
              </a:ext>
            </a:extLst>
          </p:cNvPr>
          <p:cNvSpPr txBox="1"/>
          <p:nvPr/>
        </p:nvSpPr>
        <p:spPr>
          <a:xfrm>
            <a:off x="743298" y="1713879"/>
            <a:ext cx="4043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Menggunakan Google Form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FF1C83-BFBD-4832-B057-E78DEB9F9996}"/>
              </a:ext>
            </a:extLst>
          </p:cNvPr>
          <p:cNvSpPr txBox="1"/>
          <p:nvPr/>
        </p:nvSpPr>
        <p:spPr>
          <a:xfrm>
            <a:off x="743298" y="5361197"/>
            <a:ext cx="4043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Rekapitulasi Absen Manual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1" name="Freeform 32">
            <a:extLst>
              <a:ext uri="{FF2B5EF4-FFF2-40B4-BE49-F238E27FC236}">
                <a16:creationId xmlns:a16="http://schemas.microsoft.com/office/drawing/2014/main" id="{2658E54D-3D6B-4427-988B-0AEB1005C063}"/>
              </a:ext>
            </a:extLst>
          </p:cNvPr>
          <p:cNvSpPr/>
          <p:nvPr/>
        </p:nvSpPr>
        <p:spPr>
          <a:xfrm>
            <a:off x="4823146" y="4264491"/>
            <a:ext cx="251775" cy="1270863"/>
          </a:xfrm>
          <a:custGeom>
            <a:avLst/>
            <a:gdLst>
              <a:gd name="connsiteX0" fmla="*/ 0 w 220980"/>
              <a:gd name="connsiteY0" fmla="*/ 0 h 807720"/>
              <a:gd name="connsiteX1" fmla="*/ 220980 w 220980"/>
              <a:gd name="connsiteY1" fmla="*/ 0 h 807720"/>
              <a:gd name="connsiteX2" fmla="*/ 220980 w 220980"/>
              <a:gd name="connsiteY2" fmla="*/ 807720 h 807720"/>
              <a:gd name="connsiteX3" fmla="*/ 7620 w 220980"/>
              <a:gd name="connsiteY3" fmla="*/ 807720 h 807720"/>
              <a:gd name="connsiteX0" fmla="*/ 213360 w 213360"/>
              <a:gd name="connsiteY0" fmla="*/ 0 h 807720"/>
              <a:gd name="connsiteX1" fmla="*/ 213360 w 213360"/>
              <a:gd name="connsiteY1" fmla="*/ 807720 h 807720"/>
              <a:gd name="connsiteX2" fmla="*/ 0 w 213360"/>
              <a:gd name="connsiteY2" fmla="*/ 8077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360" h="807720">
                <a:moveTo>
                  <a:pt x="213360" y="0"/>
                </a:moveTo>
                <a:lnTo>
                  <a:pt x="213360" y="807720"/>
                </a:lnTo>
                <a:lnTo>
                  <a:pt x="0" y="807720"/>
                </a:lnTo>
              </a:path>
            </a:pathLst>
          </a:cu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Freeform 99">
            <a:extLst>
              <a:ext uri="{FF2B5EF4-FFF2-40B4-BE49-F238E27FC236}">
                <a16:creationId xmlns:a16="http://schemas.microsoft.com/office/drawing/2014/main" id="{040AA64C-63F4-4CE6-A19C-8773803208F3}"/>
              </a:ext>
            </a:extLst>
          </p:cNvPr>
          <p:cNvSpPr/>
          <p:nvPr/>
        </p:nvSpPr>
        <p:spPr>
          <a:xfrm flipH="1">
            <a:off x="7014588" y="4264493"/>
            <a:ext cx="255514" cy="1270861"/>
          </a:xfrm>
          <a:custGeom>
            <a:avLst/>
            <a:gdLst>
              <a:gd name="connsiteX0" fmla="*/ 0 w 220980"/>
              <a:gd name="connsiteY0" fmla="*/ 0 h 807720"/>
              <a:gd name="connsiteX1" fmla="*/ 220980 w 220980"/>
              <a:gd name="connsiteY1" fmla="*/ 0 h 807720"/>
              <a:gd name="connsiteX2" fmla="*/ 220980 w 220980"/>
              <a:gd name="connsiteY2" fmla="*/ 807720 h 807720"/>
              <a:gd name="connsiteX3" fmla="*/ 7620 w 220980"/>
              <a:gd name="connsiteY3" fmla="*/ 807720 h 807720"/>
              <a:gd name="connsiteX0" fmla="*/ 213360 w 213360"/>
              <a:gd name="connsiteY0" fmla="*/ 0 h 807720"/>
              <a:gd name="connsiteX1" fmla="*/ 213360 w 213360"/>
              <a:gd name="connsiteY1" fmla="*/ 807720 h 807720"/>
              <a:gd name="connsiteX2" fmla="*/ 0 w 213360"/>
              <a:gd name="connsiteY2" fmla="*/ 807720 h 807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3360" h="807720">
                <a:moveTo>
                  <a:pt x="213360" y="0"/>
                </a:moveTo>
                <a:lnTo>
                  <a:pt x="213360" y="807720"/>
                </a:lnTo>
                <a:lnTo>
                  <a:pt x="0" y="807720"/>
                </a:lnTo>
              </a:path>
            </a:pathLst>
          </a:cu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Freeform 33">
            <a:extLst>
              <a:ext uri="{FF2B5EF4-FFF2-40B4-BE49-F238E27FC236}">
                <a16:creationId xmlns:a16="http://schemas.microsoft.com/office/drawing/2014/main" id="{552C7DB9-9C62-40F3-99F0-BFDEF56E263F}"/>
              </a:ext>
            </a:extLst>
          </p:cNvPr>
          <p:cNvSpPr/>
          <p:nvPr/>
        </p:nvSpPr>
        <p:spPr>
          <a:xfrm>
            <a:off x="4889297" y="1886178"/>
            <a:ext cx="288111" cy="1187367"/>
          </a:xfrm>
          <a:custGeom>
            <a:avLst/>
            <a:gdLst>
              <a:gd name="connsiteX0" fmla="*/ 0 w 807720"/>
              <a:gd name="connsiteY0" fmla="*/ 777240 h 777240"/>
              <a:gd name="connsiteX1" fmla="*/ 807720 w 807720"/>
              <a:gd name="connsiteY1" fmla="*/ 777240 h 777240"/>
              <a:gd name="connsiteX2" fmla="*/ 807720 w 807720"/>
              <a:gd name="connsiteY2" fmla="*/ 0 h 777240"/>
              <a:gd name="connsiteX3" fmla="*/ 556260 w 807720"/>
              <a:gd name="connsiteY3" fmla="*/ 0 h 777240"/>
              <a:gd name="connsiteX0" fmla="*/ 251460 w 251460"/>
              <a:gd name="connsiteY0" fmla="*/ 777240 h 777240"/>
              <a:gd name="connsiteX1" fmla="*/ 251460 w 251460"/>
              <a:gd name="connsiteY1" fmla="*/ 0 h 777240"/>
              <a:gd name="connsiteX2" fmla="*/ 0 w 251460"/>
              <a:gd name="connsiteY2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" h="777240">
                <a:moveTo>
                  <a:pt x="251460" y="777240"/>
                </a:moveTo>
                <a:lnTo>
                  <a:pt x="251460" y="0"/>
                </a:lnTo>
                <a:lnTo>
                  <a:pt x="0" y="0"/>
                </a:lnTo>
              </a:path>
            </a:pathLst>
          </a:cu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Freeform 100">
            <a:extLst>
              <a:ext uri="{FF2B5EF4-FFF2-40B4-BE49-F238E27FC236}">
                <a16:creationId xmlns:a16="http://schemas.microsoft.com/office/drawing/2014/main" id="{ED523398-CC06-45AD-BD60-410A2135B210}"/>
              </a:ext>
            </a:extLst>
          </p:cNvPr>
          <p:cNvSpPr/>
          <p:nvPr/>
        </p:nvSpPr>
        <p:spPr>
          <a:xfrm flipH="1">
            <a:off x="6953698" y="1882763"/>
            <a:ext cx="259539" cy="1190781"/>
          </a:xfrm>
          <a:custGeom>
            <a:avLst/>
            <a:gdLst>
              <a:gd name="connsiteX0" fmla="*/ 0 w 807720"/>
              <a:gd name="connsiteY0" fmla="*/ 777240 h 777240"/>
              <a:gd name="connsiteX1" fmla="*/ 807720 w 807720"/>
              <a:gd name="connsiteY1" fmla="*/ 777240 h 777240"/>
              <a:gd name="connsiteX2" fmla="*/ 807720 w 807720"/>
              <a:gd name="connsiteY2" fmla="*/ 0 h 777240"/>
              <a:gd name="connsiteX3" fmla="*/ 556260 w 807720"/>
              <a:gd name="connsiteY3" fmla="*/ 0 h 777240"/>
              <a:gd name="connsiteX0" fmla="*/ 0 w 807720"/>
              <a:gd name="connsiteY0" fmla="*/ 777240 h 777240"/>
              <a:gd name="connsiteX1" fmla="*/ 807720 w 807720"/>
              <a:gd name="connsiteY1" fmla="*/ 777240 h 777240"/>
              <a:gd name="connsiteX2" fmla="*/ 807720 w 807720"/>
              <a:gd name="connsiteY2" fmla="*/ 0 h 777240"/>
              <a:gd name="connsiteX3" fmla="*/ 556260 w 807720"/>
              <a:gd name="connsiteY3" fmla="*/ 0 h 777240"/>
              <a:gd name="connsiteX0" fmla="*/ 251460 w 251460"/>
              <a:gd name="connsiteY0" fmla="*/ 777240 h 777240"/>
              <a:gd name="connsiteX1" fmla="*/ 251460 w 251460"/>
              <a:gd name="connsiteY1" fmla="*/ 0 h 777240"/>
              <a:gd name="connsiteX2" fmla="*/ 0 w 251460"/>
              <a:gd name="connsiteY2" fmla="*/ 0 h 777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1460" h="777240">
                <a:moveTo>
                  <a:pt x="251460" y="777240"/>
                </a:moveTo>
                <a:lnTo>
                  <a:pt x="251460" y="0"/>
                </a:lnTo>
                <a:lnTo>
                  <a:pt x="0" y="0"/>
                </a:lnTo>
              </a:path>
            </a:pathLst>
          </a:custGeom>
          <a:ln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F8B647-79E4-41A5-A92E-1598E677679B}"/>
              </a:ext>
            </a:extLst>
          </p:cNvPr>
          <p:cNvSpPr txBox="1"/>
          <p:nvPr/>
        </p:nvSpPr>
        <p:spPr>
          <a:xfrm>
            <a:off x="7365856" y="1713879"/>
            <a:ext cx="4043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Menggunakan Mesin Absen Fingerprint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11D0D0-E4B8-4444-B23A-0CD8808F809D}"/>
              </a:ext>
            </a:extLst>
          </p:cNvPr>
          <p:cNvSpPr txBox="1"/>
          <p:nvPr/>
        </p:nvSpPr>
        <p:spPr>
          <a:xfrm>
            <a:off x="7365856" y="5361197"/>
            <a:ext cx="40435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Rekapitulasi Absen Otomatis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90501B-D7AD-4C99-8B86-08D3DB535921}"/>
              </a:ext>
            </a:extLst>
          </p:cNvPr>
          <p:cNvGrpSpPr/>
          <p:nvPr/>
        </p:nvGrpSpPr>
        <p:grpSpPr>
          <a:xfrm>
            <a:off x="6795432" y="2924223"/>
            <a:ext cx="1856554" cy="1763310"/>
            <a:chOff x="6795432" y="2924223"/>
            <a:chExt cx="1856554" cy="1763310"/>
          </a:xfrm>
        </p:grpSpPr>
        <p:grpSp>
          <p:nvGrpSpPr>
            <p:cNvPr id="7" name="그룹 5">
              <a:extLst>
                <a:ext uri="{FF2B5EF4-FFF2-40B4-BE49-F238E27FC236}">
                  <a16:creationId xmlns:a16="http://schemas.microsoft.com/office/drawing/2014/main" id="{D72724CE-706A-4DA1-A9AB-4DA4BE86A2B0}"/>
                </a:ext>
              </a:extLst>
            </p:cNvPr>
            <p:cNvGrpSpPr/>
            <p:nvPr/>
          </p:nvGrpSpPr>
          <p:grpSpPr>
            <a:xfrm>
              <a:off x="6795432" y="2924223"/>
              <a:ext cx="1856554" cy="1763310"/>
              <a:chOff x="6698719" y="3105197"/>
              <a:chExt cx="1985378" cy="1885664"/>
            </a:xfrm>
          </p:grpSpPr>
          <p:sp>
            <p:nvSpPr>
              <p:cNvPr id="8" name="Freeform 94">
                <a:extLst>
                  <a:ext uri="{FF2B5EF4-FFF2-40B4-BE49-F238E27FC236}">
                    <a16:creationId xmlns:a16="http://schemas.microsoft.com/office/drawing/2014/main" id="{0B4D6191-85DA-413E-9902-8CBF89418A8B}"/>
                  </a:ext>
                </a:extLst>
              </p:cNvPr>
              <p:cNvSpPr/>
              <p:nvPr/>
            </p:nvSpPr>
            <p:spPr>
              <a:xfrm rot="15392080">
                <a:off x="6646614" y="3157302"/>
                <a:ext cx="1862705" cy="1758496"/>
              </a:xfrm>
              <a:custGeom>
                <a:avLst/>
                <a:gdLst>
                  <a:gd name="connsiteX0" fmla="*/ 1884852 w 3784599"/>
                  <a:gd name="connsiteY0" fmla="*/ 1 h 3572874"/>
                  <a:gd name="connsiteX1" fmla="*/ 40812 w 3784599"/>
                  <a:gd name="connsiteY1" fmla="*/ 3169921 h 3572874"/>
                  <a:gd name="connsiteX2" fmla="*/ 3744132 w 3784599"/>
                  <a:gd name="connsiteY2" fmla="*/ 3185161 h 3572874"/>
                  <a:gd name="connsiteX3" fmla="*/ 1884852 w 3784599"/>
                  <a:gd name="connsiteY3" fmla="*/ 1 h 357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4599" h="3572874">
                    <a:moveTo>
                      <a:pt x="1884852" y="1"/>
                    </a:moveTo>
                    <a:cubicBezTo>
                      <a:pt x="1267632" y="-2539"/>
                      <a:pt x="-269068" y="2639061"/>
                      <a:pt x="40812" y="3169921"/>
                    </a:cubicBezTo>
                    <a:cubicBezTo>
                      <a:pt x="350692" y="3700781"/>
                      <a:pt x="3434252" y="3708401"/>
                      <a:pt x="3744132" y="3185161"/>
                    </a:cubicBezTo>
                    <a:cubicBezTo>
                      <a:pt x="4054012" y="2661921"/>
                      <a:pt x="2502072" y="2541"/>
                      <a:pt x="188485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alpha val="70000"/>
                    </a:schemeClr>
                  </a:gs>
                  <a:gs pos="100000">
                    <a:schemeClr val="accent4">
                      <a:alpha val="46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9" name="Freeform 95">
                <a:extLst>
                  <a:ext uri="{FF2B5EF4-FFF2-40B4-BE49-F238E27FC236}">
                    <a16:creationId xmlns:a16="http://schemas.microsoft.com/office/drawing/2014/main" id="{9366B29F-2D55-451A-B0E9-4C53E175A827}"/>
                  </a:ext>
                </a:extLst>
              </p:cNvPr>
              <p:cNvSpPr/>
              <p:nvPr/>
            </p:nvSpPr>
            <p:spPr>
              <a:xfrm rot="12600000">
                <a:off x="6734003" y="3194833"/>
                <a:ext cx="1862704" cy="1758498"/>
              </a:xfrm>
              <a:custGeom>
                <a:avLst/>
                <a:gdLst>
                  <a:gd name="connsiteX0" fmla="*/ 1884852 w 3784599"/>
                  <a:gd name="connsiteY0" fmla="*/ 1 h 3572874"/>
                  <a:gd name="connsiteX1" fmla="*/ 40812 w 3784599"/>
                  <a:gd name="connsiteY1" fmla="*/ 3169921 h 3572874"/>
                  <a:gd name="connsiteX2" fmla="*/ 3744132 w 3784599"/>
                  <a:gd name="connsiteY2" fmla="*/ 3185161 h 3572874"/>
                  <a:gd name="connsiteX3" fmla="*/ 1884852 w 3784599"/>
                  <a:gd name="connsiteY3" fmla="*/ 1 h 357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4599" h="3572874">
                    <a:moveTo>
                      <a:pt x="1884852" y="1"/>
                    </a:moveTo>
                    <a:cubicBezTo>
                      <a:pt x="1267632" y="-2539"/>
                      <a:pt x="-269068" y="2639061"/>
                      <a:pt x="40812" y="3169921"/>
                    </a:cubicBezTo>
                    <a:cubicBezTo>
                      <a:pt x="350692" y="3700781"/>
                      <a:pt x="3434252" y="3708401"/>
                      <a:pt x="3744132" y="3185161"/>
                    </a:cubicBezTo>
                    <a:cubicBezTo>
                      <a:pt x="4054012" y="2661921"/>
                      <a:pt x="2502072" y="2541"/>
                      <a:pt x="188485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alpha val="70000"/>
                    </a:schemeClr>
                  </a:gs>
                  <a:gs pos="100000">
                    <a:schemeClr val="accent4">
                      <a:alpha val="46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  <p:sp>
            <p:nvSpPr>
              <p:cNvPr id="10" name="Freeform 96">
                <a:extLst>
                  <a:ext uri="{FF2B5EF4-FFF2-40B4-BE49-F238E27FC236}">
                    <a16:creationId xmlns:a16="http://schemas.microsoft.com/office/drawing/2014/main" id="{F70F20CC-5E53-461B-B1CE-CE7441C2A69B}"/>
                  </a:ext>
                </a:extLst>
              </p:cNvPr>
              <p:cNvSpPr/>
              <p:nvPr/>
            </p:nvSpPr>
            <p:spPr>
              <a:xfrm rot="9900000">
                <a:off x="6821393" y="3232363"/>
                <a:ext cx="1862704" cy="1758498"/>
              </a:xfrm>
              <a:custGeom>
                <a:avLst/>
                <a:gdLst>
                  <a:gd name="connsiteX0" fmla="*/ 1884852 w 3784599"/>
                  <a:gd name="connsiteY0" fmla="*/ 1 h 3572874"/>
                  <a:gd name="connsiteX1" fmla="*/ 40812 w 3784599"/>
                  <a:gd name="connsiteY1" fmla="*/ 3169921 h 3572874"/>
                  <a:gd name="connsiteX2" fmla="*/ 3744132 w 3784599"/>
                  <a:gd name="connsiteY2" fmla="*/ 3185161 h 3572874"/>
                  <a:gd name="connsiteX3" fmla="*/ 1884852 w 3784599"/>
                  <a:gd name="connsiteY3" fmla="*/ 1 h 3572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84599" h="3572874">
                    <a:moveTo>
                      <a:pt x="1884852" y="1"/>
                    </a:moveTo>
                    <a:cubicBezTo>
                      <a:pt x="1267632" y="-2539"/>
                      <a:pt x="-269068" y="2639061"/>
                      <a:pt x="40812" y="3169921"/>
                    </a:cubicBezTo>
                    <a:cubicBezTo>
                      <a:pt x="350692" y="3700781"/>
                      <a:pt x="3434252" y="3708401"/>
                      <a:pt x="3744132" y="3185161"/>
                    </a:cubicBezTo>
                    <a:cubicBezTo>
                      <a:pt x="4054012" y="2661921"/>
                      <a:pt x="2502072" y="2541"/>
                      <a:pt x="188485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4">
                      <a:alpha val="70000"/>
                    </a:schemeClr>
                  </a:gs>
                  <a:gs pos="100000">
                    <a:schemeClr val="accent4">
                      <a:alpha val="46000"/>
                    </a:schemeClr>
                  </a:gs>
                </a:gsLst>
                <a:lin ang="81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BE85331-C0F7-4673-9FFE-F5756AF5CC20}"/>
                </a:ext>
              </a:extLst>
            </p:cNvPr>
            <p:cNvSpPr txBox="1"/>
            <p:nvPr/>
          </p:nvSpPr>
          <p:spPr>
            <a:xfrm>
              <a:off x="6977054" y="3364879"/>
              <a:ext cx="160802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2000" b="1" dirty="0">
                  <a:solidFill>
                    <a:schemeClr val="bg1"/>
                  </a:solidFill>
                  <a:cs typeface="Arial" pitchFamily="34" charset="0"/>
                </a:rPr>
                <a:t>Sistem Informasi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4202B5F-F7BD-4DF7-B959-33995CA500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7" t="15037" r="27291" b="5163"/>
          <a:stretch/>
        </p:blipFill>
        <p:spPr>
          <a:xfrm>
            <a:off x="534020" y="2392360"/>
            <a:ext cx="2768603" cy="26529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95FB861-CDDC-40FF-9C6F-63BE743AE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408" y="2787049"/>
            <a:ext cx="2156572" cy="215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2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Rumusan Masalah</a:t>
            </a:r>
            <a:endParaRPr lang="en-US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F794071-AB15-4928-ADC4-F5222E9FF46F}"/>
              </a:ext>
            </a:extLst>
          </p:cNvPr>
          <p:cNvGrpSpPr/>
          <p:nvPr/>
        </p:nvGrpSpPr>
        <p:grpSpPr>
          <a:xfrm>
            <a:off x="1822193" y="2399053"/>
            <a:ext cx="2799629" cy="2799629"/>
            <a:chOff x="1822193" y="2399053"/>
            <a:chExt cx="2799629" cy="2799629"/>
          </a:xfrm>
        </p:grpSpPr>
        <p:sp>
          <p:nvSpPr>
            <p:cNvPr id="3" name="Donut 1">
              <a:extLst>
                <a:ext uri="{FF2B5EF4-FFF2-40B4-BE49-F238E27FC236}">
                  <a16:creationId xmlns:a16="http://schemas.microsoft.com/office/drawing/2014/main" id="{B0A97344-FD9C-4F3A-BF24-D96829AEEE40}"/>
                </a:ext>
              </a:extLst>
            </p:cNvPr>
            <p:cNvSpPr/>
            <p:nvPr/>
          </p:nvSpPr>
          <p:spPr>
            <a:xfrm>
              <a:off x="1822193" y="2399053"/>
              <a:ext cx="2799629" cy="2799629"/>
            </a:xfrm>
            <a:prstGeom prst="donut">
              <a:avLst>
                <a:gd name="adj" fmla="val 667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D3453E-DED1-45D6-905C-EEEA6408FE40}"/>
                </a:ext>
              </a:extLst>
            </p:cNvPr>
            <p:cNvSpPr txBox="1"/>
            <p:nvPr/>
          </p:nvSpPr>
          <p:spPr>
            <a:xfrm>
              <a:off x="2495956" y="4046068"/>
              <a:ext cx="14521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Rumusan Masalah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7" name="Freeform 108">
              <a:extLst>
                <a:ext uri="{FF2B5EF4-FFF2-40B4-BE49-F238E27FC236}">
                  <a16:creationId xmlns:a16="http://schemas.microsoft.com/office/drawing/2014/main" id="{6A0921EC-58DA-4443-8AB8-EEB95279DDCD}"/>
                </a:ext>
              </a:extLst>
            </p:cNvPr>
            <p:cNvSpPr/>
            <p:nvPr/>
          </p:nvSpPr>
          <p:spPr>
            <a:xfrm>
              <a:off x="2642828" y="2691025"/>
              <a:ext cx="1158359" cy="1279992"/>
            </a:xfrm>
            <a:custGeom>
              <a:avLst/>
              <a:gdLst/>
              <a:ahLst/>
              <a:cxnLst/>
              <a:rect l="l" t="t" r="r" b="b"/>
              <a:pathLst>
                <a:path w="341005" h="376812">
                  <a:moveTo>
                    <a:pt x="179590" y="105941"/>
                  </a:moveTo>
                  <a:cubicBezTo>
                    <a:pt x="189466" y="103284"/>
                    <a:pt x="200229" y="106383"/>
                    <a:pt x="207502" y="113978"/>
                  </a:cubicBezTo>
                  <a:lnTo>
                    <a:pt x="205155" y="116193"/>
                  </a:lnTo>
                  <a:cubicBezTo>
                    <a:pt x="198727" y="109493"/>
                    <a:pt x="189244" y="106732"/>
                    <a:pt x="180543" y="109027"/>
                  </a:cubicBezTo>
                  <a:cubicBezTo>
                    <a:pt x="171284" y="111470"/>
                    <a:pt x="164597" y="119184"/>
                    <a:pt x="163491" y="128699"/>
                  </a:cubicBezTo>
                  <a:lnTo>
                    <a:pt x="160301" y="128192"/>
                  </a:lnTo>
                  <a:cubicBezTo>
                    <a:pt x="160626" y="125509"/>
                    <a:pt x="161343" y="122953"/>
                    <a:pt x="162397" y="120583"/>
                  </a:cubicBezTo>
                  <a:cubicBezTo>
                    <a:pt x="163188" y="118806"/>
                    <a:pt x="164168" y="117134"/>
                    <a:pt x="165317" y="115593"/>
                  </a:cubicBezTo>
                  <a:close/>
                  <a:moveTo>
                    <a:pt x="184774" y="76800"/>
                  </a:moveTo>
                  <a:cubicBezTo>
                    <a:pt x="189722" y="75892"/>
                    <a:pt x="194950" y="76276"/>
                    <a:pt x="199898" y="78055"/>
                  </a:cubicBezTo>
                  <a:lnTo>
                    <a:pt x="198784" y="81085"/>
                  </a:lnTo>
                  <a:cubicBezTo>
                    <a:pt x="190044" y="77951"/>
                    <a:pt x="180324" y="79705"/>
                    <a:pt x="173557" y="85636"/>
                  </a:cubicBezTo>
                  <a:cubicBezTo>
                    <a:pt x="166357" y="91948"/>
                    <a:pt x="163808" y="101834"/>
                    <a:pt x="167057" y="110845"/>
                  </a:cubicBezTo>
                  <a:lnTo>
                    <a:pt x="163976" y="111813"/>
                  </a:lnTo>
                  <a:cubicBezTo>
                    <a:pt x="161264" y="104174"/>
                    <a:pt x="162206" y="95982"/>
                    <a:pt x="166259" y="89343"/>
                  </a:cubicBezTo>
                  <a:lnTo>
                    <a:pt x="171329" y="83298"/>
                  </a:lnTo>
                  <a:cubicBezTo>
                    <a:pt x="175158" y="79908"/>
                    <a:pt x="179826" y="77708"/>
                    <a:pt x="184774" y="76800"/>
                  </a:cubicBezTo>
                  <a:close/>
                  <a:moveTo>
                    <a:pt x="179076" y="24908"/>
                  </a:moveTo>
                  <a:cubicBezTo>
                    <a:pt x="173882" y="25821"/>
                    <a:pt x="169065" y="28595"/>
                    <a:pt x="165693" y="33023"/>
                  </a:cubicBezTo>
                  <a:lnTo>
                    <a:pt x="165081" y="32645"/>
                  </a:lnTo>
                  <a:lnTo>
                    <a:pt x="164343" y="33841"/>
                  </a:lnTo>
                  <a:lnTo>
                    <a:pt x="159156" y="28989"/>
                  </a:lnTo>
                  <a:cubicBezTo>
                    <a:pt x="147650" y="21890"/>
                    <a:pt x="132568" y="25462"/>
                    <a:pt x="125468" y="36968"/>
                  </a:cubicBezTo>
                  <a:cubicBezTo>
                    <a:pt x="125028" y="37682"/>
                    <a:pt x="124628" y="38410"/>
                    <a:pt x="124607" y="39302"/>
                  </a:cubicBezTo>
                  <a:cubicBezTo>
                    <a:pt x="121192" y="53871"/>
                    <a:pt x="126621" y="67918"/>
                    <a:pt x="137512" y="72288"/>
                  </a:cubicBezTo>
                  <a:lnTo>
                    <a:pt x="136408" y="75373"/>
                  </a:lnTo>
                  <a:cubicBezTo>
                    <a:pt x="125065" y="70889"/>
                    <a:pt x="118824" y="57470"/>
                    <a:pt x="120792" y="42874"/>
                  </a:cubicBezTo>
                  <a:cubicBezTo>
                    <a:pt x="110219" y="38045"/>
                    <a:pt x="97555" y="41998"/>
                    <a:pt x="91229" y="52250"/>
                  </a:cubicBezTo>
                  <a:cubicBezTo>
                    <a:pt x="86215" y="60377"/>
                    <a:pt x="87164" y="68019"/>
                    <a:pt x="90995" y="75559"/>
                  </a:cubicBezTo>
                  <a:cubicBezTo>
                    <a:pt x="88405" y="77546"/>
                    <a:pt x="86197" y="80074"/>
                    <a:pt x="84391" y="83001"/>
                  </a:cubicBezTo>
                  <a:cubicBezTo>
                    <a:pt x="75261" y="97799"/>
                    <a:pt x="79855" y="117197"/>
                    <a:pt x="94653" y="126328"/>
                  </a:cubicBezTo>
                  <a:cubicBezTo>
                    <a:pt x="99603" y="129383"/>
                    <a:pt x="105068" y="130901"/>
                    <a:pt x="110449" y="130283"/>
                  </a:cubicBezTo>
                  <a:cubicBezTo>
                    <a:pt x="111461" y="121556"/>
                    <a:pt x="114239" y="112980"/>
                    <a:pt x="118788" y="105103"/>
                  </a:cubicBezTo>
                  <a:lnTo>
                    <a:pt x="122060" y="106993"/>
                  </a:lnTo>
                  <a:cubicBezTo>
                    <a:pt x="117549" y="114804"/>
                    <a:pt x="114885" y="123345"/>
                    <a:pt x="114602" y="132066"/>
                  </a:cubicBezTo>
                  <a:cubicBezTo>
                    <a:pt x="118189" y="142541"/>
                    <a:pt x="127538" y="149533"/>
                    <a:pt x="138054" y="150704"/>
                  </a:cubicBezTo>
                  <a:lnTo>
                    <a:pt x="138622" y="157584"/>
                  </a:lnTo>
                  <a:cubicBezTo>
                    <a:pt x="141809" y="168599"/>
                    <a:pt x="152592" y="175355"/>
                    <a:pt x="163536" y="173320"/>
                  </a:cubicBezTo>
                  <a:lnTo>
                    <a:pt x="163736" y="174011"/>
                  </a:lnTo>
                  <a:lnTo>
                    <a:pt x="165086" y="173621"/>
                  </a:lnTo>
                  <a:lnTo>
                    <a:pt x="165671" y="180699"/>
                  </a:lnTo>
                  <a:cubicBezTo>
                    <a:pt x="169429" y="193686"/>
                    <a:pt x="183003" y="201168"/>
                    <a:pt x="195990" y="197411"/>
                  </a:cubicBezTo>
                  <a:cubicBezTo>
                    <a:pt x="196796" y="197178"/>
                    <a:pt x="197581" y="196907"/>
                    <a:pt x="198196" y="196260"/>
                  </a:cubicBezTo>
                  <a:cubicBezTo>
                    <a:pt x="209934" y="188156"/>
                    <a:pt x="215400" y="175007"/>
                    <a:pt x="211155" y="164763"/>
                  </a:cubicBezTo>
                  <a:cubicBezTo>
                    <a:pt x="205121" y="170199"/>
                    <a:pt x="196738" y="172687"/>
                    <a:pt x="188343" y="171472"/>
                  </a:cubicBezTo>
                  <a:lnTo>
                    <a:pt x="188829" y="168281"/>
                  </a:lnTo>
                  <a:cubicBezTo>
                    <a:pt x="198020" y="169602"/>
                    <a:pt x="207192" y="165939"/>
                    <a:pt x="212635" y="158774"/>
                  </a:cubicBezTo>
                  <a:cubicBezTo>
                    <a:pt x="218427" y="151149"/>
                    <a:pt x="218946" y="140953"/>
                    <a:pt x="213960" y="132774"/>
                  </a:cubicBezTo>
                  <a:lnTo>
                    <a:pt x="216785" y="131210"/>
                  </a:lnTo>
                  <a:cubicBezTo>
                    <a:pt x="222366" y="140465"/>
                    <a:pt x="221779" y="151983"/>
                    <a:pt x="215286" y="160619"/>
                  </a:cubicBezTo>
                  <a:lnTo>
                    <a:pt x="213805" y="162105"/>
                  </a:lnTo>
                  <a:cubicBezTo>
                    <a:pt x="218946" y="172938"/>
                    <a:pt x="214526" y="186813"/>
                    <a:pt x="203421" y="196175"/>
                  </a:cubicBezTo>
                  <a:cubicBezTo>
                    <a:pt x="208012" y="206854"/>
                    <a:pt x="220050" y="212429"/>
                    <a:pt x="231622" y="209082"/>
                  </a:cubicBezTo>
                  <a:cubicBezTo>
                    <a:pt x="239377" y="206838"/>
                    <a:pt x="243741" y="201989"/>
                    <a:pt x="246092" y="195539"/>
                  </a:cubicBezTo>
                  <a:cubicBezTo>
                    <a:pt x="255042" y="199507"/>
                    <a:pt x="265290" y="198199"/>
                    <a:pt x="272958" y="192601"/>
                  </a:cubicBezTo>
                  <a:lnTo>
                    <a:pt x="276795" y="193971"/>
                  </a:lnTo>
                  <a:cubicBezTo>
                    <a:pt x="289009" y="194016"/>
                    <a:pt x="298363" y="193248"/>
                    <a:pt x="304258" y="183694"/>
                  </a:cubicBezTo>
                  <a:cubicBezTo>
                    <a:pt x="309343" y="175453"/>
                    <a:pt x="308953" y="165378"/>
                    <a:pt x="303795" y="157923"/>
                  </a:cubicBezTo>
                  <a:cubicBezTo>
                    <a:pt x="298315" y="164420"/>
                    <a:pt x="291041" y="168177"/>
                    <a:pt x="283702" y="168174"/>
                  </a:cubicBezTo>
                  <a:lnTo>
                    <a:pt x="283555" y="164527"/>
                  </a:lnTo>
                  <a:cubicBezTo>
                    <a:pt x="293404" y="164978"/>
                    <a:pt x="303289" y="157339"/>
                    <a:pt x="308110" y="145450"/>
                  </a:cubicBezTo>
                  <a:cubicBezTo>
                    <a:pt x="311022" y="136198"/>
                    <a:pt x="308752" y="126109"/>
                    <a:pt x="302169" y="119023"/>
                  </a:cubicBezTo>
                  <a:cubicBezTo>
                    <a:pt x="296249" y="127191"/>
                    <a:pt x="286098" y="131525"/>
                    <a:pt x="275782" y="130309"/>
                  </a:cubicBezTo>
                  <a:lnTo>
                    <a:pt x="276183" y="127106"/>
                  </a:lnTo>
                  <a:cubicBezTo>
                    <a:pt x="285405" y="128184"/>
                    <a:pt x="294478" y="124281"/>
                    <a:pt x="299730" y="116974"/>
                  </a:cubicBezTo>
                  <a:lnTo>
                    <a:pt x="300207" y="116045"/>
                  </a:lnTo>
                  <a:cubicBezTo>
                    <a:pt x="300079" y="107222"/>
                    <a:pt x="295342" y="98867"/>
                    <a:pt x="287259" y="93880"/>
                  </a:cubicBezTo>
                  <a:cubicBezTo>
                    <a:pt x="284295" y="92051"/>
                    <a:pt x="281129" y="90828"/>
                    <a:pt x="277855" y="90561"/>
                  </a:cubicBezTo>
                  <a:cubicBezTo>
                    <a:pt x="271916" y="104194"/>
                    <a:pt x="259881" y="112708"/>
                    <a:pt x="248172" y="111695"/>
                  </a:cubicBezTo>
                  <a:cubicBezTo>
                    <a:pt x="248002" y="114741"/>
                    <a:pt x="246936" y="117719"/>
                    <a:pt x="245089" y="120348"/>
                  </a:cubicBezTo>
                  <a:cubicBezTo>
                    <a:pt x="241307" y="125729"/>
                    <a:pt x="234825" y="128827"/>
                    <a:pt x="228007" y="128511"/>
                  </a:cubicBezTo>
                  <a:lnTo>
                    <a:pt x="228158" y="125380"/>
                  </a:lnTo>
                  <a:cubicBezTo>
                    <a:pt x="233848" y="125642"/>
                    <a:pt x="239262" y="123097"/>
                    <a:pt x="242439" y="118667"/>
                  </a:cubicBezTo>
                  <a:cubicBezTo>
                    <a:pt x="244071" y="116391"/>
                    <a:pt x="244987" y="113796"/>
                    <a:pt x="245116" y="111152"/>
                  </a:cubicBezTo>
                  <a:lnTo>
                    <a:pt x="243716" y="110904"/>
                  </a:lnTo>
                  <a:lnTo>
                    <a:pt x="244539" y="108155"/>
                  </a:lnTo>
                  <a:cubicBezTo>
                    <a:pt x="244792" y="106166"/>
                    <a:pt x="244131" y="104285"/>
                    <a:pt x="243078" y="102544"/>
                  </a:cubicBezTo>
                  <a:cubicBezTo>
                    <a:pt x="240257" y="97875"/>
                    <a:pt x="235048" y="94922"/>
                    <a:pt x="229344" y="94755"/>
                  </a:cubicBezTo>
                  <a:lnTo>
                    <a:pt x="229436" y="91621"/>
                  </a:lnTo>
                  <a:cubicBezTo>
                    <a:pt x="236268" y="91821"/>
                    <a:pt x="242499" y="95409"/>
                    <a:pt x="245850" y="101072"/>
                  </a:cubicBezTo>
                  <a:cubicBezTo>
                    <a:pt x="247129" y="103235"/>
                    <a:pt x="247915" y="105575"/>
                    <a:pt x="248037" y="107973"/>
                  </a:cubicBezTo>
                  <a:cubicBezTo>
                    <a:pt x="258268" y="109553"/>
                    <a:pt x="268981" y="102051"/>
                    <a:pt x="274232" y="89778"/>
                  </a:cubicBezTo>
                  <a:cubicBezTo>
                    <a:pt x="278708" y="77339"/>
                    <a:pt x="274020" y="63056"/>
                    <a:pt x="262316" y="55834"/>
                  </a:cubicBezTo>
                  <a:cubicBezTo>
                    <a:pt x="257734" y="53007"/>
                    <a:pt x="252666" y="51626"/>
                    <a:pt x="247691" y="52231"/>
                  </a:cubicBezTo>
                  <a:cubicBezTo>
                    <a:pt x="248705" y="60913"/>
                    <a:pt x="245967" y="69020"/>
                    <a:pt x="239739" y="74185"/>
                  </a:cubicBezTo>
                  <a:lnTo>
                    <a:pt x="237649" y="71664"/>
                  </a:lnTo>
                  <a:cubicBezTo>
                    <a:pt x="244579" y="65918"/>
                    <a:pt x="246481" y="55888"/>
                    <a:pt x="243151" y="45920"/>
                  </a:cubicBezTo>
                  <a:cubicBezTo>
                    <a:pt x="241194" y="40124"/>
                    <a:pt x="237183" y="35004"/>
                    <a:pt x="231542" y="31523"/>
                  </a:cubicBezTo>
                  <a:cubicBezTo>
                    <a:pt x="221392" y="25261"/>
                    <a:pt x="208864" y="26095"/>
                    <a:pt x="199763" y="32668"/>
                  </a:cubicBezTo>
                  <a:lnTo>
                    <a:pt x="194721" y="27952"/>
                  </a:lnTo>
                  <a:cubicBezTo>
                    <a:pt x="189842" y="24941"/>
                    <a:pt x="184271" y="23995"/>
                    <a:pt x="179076" y="24908"/>
                  </a:cubicBezTo>
                  <a:close/>
                  <a:moveTo>
                    <a:pt x="190632" y="62"/>
                  </a:moveTo>
                  <a:cubicBezTo>
                    <a:pt x="300121" y="2329"/>
                    <a:pt x="391248" y="125645"/>
                    <a:pt x="309641" y="225160"/>
                  </a:cubicBezTo>
                  <a:cubicBezTo>
                    <a:pt x="282892" y="251229"/>
                    <a:pt x="279266" y="288859"/>
                    <a:pt x="302841" y="374772"/>
                  </a:cubicBezTo>
                  <a:lnTo>
                    <a:pt x="121266" y="376812"/>
                  </a:lnTo>
                  <a:lnTo>
                    <a:pt x="109025" y="322355"/>
                  </a:lnTo>
                  <a:cubicBezTo>
                    <a:pt x="76580" y="333165"/>
                    <a:pt x="40716" y="329924"/>
                    <a:pt x="28778" y="318327"/>
                  </a:cubicBezTo>
                  <a:cubicBezTo>
                    <a:pt x="22923" y="311868"/>
                    <a:pt x="25422" y="291738"/>
                    <a:pt x="32859" y="276164"/>
                  </a:cubicBezTo>
                  <a:cubicBezTo>
                    <a:pt x="35235" y="270344"/>
                    <a:pt x="23179" y="268321"/>
                    <a:pt x="20618" y="259843"/>
                  </a:cubicBezTo>
                  <a:cubicBezTo>
                    <a:pt x="19440" y="251965"/>
                    <a:pt x="27377" y="251682"/>
                    <a:pt x="30757" y="247602"/>
                  </a:cubicBezTo>
                  <a:lnTo>
                    <a:pt x="18516" y="238938"/>
                  </a:lnTo>
                  <a:cubicBezTo>
                    <a:pt x="12669" y="232923"/>
                    <a:pt x="25811" y="221592"/>
                    <a:pt x="29458" y="212919"/>
                  </a:cubicBezTo>
                  <a:cubicBezTo>
                    <a:pt x="16679" y="208924"/>
                    <a:pt x="7006" y="203466"/>
                    <a:pt x="307" y="196983"/>
                  </a:cubicBezTo>
                  <a:cubicBezTo>
                    <a:pt x="-2572" y="186228"/>
                    <a:pt x="15339" y="171234"/>
                    <a:pt x="31089" y="151672"/>
                  </a:cubicBezTo>
                  <a:cubicBezTo>
                    <a:pt x="47602" y="132201"/>
                    <a:pt x="33821" y="117353"/>
                    <a:pt x="46470" y="75544"/>
                  </a:cubicBezTo>
                  <a:cubicBezTo>
                    <a:pt x="66559" y="23813"/>
                    <a:pt x="114124" y="-1423"/>
                    <a:pt x="190632" y="62"/>
                  </a:cubicBezTo>
                  <a:close/>
                </a:path>
              </a:pathLst>
            </a:custGeom>
            <a:solidFill>
              <a:srgbClr val="BA60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A2261D4-6F8E-47AB-B16C-B49282D1F93D}"/>
              </a:ext>
            </a:extLst>
          </p:cNvPr>
          <p:cNvGrpSpPr/>
          <p:nvPr/>
        </p:nvGrpSpPr>
        <p:grpSpPr>
          <a:xfrm>
            <a:off x="5108336" y="2399053"/>
            <a:ext cx="5049383" cy="1020286"/>
            <a:chOff x="5108336" y="2399053"/>
            <a:chExt cx="5049383" cy="1020286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CBB424-9FBD-4F42-99C5-7046427A7BA3}"/>
                </a:ext>
              </a:extLst>
            </p:cNvPr>
            <p:cNvCxnSpPr>
              <a:cxnSpLocks/>
            </p:cNvCxnSpPr>
            <p:nvPr/>
          </p:nvCxnSpPr>
          <p:spPr>
            <a:xfrm>
              <a:off x="5609341" y="3403851"/>
              <a:ext cx="4548378" cy="15488"/>
            </a:xfrm>
            <a:prstGeom prst="line">
              <a:avLst/>
            </a:prstGeom>
            <a:ln w="12700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3272A5-C287-413C-AEF1-68DF8C9B90B1}"/>
                </a:ext>
              </a:extLst>
            </p:cNvPr>
            <p:cNvSpPr txBox="1"/>
            <p:nvPr/>
          </p:nvSpPr>
          <p:spPr>
            <a:xfrm>
              <a:off x="6096000" y="2399053"/>
              <a:ext cx="40617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Bagaimana merancang sistem kehadiran yang efisien dan real-time untuk mendata setiap kehadiran mahasiswa dan dosen dalam program Link-Match?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9A16F0A-20F2-4D8D-B9EC-C75666085FEF}"/>
                </a:ext>
              </a:extLst>
            </p:cNvPr>
            <p:cNvGrpSpPr/>
            <p:nvPr/>
          </p:nvGrpSpPr>
          <p:grpSpPr>
            <a:xfrm>
              <a:off x="5108336" y="2414541"/>
              <a:ext cx="1002010" cy="1002010"/>
              <a:chOff x="5108336" y="2414541"/>
              <a:chExt cx="1002010" cy="1002010"/>
            </a:xfrm>
          </p:grpSpPr>
          <p:sp>
            <p:nvSpPr>
              <p:cNvPr id="15" name="Donut 59">
                <a:extLst>
                  <a:ext uri="{FF2B5EF4-FFF2-40B4-BE49-F238E27FC236}">
                    <a16:creationId xmlns:a16="http://schemas.microsoft.com/office/drawing/2014/main" id="{557C7C23-6CEA-42A8-AD55-DD1239D7CFEE}"/>
                  </a:ext>
                </a:extLst>
              </p:cNvPr>
              <p:cNvSpPr/>
              <p:nvPr/>
            </p:nvSpPr>
            <p:spPr>
              <a:xfrm>
                <a:off x="5108336" y="2414541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D884EA1-FE6D-4144-9651-781DBF6C87A4}"/>
                  </a:ext>
                </a:extLst>
              </p:cNvPr>
              <p:cNvSpPr txBox="1"/>
              <p:nvPr/>
            </p:nvSpPr>
            <p:spPr>
              <a:xfrm>
                <a:off x="5285341" y="2591546"/>
                <a:ext cx="648000" cy="6480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  <a:endParaRPr lang="ko-KR" altLang="en-US" sz="4400" b="1" dirty="0">
                  <a:solidFill>
                    <a:srgbClr val="A068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69D5419-DEB4-4FDB-B812-85A6B35373B1}"/>
              </a:ext>
            </a:extLst>
          </p:cNvPr>
          <p:cNvGrpSpPr/>
          <p:nvPr/>
        </p:nvGrpSpPr>
        <p:grpSpPr>
          <a:xfrm>
            <a:off x="5108117" y="4169955"/>
            <a:ext cx="5049602" cy="1032658"/>
            <a:chOff x="5108117" y="4169955"/>
            <a:chExt cx="5049602" cy="1032658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AA7DFB-C98C-46A3-A7F6-ECDC1205ADEE}"/>
                </a:ext>
              </a:extLst>
            </p:cNvPr>
            <p:cNvCxnSpPr>
              <a:cxnSpLocks/>
            </p:cNvCxnSpPr>
            <p:nvPr/>
          </p:nvCxnSpPr>
          <p:spPr>
            <a:xfrm>
              <a:off x="5609122" y="5189913"/>
              <a:ext cx="4548597" cy="0"/>
            </a:xfrm>
            <a:prstGeom prst="line">
              <a:avLst/>
            </a:prstGeom>
            <a:ln w="12700"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7DFF6-8B27-42AB-98AB-1FA9749C8F64}"/>
                </a:ext>
              </a:extLst>
            </p:cNvPr>
            <p:cNvSpPr txBox="1"/>
            <p:nvPr/>
          </p:nvSpPr>
          <p:spPr>
            <a:xfrm>
              <a:off x="7162930" y="4169955"/>
              <a:ext cx="299478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Apakah aplikasi ini dapat membantu mahasiswa dalam melakukan absensi di program Link-Match?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3589A9D-217F-46FA-A654-E4C54E4E66AC}"/>
                </a:ext>
              </a:extLst>
            </p:cNvPr>
            <p:cNvGrpSpPr/>
            <p:nvPr/>
          </p:nvGrpSpPr>
          <p:grpSpPr>
            <a:xfrm>
              <a:off x="5108117" y="4200603"/>
              <a:ext cx="1002010" cy="1002010"/>
              <a:chOff x="5108117" y="4200603"/>
              <a:chExt cx="1002010" cy="1002010"/>
            </a:xfrm>
          </p:grpSpPr>
          <p:sp>
            <p:nvSpPr>
              <p:cNvPr id="25" name="Donut 61">
                <a:extLst>
                  <a:ext uri="{FF2B5EF4-FFF2-40B4-BE49-F238E27FC236}">
                    <a16:creationId xmlns:a16="http://schemas.microsoft.com/office/drawing/2014/main" id="{B95D94AA-7784-4950-B2D9-560C420BF8A3}"/>
                  </a:ext>
                </a:extLst>
              </p:cNvPr>
              <p:cNvSpPr/>
              <p:nvPr/>
            </p:nvSpPr>
            <p:spPr>
              <a:xfrm>
                <a:off x="5108117" y="4200603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5DDD4F-28A4-4858-86F6-80ADB1627474}"/>
                  </a:ext>
                </a:extLst>
              </p:cNvPr>
              <p:cNvSpPr txBox="1"/>
              <p:nvPr/>
            </p:nvSpPr>
            <p:spPr>
              <a:xfrm>
                <a:off x="5285122" y="4409220"/>
                <a:ext cx="648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endParaRPr lang="ko-KR" altLang="en-US" sz="4400" b="1" dirty="0">
                  <a:solidFill>
                    <a:srgbClr val="A068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513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Tujuan Penelitian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BFA163-FC41-476C-8984-8282E46CAF94}"/>
              </a:ext>
            </a:extLst>
          </p:cNvPr>
          <p:cNvGrpSpPr/>
          <p:nvPr/>
        </p:nvGrpSpPr>
        <p:grpSpPr>
          <a:xfrm>
            <a:off x="4819473" y="1899931"/>
            <a:ext cx="5063456" cy="1004798"/>
            <a:chOff x="4819473" y="1899931"/>
            <a:chExt cx="5063456" cy="100479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CBB424-9FBD-4F42-99C5-7046427A7BA3}"/>
                </a:ext>
              </a:extLst>
            </p:cNvPr>
            <p:cNvCxnSpPr>
              <a:cxnSpLocks/>
            </p:cNvCxnSpPr>
            <p:nvPr/>
          </p:nvCxnSpPr>
          <p:spPr>
            <a:xfrm>
              <a:off x="5320478" y="2889241"/>
              <a:ext cx="4548378" cy="15488"/>
            </a:xfrm>
            <a:prstGeom prst="line">
              <a:avLst/>
            </a:prstGeom>
            <a:ln w="12700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3272A5-C287-413C-AEF1-68DF8C9B90B1}"/>
                </a:ext>
              </a:extLst>
            </p:cNvPr>
            <p:cNvSpPr txBox="1"/>
            <p:nvPr/>
          </p:nvSpPr>
          <p:spPr>
            <a:xfrm>
              <a:off x="5821210" y="2139326"/>
              <a:ext cx="40617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Mempermudah mahasiswa dalam melakukan absensi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9A16F0A-20F2-4D8D-B9EC-C75666085FEF}"/>
                </a:ext>
              </a:extLst>
            </p:cNvPr>
            <p:cNvGrpSpPr/>
            <p:nvPr/>
          </p:nvGrpSpPr>
          <p:grpSpPr>
            <a:xfrm>
              <a:off x="4819473" y="1899931"/>
              <a:ext cx="1002010" cy="1002010"/>
              <a:chOff x="5108336" y="2414541"/>
              <a:chExt cx="1002010" cy="1002010"/>
            </a:xfrm>
          </p:grpSpPr>
          <p:sp>
            <p:nvSpPr>
              <p:cNvPr id="15" name="Donut 59">
                <a:extLst>
                  <a:ext uri="{FF2B5EF4-FFF2-40B4-BE49-F238E27FC236}">
                    <a16:creationId xmlns:a16="http://schemas.microsoft.com/office/drawing/2014/main" id="{557C7C23-6CEA-42A8-AD55-DD1239D7CFEE}"/>
                  </a:ext>
                </a:extLst>
              </p:cNvPr>
              <p:cNvSpPr/>
              <p:nvPr/>
            </p:nvSpPr>
            <p:spPr>
              <a:xfrm>
                <a:off x="5108336" y="2414541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D884EA1-FE6D-4144-9651-781DBF6C87A4}"/>
                  </a:ext>
                </a:extLst>
              </p:cNvPr>
              <p:cNvSpPr txBox="1"/>
              <p:nvPr/>
            </p:nvSpPr>
            <p:spPr>
              <a:xfrm>
                <a:off x="5285341" y="2591546"/>
                <a:ext cx="648000" cy="6480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  <a:endParaRPr lang="ko-KR" altLang="en-US" sz="4400" b="1" dirty="0">
                  <a:solidFill>
                    <a:srgbClr val="A068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A9CEE1D-5D06-430B-86A8-DEBE9C27449A}"/>
              </a:ext>
            </a:extLst>
          </p:cNvPr>
          <p:cNvGrpSpPr/>
          <p:nvPr/>
        </p:nvGrpSpPr>
        <p:grpSpPr>
          <a:xfrm>
            <a:off x="5320205" y="3297862"/>
            <a:ext cx="5049602" cy="1002010"/>
            <a:chOff x="5320205" y="3360238"/>
            <a:chExt cx="5049602" cy="100201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AA7DFB-C98C-46A3-A7F6-ECDC1205ADEE}"/>
                </a:ext>
              </a:extLst>
            </p:cNvPr>
            <p:cNvCxnSpPr>
              <a:cxnSpLocks/>
            </p:cNvCxnSpPr>
            <p:nvPr/>
          </p:nvCxnSpPr>
          <p:spPr>
            <a:xfrm>
              <a:off x="5821210" y="4352172"/>
              <a:ext cx="4548597" cy="0"/>
            </a:xfrm>
            <a:prstGeom prst="line">
              <a:avLst/>
            </a:prstGeom>
            <a:ln w="12700"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7DFF6-8B27-42AB-98AB-1FA9749C8F64}"/>
                </a:ext>
              </a:extLst>
            </p:cNvPr>
            <p:cNvSpPr txBox="1"/>
            <p:nvPr/>
          </p:nvSpPr>
          <p:spPr>
            <a:xfrm>
              <a:off x="7375018" y="3491911"/>
              <a:ext cx="299478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Membantu program Link-match dalam mengelola absensi mahasiswa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3589A9D-217F-46FA-A654-E4C54E4E66AC}"/>
                </a:ext>
              </a:extLst>
            </p:cNvPr>
            <p:cNvGrpSpPr/>
            <p:nvPr/>
          </p:nvGrpSpPr>
          <p:grpSpPr>
            <a:xfrm>
              <a:off x="5320205" y="3360238"/>
              <a:ext cx="1002010" cy="1002010"/>
              <a:chOff x="5108117" y="4185279"/>
              <a:chExt cx="1002010" cy="1002010"/>
            </a:xfrm>
          </p:grpSpPr>
          <p:sp>
            <p:nvSpPr>
              <p:cNvPr id="25" name="Donut 61">
                <a:extLst>
                  <a:ext uri="{FF2B5EF4-FFF2-40B4-BE49-F238E27FC236}">
                    <a16:creationId xmlns:a16="http://schemas.microsoft.com/office/drawing/2014/main" id="{B95D94AA-7784-4950-B2D9-560C420BF8A3}"/>
                  </a:ext>
                </a:extLst>
              </p:cNvPr>
              <p:cNvSpPr/>
              <p:nvPr/>
            </p:nvSpPr>
            <p:spPr>
              <a:xfrm>
                <a:off x="5108117" y="4185279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5DDD4F-28A4-4858-86F6-80ADB1627474}"/>
                  </a:ext>
                </a:extLst>
              </p:cNvPr>
              <p:cNvSpPr txBox="1"/>
              <p:nvPr/>
            </p:nvSpPr>
            <p:spPr>
              <a:xfrm>
                <a:off x="5285122" y="4409220"/>
                <a:ext cx="648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endParaRPr lang="ko-KR" altLang="en-US" sz="4400" b="1" dirty="0">
                  <a:solidFill>
                    <a:srgbClr val="A068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B94889-6D1B-4584-A393-F301529DC5FF}"/>
              </a:ext>
            </a:extLst>
          </p:cNvPr>
          <p:cNvGrpSpPr/>
          <p:nvPr/>
        </p:nvGrpSpPr>
        <p:grpSpPr>
          <a:xfrm>
            <a:off x="1822193" y="2399053"/>
            <a:ext cx="2799629" cy="2799629"/>
            <a:chOff x="1822193" y="2399053"/>
            <a:chExt cx="2799629" cy="2799629"/>
          </a:xfrm>
        </p:grpSpPr>
        <p:sp>
          <p:nvSpPr>
            <p:cNvPr id="3" name="Donut 1">
              <a:extLst>
                <a:ext uri="{FF2B5EF4-FFF2-40B4-BE49-F238E27FC236}">
                  <a16:creationId xmlns:a16="http://schemas.microsoft.com/office/drawing/2014/main" id="{B0A97344-FD9C-4F3A-BF24-D96829AEEE40}"/>
                </a:ext>
              </a:extLst>
            </p:cNvPr>
            <p:cNvSpPr/>
            <p:nvPr/>
          </p:nvSpPr>
          <p:spPr>
            <a:xfrm>
              <a:off x="1822193" y="2399053"/>
              <a:ext cx="2799629" cy="2799629"/>
            </a:xfrm>
            <a:prstGeom prst="donut">
              <a:avLst>
                <a:gd name="adj" fmla="val 667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D3453E-DED1-45D6-905C-EEEA6408FE40}"/>
                </a:ext>
              </a:extLst>
            </p:cNvPr>
            <p:cNvSpPr txBox="1"/>
            <p:nvPr/>
          </p:nvSpPr>
          <p:spPr>
            <a:xfrm>
              <a:off x="2495956" y="4046068"/>
              <a:ext cx="14521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Tujuan Penelitian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Donut 24">
              <a:extLst>
                <a:ext uri="{FF2B5EF4-FFF2-40B4-BE49-F238E27FC236}">
                  <a16:creationId xmlns:a16="http://schemas.microsoft.com/office/drawing/2014/main" id="{BBFE890E-F0D7-4D56-BF4D-4110A7861FB4}"/>
                </a:ext>
              </a:extLst>
            </p:cNvPr>
            <p:cNvSpPr/>
            <p:nvPr/>
          </p:nvSpPr>
          <p:spPr>
            <a:xfrm>
              <a:off x="2592007" y="2799000"/>
              <a:ext cx="1260000" cy="1260000"/>
            </a:xfrm>
            <a:custGeom>
              <a:avLst/>
              <a:gdLst/>
              <a:ahLst/>
              <a:cxnLst/>
              <a:rect l="l" t="t" r="r" b="b"/>
              <a:pathLst>
                <a:path w="3208412" h="3234532">
                  <a:moveTo>
                    <a:pt x="1561445" y="1065858"/>
                  </a:moveTo>
                  <a:cubicBezTo>
                    <a:pt x="1654998" y="1065858"/>
                    <a:pt x="1743610" y="1087015"/>
                    <a:pt x="1821879" y="1126644"/>
                  </a:cubicBezTo>
                  <a:lnTo>
                    <a:pt x="1611352" y="1337172"/>
                  </a:lnTo>
                  <a:cubicBezTo>
                    <a:pt x="1595200" y="1333388"/>
                    <a:pt x="1578468" y="1332141"/>
                    <a:pt x="1561445" y="1332141"/>
                  </a:cubicBezTo>
                  <a:cubicBezTo>
                    <a:pt x="1373145" y="1332141"/>
                    <a:pt x="1220499" y="1484787"/>
                    <a:pt x="1220499" y="1673087"/>
                  </a:cubicBezTo>
                  <a:cubicBezTo>
                    <a:pt x="1220499" y="1861387"/>
                    <a:pt x="1373145" y="2014033"/>
                    <a:pt x="1561445" y="2014033"/>
                  </a:cubicBezTo>
                  <a:cubicBezTo>
                    <a:pt x="1749745" y="2014033"/>
                    <a:pt x="1902391" y="1861387"/>
                    <a:pt x="1902391" y="1673087"/>
                  </a:cubicBezTo>
                  <a:cubicBezTo>
                    <a:pt x="1902391" y="1643675"/>
                    <a:pt x="1898667" y="1615133"/>
                    <a:pt x="1890450" y="1588219"/>
                  </a:cubicBezTo>
                  <a:lnTo>
                    <a:pt x="2093156" y="1385512"/>
                  </a:lnTo>
                  <a:cubicBezTo>
                    <a:pt x="2142229" y="1470075"/>
                    <a:pt x="2168674" y="1568493"/>
                    <a:pt x="2168674" y="1673087"/>
                  </a:cubicBezTo>
                  <a:cubicBezTo>
                    <a:pt x="2168674" y="2008450"/>
                    <a:pt x="1896808" y="2280316"/>
                    <a:pt x="1561445" y="2280316"/>
                  </a:cubicBezTo>
                  <a:cubicBezTo>
                    <a:pt x="1226082" y="2280316"/>
                    <a:pt x="954217" y="2008450"/>
                    <a:pt x="954217" y="1673087"/>
                  </a:cubicBezTo>
                  <a:cubicBezTo>
                    <a:pt x="954217" y="1337724"/>
                    <a:pt x="1226082" y="1065858"/>
                    <a:pt x="1561445" y="1065858"/>
                  </a:cubicBezTo>
                  <a:close/>
                  <a:moveTo>
                    <a:pt x="1561445" y="580076"/>
                  </a:moveTo>
                  <a:cubicBezTo>
                    <a:pt x="1790175" y="580076"/>
                    <a:pt x="2002494" y="650333"/>
                    <a:pt x="2177834" y="770690"/>
                  </a:cubicBezTo>
                  <a:lnTo>
                    <a:pt x="1968030" y="980494"/>
                  </a:lnTo>
                  <a:cubicBezTo>
                    <a:pt x="1849962" y="907198"/>
                    <a:pt x="1710422" y="866794"/>
                    <a:pt x="1561445" y="866794"/>
                  </a:cubicBezTo>
                  <a:cubicBezTo>
                    <a:pt x="1116142" y="866794"/>
                    <a:pt x="755153" y="1227784"/>
                    <a:pt x="755153" y="1673087"/>
                  </a:cubicBezTo>
                  <a:cubicBezTo>
                    <a:pt x="755153" y="2118390"/>
                    <a:pt x="1116142" y="2479380"/>
                    <a:pt x="1561445" y="2479380"/>
                  </a:cubicBezTo>
                  <a:cubicBezTo>
                    <a:pt x="2006748" y="2479380"/>
                    <a:pt x="2367738" y="2118390"/>
                    <a:pt x="2367738" y="1673087"/>
                  </a:cubicBezTo>
                  <a:cubicBezTo>
                    <a:pt x="2367738" y="1513043"/>
                    <a:pt x="2321108" y="1363890"/>
                    <a:pt x="2239307" y="1239362"/>
                  </a:cubicBezTo>
                  <a:lnTo>
                    <a:pt x="2445928" y="1032741"/>
                  </a:lnTo>
                  <a:cubicBezTo>
                    <a:pt x="2577451" y="1212149"/>
                    <a:pt x="2654457" y="1433625"/>
                    <a:pt x="2654457" y="1673087"/>
                  </a:cubicBezTo>
                  <a:cubicBezTo>
                    <a:pt x="2654457" y="2276741"/>
                    <a:pt x="2165099" y="2766099"/>
                    <a:pt x="1561445" y="2766099"/>
                  </a:cubicBezTo>
                  <a:cubicBezTo>
                    <a:pt x="957792" y="2766099"/>
                    <a:pt x="468434" y="2276741"/>
                    <a:pt x="468434" y="1673087"/>
                  </a:cubicBezTo>
                  <a:cubicBezTo>
                    <a:pt x="468434" y="1069433"/>
                    <a:pt x="957792" y="580076"/>
                    <a:pt x="1561445" y="580076"/>
                  </a:cubicBezTo>
                  <a:close/>
                  <a:moveTo>
                    <a:pt x="1561445" y="111642"/>
                  </a:moveTo>
                  <a:cubicBezTo>
                    <a:pt x="1890473" y="111642"/>
                    <a:pt x="2195731" y="213411"/>
                    <a:pt x="2447076" y="387744"/>
                  </a:cubicBezTo>
                  <a:lnTo>
                    <a:pt x="2453780" y="494744"/>
                  </a:lnTo>
                  <a:lnTo>
                    <a:pt x="2309436" y="639088"/>
                  </a:lnTo>
                  <a:cubicBezTo>
                    <a:pt x="2099826" y="485554"/>
                    <a:pt x="1841132" y="395669"/>
                    <a:pt x="1561445" y="395669"/>
                  </a:cubicBezTo>
                  <a:cubicBezTo>
                    <a:pt x="855947" y="395669"/>
                    <a:pt x="284027" y="967589"/>
                    <a:pt x="284027" y="1673087"/>
                  </a:cubicBezTo>
                  <a:cubicBezTo>
                    <a:pt x="284027" y="2378585"/>
                    <a:pt x="855947" y="2950505"/>
                    <a:pt x="1561445" y="2950505"/>
                  </a:cubicBezTo>
                  <a:cubicBezTo>
                    <a:pt x="2266943" y="2950505"/>
                    <a:pt x="2838863" y="2378585"/>
                    <a:pt x="2838863" y="1673087"/>
                  </a:cubicBezTo>
                  <a:cubicBezTo>
                    <a:pt x="2838863" y="1382650"/>
                    <a:pt x="2741936" y="1114852"/>
                    <a:pt x="2577529" y="901139"/>
                  </a:cubicBezTo>
                  <a:lnTo>
                    <a:pt x="2706681" y="771988"/>
                  </a:lnTo>
                  <a:lnTo>
                    <a:pt x="2841540" y="780437"/>
                  </a:lnTo>
                  <a:cubicBezTo>
                    <a:pt x="3019168" y="1032973"/>
                    <a:pt x="3122890" y="1340917"/>
                    <a:pt x="3122890" y="1673087"/>
                  </a:cubicBezTo>
                  <a:cubicBezTo>
                    <a:pt x="3122890" y="2535449"/>
                    <a:pt x="2423807" y="3234532"/>
                    <a:pt x="1561445" y="3234532"/>
                  </a:cubicBezTo>
                  <a:cubicBezTo>
                    <a:pt x="699083" y="3234532"/>
                    <a:pt x="0" y="2535449"/>
                    <a:pt x="0" y="1673087"/>
                  </a:cubicBezTo>
                  <a:cubicBezTo>
                    <a:pt x="0" y="810725"/>
                    <a:pt x="699083" y="111642"/>
                    <a:pt x="1561445" y="111642"/>
                  </a:cubicBezTo>
                  <a:close/>
                  <a:moveTo>
                    <a:pt x="2909110" y="0"/>
                  </a:moveTo>
                  <a:lnTo>
                    <a:pt x="2926757" y="281655"/>
                  </a:lnTo>
                  <a:lnTo>
                    <a:pt x="3208412" y="299301"/>
                  </a:lnTo>
                  <a:lnTo>
                    <a:pt x="2863230" y="644483"/>
                  </a:lnTo>
                  <a:lnTo>
                    <a:pt x="2685547" y="633351"/>
                  </a:lnTo>
                  <a:lnTo>
                    <a:pt x="1718098" y="1600799"/>
                  </a:lnTo>
                  <a:cubicBezTo>
                    <a:pt x="1729236" y="1622491"/>
                    <a:pt x="1734939" y="1647123"/>
                    <a:pt x="1734939" y="1673087"/>
                  </a:cubicBezTo>
                  <a:cubicBezTo>
                    <a:pt x="1734939" y="1768905"/>
                    <a:pt x="1657263" y="1846581"/>
                    <a:pt x="1561445" y="1846581"/>
                  </a:cubicBezTo>
                  <a:cubicBezTo>
                    <a:pt x="1465627" y="1846581"/>
                    <a:pt x="1387951" y="1768905"/>
                    <a:pt x="1387951" y="1673087"/>
                  </a:cubicBezTo>
                  <a:cubicBezTo>
                    <a:pt x="1387951" y="1577269"/>
                    <a:pt x="1465627" y="1499593"/>
                    <a:pt x="1561445" y="1499593"/>
                  </a:cubicBezTo>
                  <a:lnTo>
                    <a:pt x="1591006" y="1505561"/>
                  </a:lnTo>
                  <a:lnTo>
                    <a:pt x="2574981" y="521587"/>
                  </a:lnTo>
                  <a:lnTo>
                    <a:pt x="2563928" y="345182"/>
                  </a:lnTo>
                  <a:close/>
                </a:path>
              </a:pathLst>
            </a:custGeom>
            <a:solidFill>
              <a:srgbClr val="BA60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3D42DB-1315-44B3-8E1E-10AD9FA7D2DE}"/>
              </a:ext>
            </a:extLst>
          </p:cNvPr>
          <p:cNvGrpSpPr/>
          <p:nvPr/>
        </p:nvGrpSpPr>
        <p:grpSpPr>
          <a:xfrm>
            <a:off x="4819473" y="4731397"/>
            <a:ext cx="5049383" cy="1002010"/>
            <a:chOff x="4819473" y="4731397"/>
            <a:chExt cx="5049383" cy="100201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7E6C731-836E-4EB8-8187-F742B8E9AB2B}"/>
                </a:ext>
              </a:extLst>
            </p:cNvPr>
            <p:cNvCxnSpPr>
              <a:cxnSpLocks/>
            </p:cNvCxnSpPr>
            <p:nvPr/>
          </p:nvCxnSpPr>
          <p:spPr>
            <a:xfrm>
              <a:off x="5320478" y="5715751"/>
              <a:ext cx="4548378" cy="15488"/>
            </a:xfrm>
            <a:prstGeom prst="line">
              <a:avLst/>
            </a:prstGeom>
            <a:ln w="12700">
              <a:solidFill>
                <a:srgbClr val="8C221E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965DCB-B1C1-4040-9109-303AE9E5F9DA}"/>
                </a:ext>
              </a:extLst>
            </p:cNvPr>
            <p:cNvSpPr txBox="1"/>
            <p:nvPr/>
          </p:nvSpPr>
          <p:spPr>
            <a:xfrm>
              <a:off x="5807137" y="4970792"/>
              <a:ext cx="40617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Mempermudah penilaian berdasarkan absensi mahasiswa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7469DF5-2864-496F-BD01-AD7610D7D2A5}"/>
                </a:ext>
              </a:extLst>
            </p:cNvPr>
            <p:cNvGrpSpPr/>
            <p:nvPr/>
          </p:nvGrpSpPr>
          <p:grpSpPr>
            <a:xfrm>
              <a:off x="4819473" y="4731397"/>
              <a:ext cx="1002010" cy="1002010"/>
              <a:chOff x="4819473" y="4731397"/>
              <a:chExt cx="1002010" cy="1002010"/>
            </a:xfrm>
          </p:grpSpPr>
          <p:sp>
            <p:nvSpPr>
              <p:cNvPr id="23" name="Donut 59">
                <a:extLst>
                  <a:ext uri="{FF2B5EF4-FFF2-40B4-BE49-F238E27FC236}">
                    <a16:creationId xmlns:a16="http://schemas.microsoft.com/office/drawing/2014/main" id="{EBDC542B-B1A3-43B8-A0DE-04255509151C}"/>
                  </a:ext>
                </a:extLst>
              </p:cNvPr>
              <p:cNvSpPr/>
              <p:nvPr/>
            </p:nvSpPr>
            <p:spPr>
              <a:xfrm>
                <a:off x="4819473" y="4731397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rgbClr val="8C22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52F0450-0AC6-496E-8232-B73F719B150F}"/>
                  </a:ext>
                </a:extLst>
              </p:cNvPr>
              <p:cNvSpPr txBox="1"/>
              <p:nvPr/>
            </p:nvSpPr>
            <p:spPr>
              <a:xfrm>
                <a:off x="4996478" y="4940014"/>
                <a:ext cx="648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8C221E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8C221E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endParaRPr lang="ko-KR" altLang="en-US" sz="4400" b="1" dirty="0">
                  <a:solidFill>
                    <a:srgbClr val="8C221E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538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Batasan Masalah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BFA163-FC41-476C-8984-8282E46CAF94}"/>
              </a:ext>
            </a:extLst>
          </p:cNvPr>
          <p:cNvGrpSpPr/>
          <p:nvPr/>
        </p:nvGrpSpPr>
        <p:grpSpPr>
          <a:xfrm>
            <a:off x="4819473" y="1899931"/>
            <a:ext cx="5063456" cy="1004798"/>
            <a:chOff x="4819473" y="1899931"/>
            <a:chExt cx="5063456" cy="100479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2CBB424-9FBD-4F42-99C5-7046427A7BA3}"/>
                </a:ext>
              </a:extLst>
            </p:cNvPr>
            <p:cNvCxnSpPr>
              <a:cxnSpLocks/>
            </p:cNvCxnSpPr>
            <p:nvPr/>
          </p:nvCxnSpPr>
          <p:spPr>
            <a:xfrm>
              <a:off x="5320478" y="2889241"/>
              <a:ext cx="4548378" cy="15488"/>
            </a:xfrm>
            <a:prstGeom prst="line">
              <a:avLst/>
            </a:prstGeom>
            <a:ln w="12700">
              <a:solidFill>
                <a:schemeClr val="accent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3272A5-C287-413C-AEF1-68DF8C9B90B1}"/>
                </a:ext>
              </a:extLst>
            </p:cNvPr>
            <p:cNvSpPr txBox="1"/>
            <p:nvPr/>
          </p:nvSpPr>
          <p:spPr>
            <a:xfrm>
              <a:off x="5821210" y="2139326"/>
              <a:ext cx="40617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Tugas akhir ini tentang pengembangan system absensi fingerprint untuk program Link-Match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9A16F0A-20F2-4D8D-B9EC-C75666085FEF}"/>
                </a:ext>
              </a:extLst>
            </p:cNvPr>
            <p:cNvGrpSpPr/>
            <p:nvPr/>
          </p:nvGrpSpPr>
          <p:grpSpPr>
            <a:xfrm>
              <a:off x="4819473" y="1899931"/>
              <a:ext cx="1002010" cy="1002010"/>
              <a:chOff x="5108336" y="2414541"/>
              <a:chExt cx="1002010" cy="1002010"/>
            </a:xfrm>
          </p:grpSpPr>
          <p:sp>
            <p:nvSpPr>
              <p:cNvPr id="15" name="Donut 59">
                <a:extLst>
                  <a:ext uri="{FF2B5EF4-FFF2-40B4-BE49-F238E27FC236}">
                    <a16:creationId xmlns:a16="http://schemas.microsoft.com/office/drawing/2014/main" id="{557C7C23-6CEA-42A8-AD55-DD1239D7CFEE}"/>
                  </a:ext>
                </a:extLst>
              </p:cNvPr>
              <p:cNvSpPr/>
              <p:nvPr/>
            </p:nvSpPr>
            <p:spPr>
              <a:xfrm>
                <a:off x="5108336" y="2414541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D884EA1-FE6D-4144-9651-781DBF6C87A4}"/>
                  </a:ext>
                </a:extLst>
              </p:cNvPr>
              <p:cNvSpPr txBox="1"/>
              <p:nvPr/>
            </p:nvSpPr>
            <p:spPr>
              <a:xfrm>
                <a:off x="5285341" y="2591546"/>
                <a:ext cx="648000" cy="64800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  <a:endParaRPr lang="ko-KR" altLang="en-US" sz="4400" b="1" dirty="0">
                  <a:solidFill>
                    <a:srgbClr val="A068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A9CEE1D-5D06-430B-86A8-DEBE9C27449A}"/>
              </a:ext>
            </a:extLst>
          </p:cNvPr>
          <p:cNvGrpSpPr/>
          <p:nvPr/>
        </p:nvGrpSpPr>
        <p:grpSpPr>
          <a:xfrm>
            <a:off x="5320205" y="3297862"/>
            <a:ext cx="5049603" cy="1002010"/>
            <a:chOff x="5320205" y="3360238"/>
            <a:chExt cx="5049603" cy="100201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AA7DFB-C98C-46A3-A7F6-ECDC1205ADEE}"/>
                </a:ext>
              </a:extLst>
            </p:cNvPr>
            <p:cNvCxnSpPr>
              <a:cxnSpLocks/>
            </p:cNvCxnSpPr>
            <p:nvPr/>
          </p:nvCxnSpPr>
          <p:spPr>
            <a:xfrm>
              <a:off x="5821210" y="4352172"/>
              <a:ext cx="4548597" cy="0"/>
            </a:xfrm>
            <a:prstGeom prst="line">
              <a:avLst/>
            </a:prstGeom>
            <a:ln w="12700">
              <a:solidFill>
                <a:schemeClr val="accent2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137DFF6-8B27-42AB-98AB-1FA9749C8F64}"/>
                </a:ext>
              </a:extLst>
            </p:cNvPr>
            <p:cNvSpPr txBox="1"/>
            <p:nvPr/>
          </p:nvSpPr>
          <p:spPr>
            <a:xfrm>
              <a:off x="6322216" y="3599633"/>
              <a:ext cx="404759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Modul absensi fingerprint ini akan dipergunakan oleh mahasiswa dalam pembelajaran link-match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3589A9D-217F-46FA-A654-E4C54E4E66AC}"/>
                </a:ext>
              </a:extLst>
            </p:cNvPr>
            <p:cNvGrpSpPr/>
            <p:nvPr/>
          </p:nvGrpSpPr>
          <p:grpSpPr>
            <a:xfrm>
              <a:off x="5320205" y="3360238"/>
              <a:ext cx="1002010" cy="1002010"/>
              <a:chOff x="5108117" y="4185279"/>
              <a:chExt cx="1002010" cy="1002010"/>
            </a:xfrm>
          </p:grpSpPr>
          <p:sp>
            <p:nvSpPr>
              <p:cNvPr id="25" name="Donut 61">
                <a:extLst>
                  <a:ext uri="{FF2B5EF4-FFF2-40B4-BE49-F238E27FC236}">
                    <a16:creationId xmlns:a16="http://schemas.microsoft.com/office/drawing/2014/main" id="{B95D94AA-7784-4950-B2D9-560C420BF8A3}"/>
                  </a:ext>
                </a:extLst>
              </p:cNvPr>
              <p:cNvSpPr/>
              <p:nvPr/>
            </p:nvSpPr>
            <p:spPr>
              <a:xfrm>
                <a:off x="5108117" y="4185279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95DDD4F-28A4-4858-86F6-80ADB1627474}"/>
                  </a:ext>
                </a:extLst>
              </p:cNvPr>
              <p:cNvSpPr txBox="1"/>
              <p:nvPr/>
            </p:nvSpPr>
            <p:spPr>
              <a:xfrm>
                <a:off x="5285122" y="4409220"/>
                <a:ext cx="648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A06850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  <a:endParaRPr lang="ko-KR" altLang="en-US" sz="4400" b="1" dirty="0">
                  <a:solidFill>
                    <a:srgbClr val="A0685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5B94889-6D1B-4584-A393-F301529DC5FF}"/>
              </a:ext>
            </a:extLst>
          </p:cNvPr>
          <p:cNvGrpSpPr/>
          <p:nvPr/>
        </p:nvGrpSpPr>
        <p:grpSpPr>
          <a:xfrm>
            <a:off x="1822193" y="2399053"/>
            <a:ext cx="2799629" cy="2799629"/>
            <a:chOff x="1822193" y="2399053"/>
            <a:chExt cx="2799629" cy="2799629"/>
          </a:xfrm>
        </p:grpSpPr>
        <p:sp>
          <p:nvSpPr>
            <p:cNvPr id="3" name="Donut 1">
              <a:extLst>
                <a:ext uri="{FF2B5EF4-FFF2-40B4-BE49-F238E27FC236}">
                  <a16:creationId xmlns:a16="http://schemas.microsoft.com/office/drawing/2014/main" id="{B0A97344-FD9C-4F3A-BF24-D96829AEEE40}"/>
                </a:ext>
              </a:extLst>
            </p:cNvPr>
            <p:cNvSpPr/>
            <p:nvPr/>
          </p:nvSpPr>
          <p:spPr>
            <a:xfrm>
              <a:off x="1822193" y="2399053"/>
              <a:ext cx="2799629" cy="2799629"/>
            </a:xfrm>
            <a:prstGeom prst="donut">
              <a:avLst>
                <a:gd name="adj" fmla="val 6673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D3453E-DED1-45D6-905C-EEEA6408FE40}"/>
                </a:ext>
              </a:extLst>
            </p:cNvPr>
            <p:cNvSpPr txBox="1"/>
            <p:nvPr/>
          </p:nvSpPr>
          <p:spPr>
            <a:xfrm>
              <a:off x="2495956" y="4046068"/>
              <a:ext cx="14521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d-ID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Batasan Masalah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3D42DB-1315-44B3-8E1E-10AD9FA7D2DE}"/>
              </a:ext>
            </a:extLst>
          </p:cNvPr>
          <p:cNvGrpSpPr/>
          <p:nvPr/>
        </p:nvGrpSpPr>
        <p:grpSpPr>
          <a:xfrm>
            <a:off x="4819473" y="4731397"/>
            <a:ext cx="5049383" cy="1002010"/>
            <a:chOff x="4819473" y="4731397"/>
            <a:chExt cx="5049383" cy="100201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7E6C731-836E-4EB8-8187-F742B8E9AB2B}"/>
                </a:ext>
              </a:extLst>
            </p:cNvPr>
            <p:cNvCxnSpPr>
              <a:cxnSpLocks/>
            </p:cNvCxnSpPr>
            <p:nvPr/>
          </p:nvCxnSpPr>
          <p:spPr>
            <a:xfrm>
              <a:off x="5320478" y="5715751"/>
              <a:ext cx="4548378" cy="15488"/>
            </a:xfrm>
            <a:prstGeom prst="line">
              <a:avLst/>
            </a:prstGeom>
            <a:ln w="12700">
              <a:solidFill>
                <a:srgbClr val="8C221E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965DCB-B1C1-4040-9109-303AE9E5F9DA}"/>
                </a:ext>
              </a:extLst>
            </p:cNvPr>
            <p:cNvSpPr txBox="1"/>
            <p:nvPr/>
          </p:nvSpPr>
          <p:spPr>
            <a:xfrm>
              <a:off x="5807137" y="4970792"/>
              <a:ext cx="40617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Penelitian ini tidak membahas cakupan keamanan dalam sistem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7469DF5-2864-496F-BD01-AD7610D7D2A5}"/>
                </a:ext>
              </a:extLst>
            </p:cNvPr>
            <p:cNvGrpSpPr/>
            <p:nvPr/>
          </p:nvGrpSpPr>
          <p:grpSpPr>
            <a:xfrm>
              <a:off x="4819473" y="4731397"/>
              <a:ext cx="1002010" cy="1002010"/>
              <a:chOff x="4819473" y="4731397"/>
              <a:chExt cx="1002010" cy="1002010"/>
            </a:xfrm>
          </p:grpSpPr>
          <p:sp>
            <p:nvSpPr>
              <p:cNvPr id="23" name="Donut 59">
                <a:extLst>
                  <a:ext uri="{FF2B5EF4-FFF2-40B4-BE49-F238E27FC236}">
                    <a16:creationId xmlns:a16="http://schemas.microsoft.com/office/drawing/2014/main" id="{EBDC542B-B1A3-43B8-A0DE-04255509151C}"/>
                  </a:ext>
                </a:extLst>
              </p:cNvPr>
              <p:cNvSpPr/>
              <p:nvPr/>
            </p:nvSpPr>
            <p:spPr>
              <a:xfrm>
                <a:off x="4819473" y="4731397"/>
                <a:ext cx="1002010" cy="1002010"/>
              </a:xfrm>
              <a:prstGeom prst="donut">
                <a:avLst>
                  <a:gd name="adj" fmla="val 8736"/>
                </a:avLst>
              </a:prstGeom>
              <a:solidFill>
                <a:srgbClr val="8C221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52F0450-0AC6-496E-8232-B73F719B150F}"/>
                  </a:ext>
                </a:extLst>
              </p:cNvPr>
              <p:cNvSpPr txBox="1"/>
              <p:nvPr/>
            </p:nvSpPr>
            <p:spPr>
              <a:xfrm>
                <a:off x="4996478" y="4940014"/>
                <a:ext cx="648000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3200" b="1" dirty="0">
                    <a:solidFill>
                      <a:srgbClr val="8C221E"/>
                    </a:solidFill>
                    <a:latin typeface="Arial" pitchFamily="34" charset="0"/>
                    <a:cs typeface="Arial" pitchFamily="34" charset="0"/>
                  </a:rPr>
                  <a:t>0</a:t>
                </a:r>
                <a:r>
                  <a:rPr lang="id-ID" altLang="ko-KR" sz="3200" b="1" dirty="0">
                    <a:solidFill>
                      <a:srgbClr val="8C221E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  <a:endParaRPr lang="ko-KR" altLang="en-US" sz="4400" b="1" dirty="0">
                  <a:solidFill>
                    <a:srgbClr val="8C221E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8" name="Oval 35">
            <a:extLst>
              <a:ext uri="{FF2B5EF4-FFF2-40B4-BE49-F238E27FC236}">
                <a16:creationId xmlns:a16="http://schemas.microsoft.com/office/drawing/2014/main" id="{F32B045B-66D7-4E96-88FA-FAE242CE3509}"/>
              </a:ext>
            </a:extLst>
          </p:cNvPr>
          <p:cNvSpPr/>
          <p:nvPr/>
        </p:nvSpPr>
        <p:spPr>
          <a:xfrm>
            <a:off x="2819388" y="2763051"/>
            <a:ext cx="1159200" cy="1281600"/>
          </a:xfrm>
          <a:custGeom>
            <a:avLst/>
            <a:gdLst/>
            <a:ahLst/>
            <a:cxnLst/>
            <a:rect l="l" t="t" r="r" b="b"/>
            <a:pathLst>
              <a:path w="2548531" h="3213371">
                <a:moveTo>
                  <a:pt x="792000" y="2498954"/>
                </a:moveTo>
                <a:lnTo>
                  <a:pt x="792000" y="2641726"/>
                </a:lnTo>
                <a:cubicBezTo>
                  <a:pt x="463357" y="2661706"/>
                  <a:pt x="216000" y="2748872"/>
                  <a:pt x="216000" y="2853371"/>
                </a:cubicBezTo>
                <a:cubicBezTo>
                  <a:pt x="216000" y="2972665"/>
                  <a:pt x="538355" y="3069371"/>
                  <a:pt x="936000" y="3069371"/>
                </a:cubicBezTo>
                <a:cubicBezTo>
                  <a:pt x="1333645" y="3069371"/>
                  <a:pt x="1656000" y="2972665"/>
                  <a:pt x="1656000" y="2853371"/>
                </a:cubicBezTo>
                <a:cubicBezTo>
                  <a:pt x="1656000" y="2748872"/>
                  <a:pt x="1408644" y="2661706"/>
                  <a:pt x="1080000" y="2641726"/>
                </a:cubicBezTo>
                <a:lnTo>
                  <a:pt x="1080000" y="2498954"/>
                </a:lnTo>
                <a:cubicBezTo>
                  <a:pt x="1528614" y="2524263"/>
                  <a:pt x="1872000" y="2673393"/>
                  <a:pt x="1872000" y="2853371"/>
                </a:cubicBezTo>
                <a:cubicBezTo>
                  <a:pt x="1872000" y="3052194"/>
                  <a:pt x="1452939" y="3213371"/>
                  <a:pt x="936000" y="3213371"/>
                </a:cubicBezTo>
                <a:cubicBezTo>
                  <a:pt x="419061" y="3213371"/>
                  <a:pt x="0" y="3052194"/>
                  <a:pt x="0" y="2853371"/>
                </a:cubicBezTo>
                <a:cubicBezTo>
                  <a:pt x="0" y="2673393"/>
                  <a:pt x="343386" y="2524263"/>
                  <a:pt x="792000" y="2498954"/>
                </a:cubicBezTo>
                <a:close/>
                <a:moveTo>
                  <a:pt x="2190403" y="180020"/>
                </a:moveTo>
                <a:cubicBezTo>
                  <a:pt x="2388233" y="180020"/>
                  <a:pt x="2548531" y="236495"/>
                  <a:pt x="2548531" y="306081"/>
                </a:cubicBezTo>
                <a:lnTo>
                  <a:pt x="2548531" y="1314569"/>
                </a:lnTo>
                <a:cubicBezTo>
                  <a:pt x="2548531" y="1244983"/>
                  <a:pt x="2388233" y="1188508"/>
                  <a:pt x="2190403" y="1188508"/>
                </a:cubicBezTo>
                <a:cubicBezTo>
                  <a:pt x="1992574" y="1188508"/>
                  <a:pt x="1832276" y="1244983"/>
                  <a:pt x="1832276" y="1314569"/>
                </a:cubicBezTo>
                <a:cubicBezTo>
                  <a:pt x="1832276" y="1384155"/>
                  <a:pt x="1671978" y="1440630"/>
                  <a:pt x="1474148" y="1440630"/>
                </a:cubicBezTo>
                <a:cubicBezTo>
                  <a:pt x="1276318" y="1440630"/>
                  <a:pt x="1116020" y="1384155"/>
                  <a:pt x="1116020" y="1314569"/>
                </a:cubicBezTo>
                <a:lnTo>
                  <a:pt x="1116020" y="306081"/>
                </a:lnTo>
                <a:cubicBezTo>
                  <a:pt x="1116020" y="375667"/>
                  <a:pt x="1276318" y="432142"/>
                  <a:pt x="1474148" y="432142"/>
                </a:cubicBezTo>
                <a:cubicBezTo>
                  <a:pt x="1671978" y="432142"/>
                  <a:pt x="1832276" y="375667"/>
                  <a:pt x="1832276" y="306081"/>
                </a:cubicBezTo>
                <a:cubicBezTo>
                  <a:pt x="1832276" y="236495"/>
                  <a:pt x="1992574" y="180020"/>
                  <a:pt x="2190403" y="180020"/>
                </a:cubicBezTo>
                <a:close/>
                <a:moveTo>
                  <a:pt x="936000" y="0"/>
                </a:moveTo>
                <a:cubicBezTo>
                  <a:pt x="1035422" y="0"/>
                  <a:pt x="1116020" y="80598"/>
                  <a:pt x="1116020" y="180020"/>
                </a:cubicBezTo>
                <a:cubicBezTo>
                  <a:pt x="1116020" y="246019"/>
                  <a:pt x="1080504" y="303723"/>
                  <a:pt x="1026000" y="332457"/>
                </a:cubicBezTo>
                <a:lnTo>
                  <a:pt x="1026000" y="2887874"/>
                </a:lnTo>
                <a:lnTo>
                  <a:pt x="846000" y="2887874"/>
                </a:lnTo>
                <a:lnTo>
                  <a:pt x="846000" y="332457"/>
                </a:lnTo>
                <a:cubicBezTo>
                  <a:pt x="791497" y="303723"/>
                  <a:pt x="755980" y="246019"/>
                  <a:pt x="755980" y="180020"/>
                </a:cubicBezTo>
                <a:cubicBezTo>
                  <a:pt x="755980" y="80598"/>
                  <a:pt x="836578" y="0"/>
                  <a:pt x="936000" y="0"/>
                </a:cubicBezTo>
                <a:close/>
              </a:path>
            </a:pathLst>
          </a:custGeom>
          <a:solidFill>
            <a:srgbClr val="BA6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1344883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Penelitian Terkait</a:t>
            </a:r>
            <a:endParaRPr lang="en-US" dirty="0"/>
          </a:p>
        </p:txBody>
      </p:sp>
      <p:sp>
        <p:nvSpPr>
          <p:cNvPr id="3" name="Up Arrow 5">
            <a:extLst>
              <a:ext uri="{FF2B5EF4-FFF2-40B4-BE49-F238E27FC236}">
                <a16:creationId xmlns:a16="http://schemas.microsoft.com/office/drawing/2014/main" id="{AB2E6C8F-E8BC-4077-95F1-BCE2E4A4D185}"/>
              </a:ext>
            </a:extLst>
          </p:cNvPr>
          <p:cNvSpPr/>
          <p:nvPr/>
        </p:nvSpPr>
        <p:spPr>
          <a:xfrm>
            <a:off x="5256031" y="1412776"/>
            <a:ext cx="1632181" cy="1994485"/>
          </a:xfrm>
          <a:prstGeom prst="upArrow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/>
          </a:p>
        </p:txBody>
      </p:sp>
      <p:sp>
        <p:nvSpPr>
          <p:cNvPr id="4" name="Up Arrow 6">
            <a:extLst>
              <a:ext uri="{FF2B5EF4-FFF2-40B4-BE49-F238E27FC236}">
                <a16:creationId xmlns:a16="http://schemas.microsoft.com/office/drawing/2014/main" id="{B29D0004-AC53-4D93-9BB6-177BC3F81548}"/>
              </a:ext>
            </a:extLst>
          </p:cNvPr>
          <p:cNvSpPr/>
          <p:nvPr/>
        </p:nvSpPr>
        <p:spPr>
          <a:xfrm rot="5400000">
            <a:off x="6681006" y="2831295"/>
            <a:ext cx="1632181" cy="1994485"/>
          </a:xfrm>
          <a:prstGeom prst="up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/>
          </a:p>
        </p:txBody>
      </p:sp>
      <p:sp>
        <p:nvSpPr>
          <p:cNvPr id="5" name="Up Arrow 7">
            <a:extLst>
              <a:ext uri="{FF2B5EF4-FFF2-40B4-BE49-F238E27FC236}">
                <a16:creationId xmlns:a16="http://schemas.microsoft.com/office/drawing/2014/main" id="{1C711B19-E58E-4645-9318-B9CF727B04DB}"/>
              </a:ext>
            </a:extLst>
          </p:cNvPr>
          <p:cNvSpPr/>
          <p:nvPr/>
        </p:nvSpPr>
        <p:spPr>
          <a:xfrm rot="10800000">
            <a:off x="5256031" y="4242296"/>
            <a:ext cx="1632181" cy="1994485"/>
          </a:xfrm>
          <a:prstGeom prst="upArrow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/>
          </a:p>
        </p:txBody>
      </p:sp>
      <p:sp>
        <p:nvSpPr>
          <p:cNvPr id="6" name="Up Arrow 8">
            <a:extLst>
              <a:ext uri="{FF2B5EF4-FFF2-40B4-BE49-F238E27FC236}">
                <a16:creationId xmlns:a16="http://schemas.microsoft.com/office/drawing/2014/main" id="{F2D25A4C-C2BE-4717-9220-204B359F6EFC}"/>
              </a:ext>
            </a:extLst>
          </p:cNvPr>
          <p:cNvSpPr/>
          <p:nvPr/>
        </p:nvSpPr>
        <p:spPr>
          <a:xfrm rot="16200000">
            <a:off x="3829040" y="2831295"/>
            <a:ext cx="1632181" cy="1994485"/>
          </a:xfrm>
          <a:prstGeom prst="upArrow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C7FE9-E83C-4195-8064-8437273592B0}"/>
              </a:ext>
            </a:extLst>
          </p:cNvPr>
          <p:cNvSpPr txBox="1"/>
          <p:nvPr/>
        </p:nvSpPr>
        <p:spPr>
          <a:xfrm>
            <a:off x="3811555" y="3460718"/>
            <a:ext cx="1136792" cy="748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267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01</a:t>
            </a:r>
            <a:endParaRPr lang="ko-KR" altLang="en-US" sz="4267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8ECFDD-BEF8-442C-81A6-F6301347A827}"/>
              </a:ext>
            </a:extLst>
          </p:cNvPr>
          <p:cNvSpPr txBox="1"/>
          <p:nvPr/>
        </p:nvSpPr>
        <p:spPr>
          <a:xfrm>
            <a:off x="5503725" y="1649336"/>
            <a:ext cx="1136792" cy="748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267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02</a:t>
            </a:r>
            <a:endParaRPr lang="ko-KR" altLang="en-US" sz="4267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F2F4D-5002-411A-8323-120008E0C255}"/>
              </a:ext>
            </a:extLst>
          </p:cNvPr>
          <p:cNvSpPr txBox="1"/>
          <p:nvPr/>
        </p:nvSpPr>
        <p:spPr>
          <a:xfrm>
            <a:off x="7195896" y="3454042"/>
            <a:ext cx="1136792" cy="748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267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03</a:t>
            </a:r>
            <a:endParaRPr lang="ko-KR" altLang="en-US" sz="4267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027A2-6F88-49FD-A29E-B1A6DA7A30DC}"/>
              </a:ext>
            </a:extLst>
          </p:cNvPr>
          <p:cNvSpPr txBox="1"/>
          <p:nvPr/>
        </p:nvSpPr>
        <p:spPr>
          <a:xfrm>
            <a:off x="5503724" y="5140038"/>
            <a:ext cx="1136792" cy="748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267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04</a:t>
            </a:r>
            <a:endParaRPr lang="ko-KR" altLang="en-US" sz="4267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AEBA7F8A-8F43-4B7A-A6C5-0C113F10D667}"/>
              </a:ext>
            </a:extLst>
          </p:cNvPr>
          <p:cNvSpPr/>
          <p:nvPr/>
        </p:nvSpPr>
        <p:spPr>
          <a:xfrm>
            <a:off x="6640518" y="3649186"/>
            <a:ext cx="397449" cy="372049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12" name="Rectangle 16">
            <a:extLst>
              <a:ext uri="{FF2B5EF4-FFF2-40B4-BE49-F238E27FC236}">
                <a16:creationId xmlns:a16="http://schemas.microsoft.com/office/drawing/2014/main" id="{E37F0B42-6D03-44DA-9E41-C1E949BD1D65}"/>
              </a:ext>
            </a:extLst>
          </p:cNvPr>
          <p:cNvSpPr/>
          <p:nvPr/>
        </p:nvSpPr>
        <p:spPr>
          <a:xfrm rot="2700000">
            <a:off x="5131750" y="3565293"/>
            <a:ext cx="301111" cy="539836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/>
          </a:p>
        </p:txBody>
      </p:sp>
      <p:sp>
        <p:nvSpPr>
          <p:cNvPr id="13" name="Pie 24">
            <a:extLst>
              <a:ext uri="{FF2B5EF4-FFF2-40B4-BE49-F238E27FC236}">
                <a16:creationId xmlns:a16="http://schemas.microsoft.com/office/drawing/2014/main" id="{C6C7BDE0-DCD3-4D8E-A4E8-E6BACF83D1F0}"/>
              </a:ext>
            </a:extLst>
          </p:cNvPr>
          <p:cNvSpPr/>
          <p:nvPr/>
        </p:nvSpPr>
        <p:spPr>
          <a:xfrm>
            <a:off x="5870775" y="4421766"/>
            <a:ext cx="448205" cy="445724"/>
          </a:xfrm>
          <a:custGeom>
            <a:avLst/>
            <a:gdLst/>
            <a:ahLst/>
            <a:cxnLst/>
            <a:rect l="l" t="t" r="r" b="b"/>
            <a:pathLst>
              <a:path w="3228711" h="3210836">
                <a:moveTo>
                  <a:pt x="351626" y="695968"/>
                </a:moveTo>
                <a:lnTo>
                  <a:pt x="1548007" y="1678300"/>
                </a:lnTo>
                <a:lnTo>
                  <a:pt x="236194" y="2500159"/>
                </a:lnTo>
                <a:cubicBezTo>
                  <a:pt x="-116985" y="1936431"/>
                  <a:pt x="-70514" y="1210092"/>
                  <a:pt x="351626" y="695968"/>
                </a:cubicBezTo>
                <a:close/>
                <a:moveTo>
                  <a:pt x="1957429" y="262366"/>
                </a:moveTo>
                <a:cubicBezTo>
                  <a:pt x="2634256" y="359480"/>
                  <a:pt x="3156733" y="907132"/>
                  <a:pt x="3221913" y="1587776"/>
                </a:cubicBezTo>
                <a:cubicBezTo>
                  <a:pt x="3287093" y="2268421"/>
                  <a:pt x="2878048" y="2905277"/>
                  <a:pt x="2231953" y="3129078"/>
                </a:cubicBezTo>
                <a:cubicBezTo>
                  <a:pt x="1585858" y="3352879"/>
                  <a:pt x="870522" y="3105497"/>
                  <a:pt x="500715" y="2530372"/>
                </a:cubicBezTo>
                <a:lnTo>
                  <a:pt x="1746987" y="1729019"/>
                </a:lnTo>
                <a:close/>
                <a:moveTo>
                  <a:pt x="1604447" y="200"/>
                </a:moveTo>
                <a:cubicBezTo>
                  <a:pt x="1665125" y="-778"/>
                  <a:pt x="1726175" y="1809"/>
                  <a:pt x="1787307" y="8072"/>
                </a:cubicBezTo>
                <a:lnTo>
                  <a:pt x="1629532" y="1548011"/>
                </a:lnTo>
                <a:lnTo>
                  <a:pt x="483856" y="506987"/>
                </a:lnTo>
                <a:cubicBezTo>
                  <a:pt x="773141" y="188622"/>
                  <a:pt x="1179697" y="7051"/>
                  <a:pt x="1604447" y="20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3200">
              <a:solidFill>
                <a:schemeClr val="tx1"/>
              </a:solidFill>
            </a:endParaRPr>
          </a:p>
        </p:txBody>
      </p:sp>
      <p:sp>
        <p:nvSpPr>
          <p:cNvPr id="14" name="Frame 17">
            <a:extLst>
              <a:ext uri="{FF2B5EF4-FFF2-40B4-BE49-F238E27FC236}">
                <a16:creationId xmlns:a16="http://schemas.microsoft.com/office/drawing/2014/main" id="{7AB687B0-7195-4F2A-9FCA-211F9632A7FA}"/>
              </a:ext>
            </a:extLst>
          </p:cNvPr>
          <p:cNvSpPr/>
          <p:nvPr/>
        </p:nvSpPr>
        <p:spPr>
          <a:xfrm>
            <a:off x="5870775" y="2779637"/>
            <a:ext cx="402692" cy="4026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2B19122-C202-4524-B488-A6B3F36EF162}"/>
              </a:ext>
            </a:extLst>
          </p:cNvPr>
          <p:cNvGrpSpPr/>
          <p:nvPr/>
        </p:nvGrpSpPr>
        <p:grpSpPr>
          <a:xfrm>
            <a:off x="7037968" y="4718654"/>
            <a:ext cx="4109003" cy="1165603"/>
            <a:chOff x="1062658" y="3986014"/>
            <a:chExt cx="1728192" cy="87420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12DE7B-A6D1-4A76-A5E2-D9823F9951C9}"/>
                </a:ext>
              </a:extLst>
            </p:cNvPr>
            <p:cNvSpPr txBox="1"/>
            <p:nvPr/>
          </p:nvSpPr>
          <p:spPr>
            <a:xfrm>
              <a:off x="1062658" y="3986014"/>
              <a:ext cx="1728192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200" b="1" dirty="0">
                  <a:solidFill>
                    <a:srgbClr val="843C1A"/>
                  </a:solidFill>
                  <a:cs typeface="Calibri" pitchFamily="34" charset="0"/>
                </a:rPr>
                <a:t>Elisabeth Febrina Tuto Burak Lamatokan - 2016</a:t>
              </a:r>
              <a:endParaRPr lang="ko-KR" altLang="en-US" sz="1200" b="1" dirty="0">
                <a:solidFill>
                  <a:srgbClr val="843C1A"/>
                </a:solidFill>
                <a:cs typeface="Calibri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C5517D-6012-4E1F-9F7A-F48FF3403612}"/>
                </a:ext>
              </a:extLst>
            </p:cNvPr>
            <p:cNvSpPr txBox="1"/>
            <p:nvPr/>
          </p:nvSpPr>
          <p:spPr>
            <a:xfrm>
              <a:off x="1062658" y="4236968"/>
              <a:ext cx="1728192" cy="6232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Sistem Presensi Mahasiswa Berbasis Web Menggunakan Finger Print Scanner</a:t>
              </a:r>
            </a:p>
            <a:p>
              <a:r>
                <a:rPr lang="id-ID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(Studi Kasus Program Studi Teknik Informatika Universitas Sanata Dharma Yogyakarta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E8D6666-75BD-48DB-9450-5F22BE781129}"/>
              </a:ext>
            </a:extLst>
          </p:cNvPr>
          <p:cNvGrpSpPr/>
          <p:nvPr/>
        </p:nvGrpSpPr>
        <p:grpSpPr>
          <a:xfrm>
            <a:off x="8649496" y="3230353"/>
            <a:ext cx="2915657" cy="980937"/>
            <a:chOff x="1062658" y="3986014"/>
            <a:chExt cx="1728192" cy="73570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62D7F1C-0234-4F3E-8559-ACCDC569CFA2}"/>
                </a:ext>
              </a:extLst>
            </p:cNvPr>
            <p:cNvSpPr txBox="1"/>
            <p:nvPr/>
          </p:nvSpPr>
          <p:spPr>
            <a:xfrm>
              <a:off x="1062658" y="3986014"/>
              <a:ext cx="1728192" cy="207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200" b="1" dirty="0">
                  <a:solidFill>
                    <a:srgbClr val="8C221E"/>
                  </a:solidFill>
                </a:rPr>
                <a:t>Gat - 2016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EF2CA9-FF21-4494-9124-D42B62526DB4}"/>
                </a:ext>
              </a:extLst>
            </p:cNvPr>
            <p:cNvSpPr txBox="1"/>
            <p:nvPr/>
          </p:nvSpPr>
          <p:spPr>
            <a:xfrm>
              <a:off x="1062658" y="4236968"/>
              <a:ext cx="1728192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Integrasi Fingerprint System Dengan Real Time Absensi Dosen Berbasis Web</a:t>
              </a:r>
            </a:p>
            <a:p>
              <a:r>
                <a:rPr lang="id-ID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(Studi Kasus: STMIK Pontianak)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50EE92C-3759-4FE2-ABAF-B8DF6638940F}"/>
              </a:ext>
            </a:extLst>
          </p:cNvPr>
          <p:cNvGrpSpPr/>
          <p:nvPr/>
        </p:nvGrpSpPr>
        <p:grpSpPr>
          <a:xfrm>
            <a:off x="664104" y="3237022"/>
            <a:ext cx="2899903" cy="1165600"/>
            <a:chOff x="1062658" y="3986015"/>
            <a:chExt cx="1728192" cy="87420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0A43C3-E443-48F3-9144-3A46CA0CE8C9}"/>
                </a:ext>
              </a:extLst>
            </p:cNvPr>
            <p:cNvSpPr txBox="1"/>
            <p:nvPr/>
          </p:nvSpPr>
          <p:spPr>
            <a:xfrm>
              <a:off x="1062658" y="3986015"/>
              <a:ext cx="172819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200" b="1" dirty="0">
                  <a:solidFill>
                    <a:srgbClr val="BA6030"/>
                  </a:solidFill>
                </a:rPr>
                <a:t>Heni Jusuf, Ariana Azimah, Winarsih - </a:t>
              </a:r>
              <a:r>
                <a:rPr lang="id-ID" altLang="ko-KR" sz="1200" b="1" dirty="0">
                  <a:solidFill>
                    <a:srgbClr val="BA6030"/>
                  </a:solidFill>
                  <a:cs typeface="Calibri" pitchFamily="34" charset="0"/>
                </a:rPr>
                <a:t>2013</a:t>
              </a:r>
              <a:endParaRPr lang="id-ID" altLang="ko-KR" sz="1200" dirty="0">
                <a:solidFill>
                  <a:srgbClr val="BA603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F402BAB-5C9E-4F9E-8961-EA1D571A0356}"/>
                </a:ext>
              </a:extLst>
            </p:cNvPr>
            <p:cNvSpPr txBox="1"/>
            <p:nvPr/>
          </p:nvSpPr>
          <p:spPr>
            <a:xfrm>
              <a:off x="1062658" y="4236968"/>
              <a:ext cx="1728192" cy="623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200" dirty="0"/>
                <a:t>Pengembangan Aplikasi Absensi Dosen Dengan Menggunakan Fingerprint (Sidik Jari Digital) di Universitas Nasional</a:t>
              </a:r>
              <a:endParaRPr lang="ko-KR" alt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A63DB7-BA26-4728-97C4-4F2F00667F00}"/>
              </a:ext>
            </a:extLst>
          </p:cNvPr>
          <p:cNvGrpSpPr/>
          <p:nvPr/>
        </p:nvGrpSpPr>
        <p:grpSpPr>
          <a:xfrm>
            <a:off x="664105" y="1688442"/>
            <a:ext cx="4436074" cy="1350268"/>
            <a:chOff x="1062658" y="3986014"/>
            <a:chExt cx="1728192" cy="101270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DC5E297-50A6-44EC-9DCA-388F8C5EF2C0}"/>
                </a:ext>
              </a:extLst>
            </p:cNvPr>
            <p:cNvSpPr txBox="1"/>
            <p:nvPr/>
          </p:nvSpPr>
          <p:spPr>
            <a:xfrm>
              <a:off x="1062658" y="3986014"/>
              <a:ext cx="172819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id-ID" altLang="ko-KR" sz="1200" b="1" dirty="0">
                  <a:solidFill>
                    <a:srgbClr val="A06850"/>
                  </a:solidFill>
                </a:rPr>
                <a:t>Noval Aditya Muhammad, Febriliyan Samopa, Radityo Prasetianto Wibowo - </a:t>
              </a:r>
              <a:r>
                <a:rPr lang="id-ID" altLang="ko-KR" sz="1200" b="1" dirty="0">
                  <a:solidFill>
                    <a:srgbClr val="A06850"/>
                  </a:solidFill>
                  <a:cs typeface="Calibri" pitchFamily="34" charset="0"/>
                </a:rPr>
                <a:t>2013</a:t>
              </a:r>
              <a:endParaRPr lang="id-ID" altLang="ko-KR" sz="1200" dirty="0">
                <a:solidFill>
                  <a:srgbClr val="A0685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973D99F-57D5-4B1A-AE18-790E9AE454BC}"/>
                </a:ext>
              </a:extLst>
            </p:cNvPr>
            <p:cNvSpPr txBox="1"/>
            <p:nvPr/>
          </p:nvSpPr>
          <p:spPr>
            <a:xfrm>
              <a:off x="1062658" y="4236968"/>
              <a:ext cx="1728192" cy="7617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Pembuatan Aplikasi Presensi Perkuliahan Berbasis Fingerprint</a:t>
              </a:r>
            </a:p>
            <a:p>
              <a:pPr algn="r"/>
              <a:r>
                <a:rPr lang="id-ID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(Studi Kasus: Jurusan Sistem Informasi Institut teknologi Sepuluh Nopember Surabaya)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0918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713971-404B-45DE-BF1B-2C92F9193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277209"/>
              </p:ext>
            </p:extLst>
          </p:nvPr>
        </p:nvGraphicFramePr>
        <p:xfrm>
          <a:off x="876000" y="352560"/>
          <a:ext cx="10440000" cy="615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207039664"/>
                    </a:ext>
                  </a:extLst>
                </a:gridCol>
              </a:tblGrid>
              <a:tr h="367386">
                <a:tc>
                  <a:txBody>
                    <a:bodyPr/>
                    <a:lstStyle/>
                    <a:p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Penelitian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Kehadiran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Fingerprint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Berbasis</a:t>
                      </a:r>
                      <a:r>
                        <a:rPr lang="id-ID" altLang="ko-KR" sz="14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Web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Laravel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altLang="ko-KR" sz="1400" b="1" dirty="0">
                          <a:solidFill>
                            <a:schemeClr val="bg1"/>
                          </a:solidFill>
                        </a:rPr>
                        <a:t>SCRUM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id-ID" sz="1400" b="1" u="sng" kern="1200" dirty="0">
                          <a:solidFill>
                            <a:schemeClr val="tx1"/>
                          </a:solidFill>
                          <a:effectLst/>
                        </a:rPr>
                        <a:t>Heni Jusuf, Ariana Azimah, Winarsih (2013)</a:t>
                      </a:r>
                      <a:endParaRPr lang="en-ID" sz="1400" b="1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id-ID" sz="1400" b="0" kern="1200" dirty="0">
                          <a:solidFill>
                            <a:schemeClr val="tx1"/>
                          </a:solidFill>
                          <a:effectLst/>
                        </a:rPr>
                        <a:t>Pengembangan Aplikasi Absensi Dosen dengan Menggunakan Fingerprint (Sidik Jari Digital) di Univesitas Nasional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1943">
                <a:tc>
                  <a:txBody>
                    <a:bodyPr/>
                    <a:lstStyle/>
                    <a:p>
                      <a:r>
                        <a:rPr lang="id-ID" sz="1400" b="1" u="sng" kern="1200" dirty="0">
                          <a:solidFill>
                            <a:schemeClr val="tx1"/>
                          </a:solidFill>
                          <a:effectLst/>
                        </a:rPr>
                        <a:t>Gat (2016)</a:t>
                      </a:r>
                      <a:endParaRPr lang="en-ID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id-ID" sz="1400" kern="1200" dirty="0">
                          <a:solidFill>
                            <a:schemeClr val="tx1"/>
                          </a:solidFill>
                          <a:effectLst/>
                        </a:rPr>
                        <a:t>Sistem Presensi Mahasiswa Berabasis Web Menggunakan Finger Print Scanner (Studi Kasus program studi Teknik Informatika Universitas Sanata Dharma Yogyakarta)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id-ID" sz="1400" b="1" u="sng" kern="1200" dirty="0">
                          <a:solidFill>
                            <a:schemeClr val="tx1"/>
                          </a:solidFill>
                          <a:effectLst/>
                        </a:rPr>
                        <a:t>Noval Aditya Muhammad, Febriliyan Samopa, Radityo Prasetianto Wibowo (2013)</a:t>
                      </a:r>
                      <a:endParaRPr lang="en-ID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id-ID" sz="1400" kern="1200" dirty="0">
                          <a:solidFill>
                            <a:schemeClr val="tx1"/>
                          </a:solidFill>
                          <a:effectLst/>
                        </a:rPr>
                        <a:t>Pembuatan Aplikasi Presensi Perkuliahan Berbasis Fingerprint (Studi kasus : Jurusan Sistem Informasi Institut Teknologi Sepuluh Nopember Surabaya)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id-ID" sz="1400" b="1" u="sng" kern="1200" dirty="0">
                          <a:solidFill>
                            <a:schemeClr val="tx1"/>
                          </a:solidFill>
                          <a:effectLst/>
                        </a:rPr>
                        <a:t>Elisabeth Febrina Tuto Burak Lamatokan (2016)</a:t>
                      </a:r>
                      <a:endParaRPr lang="en-ID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id-ID" sz="1400" kern="1200" dirty="0">
                          <a:solidFill>
                            <a:schemeClr val="tx1"/>
                          </a:solidFill>
                          <a:effectLst/>
                        </a:rPr>
                        <a:t>Sistem Presensi Mahasiswa Berabasis Web Menggunakan Finger Print Scanner (Studi Kasus program studi Teknik Informatika Universitas Sanata Dharma Yogyakarta)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id-ID" sz="1400" b="1" u="sng" kern="1200" dirty="0">
                          <a:solidFill>
                            <a:schemeClr val="tx1"/>
                          </a:solidFill>
                          <a:effectLst/>
                        </a:rPr>
                        <a:t>Ahmad Fathan Syakri (2020)</a:t>
                      </a:r>
                      <a:endParaRPr lang="en-ID" sz="14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r>
                        <a:rPr lang="id-ID" sz="1400" kern="1200" dirty="0">
                          <a:solidFill>
                            <a:schemeClr val="tx1"/>
                          </a:solidFill>
                          <a:effectLst/>
                        </a:rPr>
                        <a:t>Rancang Bangun Aplikasi Link – Match STT-NF Modul Kehadiran Berbasis Framework Laravel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JM" altLang="ko-KR" sz="1200" dirty="0">
                        <a:solidFill>
                          <a:schemeClr val="tx1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Frame 17">
            <a:extLst>
              <a:ext uri="{FF2B5EF4-FFF2-40B4-BE49-F238E27FC236}">
                <a16:creationId xmlns:a16="http://schemas.microsoft.com/office/drawing/2014/main" id="{32A4E864-D163-47E5-A09C-201A097A158A}"/>
              </a:ext>
            </a:extLst>
          </p:cNvPr>
          <p:cNvSpPr/>
          <p:nvPr/>
        </p:nvSpPr>
        <p:spPr>
          <a:xfrm>
            <a:off x="5957275" y="119860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36" name="Frame 17">
            <a:extLst>
              <a:ext uri="{FF2B5EF4-FFF2-40B4-BE49-F238E27FC236}">
                <a16:creationId xmlns:a16="http://schemas.microsoft.com/office/drawing/2014/main" id="{991090E3-3152-4948-A063-6881A5BA8F12}"/>
              </a:ext>
            </a:extLst>
          </p:cNvPr>
          <p:cNvSpPr/>
          <p:nvPr/>
        </p:nvSpPr>
        <p:spPr>
          <a:xfrm>
            <a:off x="7106625" y="119860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7" name="Frame 17">
            <a:extLst>
              <a:ext uri="{FF2B5EF4-FFF2-40B4-BE49-F238E27FC236}">
                <a16:creationId xmlns:a16="http://schemas.microsoft.com/office/drawing/2014/main" id="{7418C01A-618E-4AFF-B224-225C8FF973A4}"/>
              </a:ext>
            </a:extLst>
          </p:cNvPr>
          <p:cNvSpPr/>
          <p:nvPr/>
        </p:nvSpPr>
        <p:spPr>
          <a:xfrm>
            <a:off x="5957275" y="237432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8" name="Frame 17">
            <a:extLst>
              <a:ext uri="{FF2B5EF4-FFF2-40B4-BE49-F238E27FC236}">
                <a16:creationId xmlns:a16="http://schemas.microsoft.com/office/drawing/2014/main" id="{22151EC7-1AB9-420A-BCAF-9B2927B8E873}"/>
              </a:ext>
            </a:extLst>
          </p:cNvPr>
          <p:cNvSpPr/>
          <p:nvPr/>
        </p:nvSpPr>
        <p:spPr>
          <a:xfrm>
            <a:off x="7106625" y="2374326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39" name="Frame 17">
            <a:extLst>
              <a:ext uri="{FF2B5EF4-FFF2-40B4-BE49-F238E27FC236}">
                <a16:creationId xmlns:a16="http://schemas.microsoft.com/office/drawing/2014/main" id="{97978234-F1B8-4199-97DA-360365E8B87A}"/>
              </a:ext>
            </a:extLst>
          </p:cNvPr>
          <p:cNvSpPr/>
          <p:nvPr/>
        </p:nvSpPr>
        <p:spPr>
          <a:xfrm>
            <a:off x="5957275" y="349787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0" name="Frame 17">
            <a:extLst>
              <a:ext uri="{FF2B5EF4-FFF2-40B4-BE49-F238E27FC236}">
                <a16:creationId xmlns:a16="http://schemas.microsoft.com/office/drawing/2014/main" id="{0D31CBDC-4986-4F7B-A1BF-4D7EC948B3AD}"/>
              </a:ext>
            </a:extLst>
          </p:cNvPr>
          <p:cNvSpPr/>
          <p:nvPr/>
        </p:nvSpPr>
        <p:spPr>
          <a:xfrm>
            <a:off x="7106625" y="349787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1" name="Frame 17">
            <a:extLst>
              <a:ext uri="{FF2B5EF4-FFF2-40B4-BE49-F238E27FC236}">
                <a16:creationId xmlns:a16="http://schemas.microsoft.com/office/drawing/2014/main" id="{4FFD95E1-374A-42B4-8D4B-50A45784096E}"/>
              </a:ext>
            </a:extLst>
          </p:cNvPr>
          <p:cNvSpPr/>
          <p:nvPr/>
        </p:nvSpPr>
        <p:spPr>
          <a:xfrm>
            <a:off x="8255975" y="3497877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2" name="Frame 17">
            <a:extLst>
              <a:ext uri="{FF2B5EF4-FFF2-40B4-BE49-F238E27FC236}">
                <a16:creationId xmlns:a16="http://schemas.microsoft.com/office/drawing/2014/main" id="{90124A28-AAB2-481D-944F-BF103675CF64}"/>
              </a:ext>
            </a:extLst>
          </p:cNvPr>
          <p:cNvSpPr/>
          <p:nvPr/>
        </p:nvSpPr>
        <p:spPr>
          <a:xfrm>
            <a:off x="5957275" y="4651435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3" name="Frame 17">
            <a:extLst>
              <a:ext uri="{FF2B5EF4-FFF2-40B4-BE49-F238E27FC236}">
                <a16:creationId xmlns:a16="http://schemas.microsoft.com/office/drawing/2014/main" id="{0EE88193-FD70-49CB-A312-F96F94948D9A}"/>
              </a:ext>
            </a:extLst>
          </p:cNvPr>
          <p:cNvSpPr/>
          <p:nvPr/>
        </p:nvSpPr>
        <p:spPr>
          <a:xfrm>
            <a:off x="7106625" y="4651435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4" name="Frame 17">
            <a:extLst>
              <a:ext uri="{FF2B5EF4-FFF2-40B4-BE49-F238E27FC236}">
                <a16:creationId xmlns:a16="http://schemas.microsoft.com/office/drawing/2014/main" id="{61599DA3-017A-4A66-B6A6-945DF24F16A1}"/>
              </a:ext>
            </a:extLst>
          </p:cNvPr>
          <p:cNvSpPr/>
          <p:nvPr/>
        </p:nvSpPr>
        <p:spPr>
          <a:xfrm>
            <a:off x="8255975" y="4651435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5" name="Frame 17">
            <a:extLst>
              <a:ext uri="{FF2B5EF4-FFF2-40B4-BE49-F238E27FC236}">
                <a16:creationId xmlns:a16="http://schemas.microsoft.com/office/drawing/2014/main" id="{99E8BF19-24D8-432C-AB8A-76D15E424610}"/>
              </a:ext>
            </a:extLst>
          </p:cNvPr>
          <p:cNvSpPr/>
          <p:nvPr/>
        </p:nvSpPr>
        <p:spPr>
          <a:xfrm>
            <a:off x="5972175" y="579572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6" name="Frame 17">
            <a:extLst>
              <a:ext uri="{FF2B5EF4-FFF2-40B4-BE49-F238E27FC236}">
                <a16:creationId xmlns:a16="http://schemas.microsoft.com/office/drawing/2014/main" id="{E00B8B1A-B093-4732-987C-D6A5A1717288}"/>
              </a:ext>
            </a:extLst>
          </p:cNvPr>
          <p:cNvSpPr/>
          <p:nvPr/>
        </p:nvSpPr>
        <p:spPr>
          <a:xfrm>
            <a:off x="7121525" y="579572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7" name="Frame 17">
            <a:extLst>
              <a:ext uri="{FF2B5EF4-FFF2-40B4-BE49-F238E27FC236}">
                <a16:creationId xmlns:a16="http://schemas.microsoft.com/office/drawing/2014/main" id="{D5320210-9218-40D7-A03D-2F15709AC66D}"/>
              </a:ext>
            </a:extLst>
          </p:cNvPr>
          <p:cNvSpPr/>
          <p:nvPr/>
        </p:nvSpPr>
        <p:spPr>
          <a:xfrm>
            <a:off x="8270875" y="579572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8" name="Frame 17">
            <a:extLst>
              <a:ext uri="{FF2B5EF4-FFF2-40B4-BE49-F238E27FC236}">
                <a16:creationId xmlns:a16="http://schemas.microsoft.com/office/drawing/2014/main" id="{12F6A1E5-5773-4545-A6F6-D9180A102D74}"/>
              </a:ext>
            </a:extLst>
          </p:cNvPr>
          <p:cNvSpPr/>
          <p:nvPr/>
        </p:nvSpPr>
        <p:spPr>
          <a:xfrm>
            <a:off x="9420225" y="579572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49" name="Frame 17">
            <a:extLst>
              <a:ext uri="{FF2B5EF4-FFF2-40B4-BE49-F238E27FC236}">
                <a16:creationId xmlns:a16="http://schemas.microsoft.com/office/drawing/2014/main" id="{8647EDE0-33F0-435B-BE27-EE1F27696DDF}"/>
              </a:ext>
            </a:extLst>
          </p:cNvPr>
          <p:cNvSpPr/>
          <p:nvPr/>
        </p:nvSpPr>
        <p:spPr>
          <a:xfrm>
            <a:off x="10569575" y="5795720"/>
            <a:ext cx="360000" cy="36000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15456" y="380544"/>
                </a:moveTo>
                <a:lnTo>
                  <a:pt x="415456" y="385333"/>
                </a:lnTo>
                <a:lnTo>
                  <a:pt x="385333" y="385333"/>
                </a:lnTo>
                <a:lnTo>
                  <a:pt x="385333" y="2854667"/>
                </a:lnTo>
                <a:lnTo>
                  <a:pt x="1529120" y="2854667"/>
                </a:lnTo>
                <a:cubicBezTo>
                  <a:pt x="1267123" y="2430711"/>
                  <a:pt x="997530" y="1721825"/>
                  <a:pt x="436017" y="1672600"/>
                </a:cubicBezTo>
                <a:lnTo>
                  <a:pt x="600235" y="1185112"/>
                </a:lnTo>
                <a:cubicBezTo>
                  <a:pt x="1132790" y="1359573"/>
                  <a:pt x="1278822" y="1550851"/>
                  <a:pt x="1544730" y="1923929"/>
                </a:cubicBezTo>
                <a:cubicBezTo>
                  <a:pt x="1789452" y="1379400"/>
                  <a:pt x="1927092" y="1088696"/>
                  <a:pt x="2233403" y="596568"/>
                </a:cubicBezTo>
                <a:lnTo>
                  <a:pt x="2770666" y="596568"/>
                </a:lnTo>
                <a:cubicBezTo>
                  <a:pt x="2331495" y="1220469"/>
                  <a:pt x="1907612" y="2113878"/>
                  <a:pt x="1578489" y="2854667"/>
                </a:cubicBezTo>
                <a:lnTo>
                  <a:pt x="2854667" y="2854667"/>
                </a:lnTo>
                <a:lnTo>
                  <a:pt x="2854667" y="596568"/>
                </a:lnTo>
                <a:lnTo>
                  <a:pt x="2858395" y="596568"/>
                </a:lnTo>
                <a:lnTo>
                  <a:pt x="2858395" y="380544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3240000" y="3240000"/>
                </a:lnTo>
                <a:lnTo>
                  <a:pt x="0" y="324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431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Metodelogi Penelitian</a:t>
            </a:r>
            <a:endParaRPr lang="en-US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4D74F162-FAFC-4A99-9DEC-42C6F82D6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789" y="810961"/>
            <a:ext cx="4223732" cy="236529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40BEDF98-4B4F-4E12-BDDD-81F2CAE42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727" y="2784163"/>
            <a:ext cx="7296375" cy="345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06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Tools Pengembangan</a:t>
            </a:r>
            <a:endParaRPr 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D9F631C3-DBEF-4AA1-B991-E48699974012}"/>
              </a:ext>
            </a:extLst>
          </p:cNvPr>
          <p:cNvSpPr/>
          <p:nvPr/>
        </p:nvSpPr>
        <p:spPr>
          <a:xfrm>
            <a:off x="1356811" y="2117772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392E7-028B-4450-9458-F08909D6EC25}"/>
              </a:ext>
            </a:extLst>
          </p:cNvPr>
          <p:cNvSpPr/>
          <p:nvPr/>
        </p:nvSpPr>
        <p:spPr>
          <a:xfrm rot="18900000">
            <a:off x="1004283" y="2284476"/>
            <a:ext cx="752036" cy="752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B8038-0581-4144-815C-1F4D2DD8CE16}"/>
              </a:ext>
            </a:extLst>
          </p:cNvPr>
          <p:cNvSpPr txBox="1"/>
          <p:nvPr/>
        </p:nvSpPr>
        <p:spPr>
          <a:xfrm>
            <a:off x="1013037" y="2362599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2BAE5F9F-7007-4774-9FD9-4A49B29BE709}"/>
              </a:ext>
            </a:extLst>
          </p:cNvPr>
          <p:cNvSpPr/>
          <p:nvPr/>
        </p:nvSpPr>
        <p:spPr>
          <a:xfrm>
            <a:off x="4033011" y="2098635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C3AFC-0533-4F2D-B104-2F5110D40BEB}"/>
              </a:ext>
            </a:extLst>
          </p:cNvPr>
          <p:cNvSpPr/>
          <p:nvPr/>
        </p:nvSpPr>
        <p:spPr>
          <a:xfrm rot="18900000">
            <a:off x="3680483" y="2250808"/>
            <a:ext cx="752036" cy="752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52D7C-48FE-46E3-8DF5-C06ED7666449}"/>
              </a:ext>
            </a:extLst>
          </p:cNvPr>
          <p:cNvSpPr txBox="1"/>
          <p:nvPr/>
        </p:nvSpPr>
        <p:spPr>
          <a:xfrm>
            <a:off x="3689237" y="2328931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C72A31-99D0-4E81-8E70-E51299BCA97C}"/>
              </a:ext>
            </a:extLst>
          </p:cNvPr>
          <p:cNvSpPr/>
          <p:nvPr/>
        </p:nvSpPr>
        <p:spPr>
          <a:xfrm>
            <a:off x="6669942" y="2128724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F2E78-CA1B-4859-A2F2-A60EBB617D60}"/>
              </a:ext>
            </a:extLst>
          </p:cNvPr>
          <p:cNvSpPr/>
          <p:nvPr/>
        </p:nvSpPr>
        <p:spPr>
          <a:xfrm rot="18900000">
            <a:off x="6317414" y="2295428"/>
            <a:ext cx="752036" cy="7520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E5D0FA-DC2D-4C7B-8309-3234A2E8B53A}"/>
              </a:ext>
            </a:extLst>
          </p:cNvPr>
          <p:cNvSpPr txBox="1"/>
          <p:nvPr/>
        </p:nvSpPr>
        <p:spPr>
          <a:xfrm>
            <a:off x="6326168" y="2373551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CD16B62F-6AFD-47BE-A31A-701142605A06}"/>
              </a:ext>
            </a:extLst>
          </p:cNvPr>
          <p:cNvSpPr/>
          <p:nvPr/>
        </p:nvSpPr>
        <p:spPr>
          <a:xfrm>
            <a:off x="9383389" y="2128724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82C8B-D765-4A2E-BC35-F9641735BC58}"/>
              </a:ext>
            </a:extLst>
          </p:cNvPr>
          <p:cNvSpPr/>
          <p:nvPr/>
        </p:nvSpPr>
        <p:spPr>
          <a:xfrm rot="18900000">
            <a:off x="9030861" y="2295428"/>
            <a:ext cx="752036" cy="752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B4A01-93C4-4E0A-B5CE-2194CBDE5752}"/>
              </a:ext>
            </a:extLst>
          </p:cNvPr>
          <p:cNvSpPr txBox="1"/>
          <p:nvPr/>
        </p:nvSpPr>
        <p:spPr>
          <a:xfrm>
            <a:off x="9039615" y="2373551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D753B99-F08A-4393-B2CD-C050A496F1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09" y="2633723"/>
            <a:ext cx="1138985" cy="113898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A70C9101-A6DC-458D-A28E-8CC3781E24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105" y="2242074"/>
            <a:ext cx="1684755" cy="168475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2434619-4594-47D6-9F71-BEF728548F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063" y="2657432"/>
            <a:ext cx="1655115" cy="89246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93EC3C15-C4B9-4D9C-8491-2FB6989484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21" y="2444311"/>
            <a:ext cx="2335144" cy="131483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5148F98-7864-44F2-958D-1C0B55E62590}"/>
              </a:ext>
            </a:extLst>
          </p:cNvPr>
          <p:cNvSpPr txBox="1"/>
          <p:nvPr/>
        </p:nvSpPr>
        <p:spPr>
          <a:xfrm>
            <a:off x="1356809" y="4217019"/>
            <a:ext cx="1993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Framework Laravel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F39A8F-FE6B-4996-BC2B-67E48F6E044D}"/>
              </a:ext>
            </a:extLst>
          </p:cNvPr>
          <p:cNvSpPr txBox="1"/>
          <p:nvPr/>
        </p:nvSpPr>
        <p:spPr>
          <a:xfrm>
            <a:off x="4033010" y="4217019"/>
            <a:ext cx="2062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Bahasa Pemprograman PHP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3FC48B-20DE-4112-8642-82825D5B453F}"/>
              </a:ext>
            </a:extLst>
          </p:cNvPr>
          <p:cNvSpPr txBox="1"/>
          <p:nvPr/>
        </p:nvSpPr>
        <p:spPr>
          <a:xfrm>
            <a:off x="6600579" y="4235664"/>
            <a:ext cx="2062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Database PostgreSQL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181228-BC56-4B02-8727-653C4B19F489}"/>
              </a:ext>
            </a:extLst>
          </p:cNvPr>
          <p:cNvSpPr txBox="1"/>
          <p:nvPr/>
        </p:nvSpPr>
        <p:spPr>
          <a:xfrm>
            <a:off x="9348706" y="4217019"/>
            <a:ext cx="2062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Mesin Absensi Fingerprint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4100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dirty="0"/>
              <a:t>Tools Pengujian</a:t>
            </a:r>
            <a:endParaRPr 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D9F631C3-DBEF-4AA1-B991-E48699974012}"/>
              </a:ext>
            </a:extLst>
          </p:cNvPr>
          <p:cNvSpPr/>
          <p:nvPr/>
        </p:nvSpPr>
        <p:spPr>
          <a:xfrm>
            <a:off x="1356811" y="2117772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6392E7-028B-4450-9458-F08909D6EC25}"/>
              </a:ext>
            </a:extLst>
          </p:cNvPr>
          <p:cNvSpPr/>
          <p:nvPr/>
        </p:nvSpPr>
        <p:spPr>
          <a:xfrm rot="18900000">
            <a:off x="1004283" y="2284476"/>
            <a:ext cx="752036" cy="752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CB8038-0581-4144-815C-1F4D2DD8CE16}"/>
              </a:ext>
            </a:extLst>
          </p:cNvPr>
          <p:cNvSpPr txBox="1"/>
          <p:nvPr/>
        </p:nvSpPr>
        <p:spPr>
          <a:xfrm>
            <a:off x="1013037" y="2362599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01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2BAE5F9F-7007-4774-9FD9-4A49B29BE709}"/>
              </a:ext>
            </a:extLst>
          </p:cNvPr>
          <p:cNvSpPr/>
          <p:nvPr/>
        </p:nvSpPr>
        <p:spPr>
          <a:xfrm>
            <a:off x="4033011" y="2098635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C3AFC-0533-4F2D-B104-2F5110D40BEB}"/>
              </a:ext>
            </a:extLst>
          </p:cNvPr>
          <p:cNvSpPr/>
          <p:nvPr/>
        </p:nvSpPr>
        <p:spPr>
          <a:xfrm rot="18900000">
            <a:off x="3680483" y="2250808"/>
            <a:ext cx="752036" cy="752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52D7C-48FE-46E3-8DF5-C06ED7666449}"/>
              </a:ext>
            </a:extLst>
          </p:cNvPr>
          <p:cNvSpPr txBox="1"/>
          <p:nvPr/>
        </p:nvSpPr>
        <p:spPr>
          <a:xfrm>
            <a:off x="3689237" y="2328931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02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C72A31-99D0-4E81-8E70-E51299BCA97C}"/>
              </a:ext>
            </a:extLst>
          </p:cNvPr>
          <p:cNvSpPr/>
          <p:nvPr/>
        </p:nvSpPr>
        <p:spPr>
          <a:xfrm>
            <a:off x="6669942" y="2128724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F2E78-CA1B-4859-A2F2-A60EBB617D60}"/>
              </a:ext>
            </a:extLst>
          </p:cNvPr>
          <p:cNvSpPr/>
          <p:nvPr/>
        </p:nvSpPr>
        <p:spPr>
          <a:xfrm rot="18900000">
            <a:off x="6317414" y="2295428"/>
            <a:ext cx="752036" cy="7520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E5D0FA-DC2D-4C7B-8309-3234A2E8B53A}"/>
              </a:ext>
            </a:extLst>
          </p:cNvPr>
          <p:cNvSpPr txBox="1"/>
          <p:nvPr/>
        </p:nvSpPr>
        <p:spPr>
          <a:xfrm>
            <a:off x="6326168" y="2373551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03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CD16B62F-6AFD-47BE-A31A-701142605A06}"/>
              </a:ext>
            </a:extLst>
          </p:cNvPr>
          <p:cNvSpPr/>
          <p:nvPr/>
        </p:nvSpPr>
        <p:spPr>
          <a:xfrm>
            <a:off x="9383389" y="2128724"/>
            <a:ext cx="1993626" cy="1993624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782C8B-D765-4A2E-BC35-F9641735BC58}"/>
              </a:ext>
            </a:extLst>
          </p:cNvPr>
          <p:cNvSpPr/>
          <p:nvPr/>
        </p:nvSpPr>
        <p:spPr>
          <a:xfrm rot="18900000">
            <a:off x="9030861" y="2295428"/>
            <a:ext cx="752036" cy="752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7B4A01-93C4-4E0A-B5CE-2194CBDE5752}"/>
              </a:ext>
            </a:extLst>
          </p:cNvPr>
          <p:cNvSpPr txBox="1"/>
          <p:nvPr/>
        </p:nvSpPr>
        <p:spPr>
          <a:xfrm>
            <a:off x="9039615" y="2373551"/>
            <a:ext cx="734529" cy="562630"/>
          </a:xfrm>
          <a:prstGeom prst="ellipse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148F98-7864-44F2-958D-1C0B55E62590}"/>
              </a:ext>
            </a:extLst>
          </p:cNvPr>
          <p:cNvSpPr txBox="1"/>
          <p:nvPr/>
        </p:nvSpPr>
        <p:spPr>
          <a:xfrm>
            <a:off x="1356809" y="4217019"/>
            <a:ext cx="1993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Black Box Testing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CF39A8F-FE6B-4996-BC2B-67E48F6E044D}"/>
              </a:ext>
            </a:extLst>
          </p:cNvPr>
          <p:cNvSpPr txBox="1"/>
          <p:nvPr/>
        </p:nvSpPr>
        <p:spPr>
          <a:xfrm>
            <a:off x="4033010" y="4217019"/>
            <a:ext cx="20629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User Acceptance Testing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3FC48B-20DE-4112-8642-82825D5B453F}"/>
              </a:ext>
            </a:extLst>
          </p:cNvPr>
          <p:cNvSpPr txBox="1"/>
          <p:nvPr/>
        </p:nvSpPr>
        <p:spPr>
          <a:xfrm>
            <a:off x="6600579" y="4235664"/>
            <a:ext cx="206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Questioner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181228-BC56-4B02-8727-653C4B19F489}"/>
              </a:ext>
            </a:extLst>
          </p:cNvPr>
          <p:cNvSpPr txBox="1"/>
          <p:nvPr/>
        </p:nvSpPr>
        <p:spPr>
          <a:xfrm>
            <a:off x="9348706" y="4217019"/>
            <a:ext cx="2062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Skala Likert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2423A9-585D-4373-A185-E8FEE7999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240" y="2573558"/>
            <a:ext cx="1983950" cy="12593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B5A98D-66F1-48F9-A5D9-0523F421D9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311" y="2386081"/>
            <a:ext cx="1383275" cy="1383275"/>
          </a:xfrm>
          <a:prstGeom prst="rect">
            <a:avLst/>
          </a:prstGeom>
        </p:spPr>
      </p:pic>
      <p:sp>
        <p:nvSpPr>
          <p:cNvPr id="29" name="Oval 44">
            <a:extLst>
              <a:ext uri="{FF2B5EF4-FFF2-40B4-BE49-F238E27FC236}">
                <a16:creationId xmlns:a16="http://schemas.microsoft.com/office/drawing/2014/main" id="{F64CDDE0-324D-4312-AFB4-84AF145AED87}"/>
              </a:ext>
            </a:extLst>
          </p:cNvPr>
          <p:cNvSpPr>
            <a:spLocks noChangeAspect="1"/>
          </p:cNvSpPr>
          <p:nvPr/>
        </p:nvSpPr>
        <p:spPr>
          <a:xfrm>
            <a:off x="7301473" y="2573558"/>
            <a:ext cx="805058" cy="958571"/>
          </a:xfrm>
          <a:custGeom>
            <a:avLst/>
            <a:gdLst/>
            <a:ahLst/>
            <a:cxnLst/>
            <a:rect l="l" t="t" r="r" b="b"/>
            <a:pathLst>
              <a:path w="2721114" h="3240000">
                <a:moveTo>
                  <a:pt x="2519839" y="2469622"/>
                </a:moveTo>
                <a:lnTo>
                  <a:pt x="2201779" y="2787682"/>
                </a:lnTo>
                <a:lnTo>
                  <a:pt x="2003023" y="2588926"/>
                </a:lnTo>
                <a:lnTo>
                  <a:pt x="1901669" y="2690281"/>
                </a:lnTo>
                <a:lnTo>
                  <a:pt x="2203868" y="2992480"/>
                </a:lnTo>
                <a:lnTo>
                  <a:pt x="2305222" y="2891125"/>
                </a:lnTo>
                <a:lnTo>
                  <a:pt x="2303133" y="2889037"/>
                </a:lnTo>
                <a:lnTo>
                  <a:pt x="2621194" y="2570977"/>
                </a:lnTo>
                <a:close/>
                <a:moveTo>
                  <a:pt x="2263914" y="2238970"/>
                </a:moveTo>
                <a:cubicBezTo>
                  <a:pt x="2516419" y="2238970"/>
                  <a:pt x="2721114" y="2443665"/>
                  <a:pt x="2721114" y="2696170"/>
                </a:cubicBezTo>
                <a:cubicBezTo>
                  <a:pt x="2721114" y="2948675"/>
                  <a:pt x="2516419" y="3153370"/>
                  <a:pt x="2263914" y="3153370"/>
                </a:cubicBezTo>
                <a:cubicBezTo>
                  <a:pt x="2011409" y="3153370"/>
                  <a:pt x="1806714" y="2948675"/>
                  <a:pt x="1806714" y="2696170"/>
                </a:cubicBezTo>
                <a:cubicBezTo>
                  <a:pt x="1806714" y="2443665"/>
                  <a:pt x="2011409" y="2238970"/>
                  <a:pt x="2263914" y="2238970"/>
                </a:cubicBezTo>
                <a:close/>
                <a:moveTo>
                  <a:pt x="1576134" y="17032"/>
                </a:moveTo>
                <a:lnTo>
                  <a:pt x="2276728" y="17032"/>
                </a:lnTo>
                <a:lnTo>
                  <a:pt x="2276728" y="17033"/>
                </a:lnTo>
                <a:lnTo>
                  <a:pt x="1576135" y="17033"/>
                </a:lnTo>
                <a:close/>
                <a:moveTo>
                  <a:pt x="0" y="17032"/>
                </a:moveTo>
                <a:lnTo>
                  <a:pt x="1321887" y="17032"/>
                </a:lnTo>
                <a:lnTo>
                  <a:pt x="1321887" y="996125"/>
                </a:lnTo>
                <a:lnTo>
                  <a:pt x="2276728" y="996125"/>
                </a:lnTo>
                <a:lnTo>
                  <a:pt x="2276728" y="2160187"/>
                </a:lnTo>
                <a:cubicBezTo>
                  <a:pt x="1979345" y="2161001"/>
                  <a:pt x="1738579" y="2402384"/>
                  <a:pt x="1738579" y="2700000"/>
                </a:cubicBezTo>
                <a:cubicBezTo>
                  <a:pt x="1738579" y="2997617"/>
                  <a:pt x="1979345" y="3238999"/>
                  <a:pt x="2276728" y="3239814"/>
                </a:cubicBezTo>
                <a:lnTo>
                  <a:pt x="2276728" y="3240000"/>
                </a:lnTo>
                <a:lnTo>
                  <a:pt x="0" y="3240000"/>
                </a:lnTo>
                <a:close/>
                <a:moveTo>
                  <a:pt x="1436085" y="0"/>
                </a:moveTo>
                <a:lnTo>
                  <a:pt x="2287664" y="888809"/>
                </a:lnTo>
                <a:lnTo>
                  <a:pt x="1436085" y="888809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9DF6892-5BF9-4089-9823-3017007893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1848" y="2499052"/>
            <a:ext cx="2456059" cy="118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37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3B7A63-B079-46B2-B5CC-46E4C80034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00801" y="2704753"/>
            <a:ext cx="5486400" cy="724247"/>
          </a:xfrm>
        </p:spPr>
        <p:txBody>
          <a:bodyPr/>
          <a:lstStyle/>
          <a:p>
            <a:r>
              <a:rPr lang="id-ID" dirty="0"/>
              <a:t>Tahapan Penelitian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1E6BF-F63B-4184-96D8-CED386189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52" y="203903"/>
            <a:ext cx="5949649" cy="645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80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83EAB-A711-4556-92BD-3105928D96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dirty="0"/>
              <a:t>Time Line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F2B4FC-A3BC-4B0B-90EF-DD81243EA2E2}"/>
              </a:ext>
            </a:extLst>
          </p:cNvPr>
          <p:cNvCxnSpPr>
            <a:cxnSpLocks/>
          </p:cNvCxnSpPr>
          <p:nvPr/>
        </p:nvCxnSpPr>
        <p:spPr>
          <a:xfrm>
            <a:off x="238539" y="2257163"/>
            <a:ext cx="9469801" cy="12999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aphic 5338">
            <a:extLst>
              <a:ext uri="{FF2B5EF4-FFF2-40B4-BE49-F238E27FC236}">
                <a16:creationId xmlns:a16="http://schemas.microsoft.com/office/drawing/2014/main" id="{50F0B6CD-B45D-4FB7-9934-8A1F8E301F9B}"/>
              </a:ext>
            </a:extLst>
          </p:cNvPr>
          <p:cNvGrpSpPr/>
          <p:nvPr/>
        </p:nvGrpSpPr>
        <p:grpSpPr>
          <a:xfrm>
            <a:off x="9697221" y="1663355"/>
            <a:ext cx="1316144" cy="1200614"/>
            <a:chOff x="6273521" y="3976679"/>
            <a:chExt cx="1106805" cy="100965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BEC793-1CF7-4FCA-A20D-59DDAB200686}"/>
                </a:ext>
              </a:extLst>
            </p:cNvPr>
            <p:cNvSpPr/>
            <p:nvPr/>
          </p:nvSpPr>
          <p:spPr>
            <a:xfrm>
              <a:off x="6273521" y="3976679"/>
              <a:ext cx="1009651" cy="1009650"/>
            </a:xfrm>
            <a:custGeom>
              <a:avLst/>
              <a:gdLst>
                <a:gd name="connsiteX0" fmla="*/ 992981 w 1009650"/>
                <a:gd name="connsiteY0" fmla="*/ 507206 h 1009650"/>
                <a:gd name="connsiteX1" fmla="*/ 507206 w 1009650"/>
                <a:gd name="connsiteY1" fmla="*/ 992981 h 1009650"/>
                <a:gd name="connsiteX2" fmla="*/ 21431 w 1009650"/>
                <a:gd name="connsiteY2" fmla="*/ 507206 h 1009650"/>
                <a:gd name="connsiteX3" fmla="*/ 507206 w 1009650"/>
                <a:gd name="connsiteY3" fmla="*/ 21431 h 1009650"/>
                <a:gd name="connsiteX4" fmla="*/ 992981 w 1009650"/>
                <a:gd name="connsiteY4" fmla="*/ 507206 h 1009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650" h="1009650">
                  <a:moveTo>
                    <a:pt x="992981" y="507206"/>
                  </a:moveTo>
                  <a:cubicBezTo>
                    <a:pt x="992981" y="775492"/>
                    <a:pt x="775492" y="992981"/>
                    <a:pt x="507206" y="992981"/>
                  </a:cubicBezTo>
                  <a:cubicBezTo>
                    <a:pt x="238920" y="992981"/>
                    <a:pt x="21431" y="775492"/>
                    <a:pt x="21431" y="507206"/>
                  </a:cubicBezTo>
                  <a:cubicBezTo>
                    <a:pt x="21431" y="238920"/>
                    <a:pt x="238920" y="21431"/>
                    <a:pt x="507206" y="21431"/>
                  </a:cubicBezTo>
                  <a:cubicBezTo>
                    <a:pt x="775492" y="21431"/>
                    <a:pt x="992981" y="238920"/>
                    <a:pt x="992981" y="507206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9D1A69E-7083-439C-8E91-A05308859900}"/>
                </a:ext>
              </a:extLst>
            </p:cNvPr>
            <p:cNvSpPr/>
            <p:nvPr/>
          </p:nvSpPr>
          <p:spPr>
            <a:xfrm>
              <a:off x="6408775" y="4110979"/>
              <a:ext cx="971551" cy="742950"/>
            </a:xfrm>
            <a:custGeom>
              <a:avLst/>
              <a:gdLst>
                <a:gd name="connsiteX0" fmla="*/ 909161 w 971550"/>
                <a:gd name="connsiteY0" fmla="*/ 312896 h 742950"/>
                <a:gd name="connsiteX1" fmla="*/ 718661 w 971550"/>
                <a:gd name="connsiteY1" fmla="*/ 322421 h 742950"/>
                <a:gd name="connsiteX2" fmla="*/ 371951 w 971550"/>
                <a:gd name="connsiteY2" fmla="*/ 21431 h 742950"/>
                <a:gd name="connsiteX3" fmla="*/ 21431 w 971550"/>
                <a:gd name="connsiteY3" fmla="*/ 371951 h 742950"/>
                <a:gd name="connsiteX4" fmla="*/ 371951 w 971550"/>
                <a:gd name="connsiteY4" fmla="*/ 722471 h 742950"/>
                <a:gd name="connsiteX5" fmla="*/ 718661 w 971550"/>
                <a:gd name="connsiteY5" fmla="*/ 422434 h 742950"/>
                <a:gd name="connsiteX6" fmla="*/ 909161 w 971550"/>
                <a:gd name="connsiteY6" fmla="*/ 431959 h 742950"/>
                <a:gd name="connsiteX7" fmla="*/ 959644 w 971550"/>
                <a:gd name="connsiteY7" fmla="*/ 371951 h 742950"/>
                <a:gd name="connsiteX8" fmla="*/ 909161 w 971550"/>
                <a:gd name="connsiteY8" fmla="*/ 312896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1550" h="742950">
                  <a:moveTo>
                    <a:pt x="909161" y="312896"/>
                  </a:moveTo>
                  <a:lnTo>
                    <a:pt x="718661" y="322421"/>
                  </a:lnTo>
                  <a:cubicBezTo>
                    <a:pt x="693896" y="151924"/>
                    <a:pt x="548164" y="21431"/>
                    <a:pt x="371951" y="21431"/>
                  </a:cubicBezTo>
                  <a:cubicBezTo>
                    <a:pt x="178594" y="21431"/>
                    <a:pt x="21431" y="178594"/>
                    <a:pt x="21431" y="371951"/>
                  </a:cubicBezTo>
                  <a:cubicBezTo>
                    <a:pt x="21431" y="565309"/>
                    <a:pt x="178594" y="722471"/>
                    <a:pt x="371951" y="722471"/>
                  </a:cubicBezTo>
                  <a:cubicBezTo>
                    <a:pt x="548164" y="722471"/>
                    <a:pt x="694849" y="591979"/>
                    <a:pt x="718661" y="422434"/>
                  </a:cubicBezTo>
                  <a:lnTo>
                    <a:pt x="909161" y="431959"/>
                  </a:lnTo>
                  <a:cubicBezTo>
                    <a:pt x="936784" y="431959"/>
                    <a:pt x="959644" y="399574"/>
                    <a:pt x="959644" y="371951"/>
                  </a:cubicBezTo>
                  <a:cubicBezTo>
                    <a:pt x="959644" y="344329"/>
                    <a:pt x="936784" y="312896"/>
                    <a:pt x="909161" y="312896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15AF2E4-4772-46FD-B955-EE7FC382C288}"/>
                </a:ext>
              </a:extLst>
            </p:cNvPr>
            <p:cNvSpPr/>
            <p:nvPr/>
          </p:nvSpPr>
          <p:spPr>
            <a:xfrm>
              <a:off x="6481160" y="4184325"/>
              <a:ext cx="590551" cy="590549"/>
            </a:xfrm>
            <a:custGeom>
              <a:avLst/>
              <a:gdLst>
                <a:gd name="connsiteX0" fmla="*/ 577691 w 590550"/>
                <a:gd name="connsiteY0" fmla="*/ 299561 h 590550"/>
                <a:gd name="connsiteX1" fmla="*/ 299561 w 590550"/>
                <a:gd name="connsiteY1" fmla="*/ 577691 h 590550"/>
                <a:gd name="connsiteX2" fmla="*/ 21431 w 590550"/>
                <a:gd name="connsiteY2" fmla="*/ 299561 h 590550"/>
                <a:gd name="connsiteX3" fmla="*/ 299561 w 590550"/>
                <a:gd name="connsiteY3" fmla="*/ 21431 h 590550"/>
                <a:gd name="connsiteX4" fmla="*/ 577691 w 590550"/>
                <a:gd name="connsiteY4" fmla="*/ 299561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0550" h="590550">
                  <a:moveTo>
                    <a:pt x="577691" y="299561"/>
                  </a:moveTo>
                  <a:cubicBezTo>
                    <a:pt x="577691" y="453168"/>
                    <a:pt x="453168" y="577691"/>
                    <a:pt x="299561" y="577691"/>
                  </a:cubicBezTo>
                  <a:cubicBezTo>
                    <a:pt x="145954" y="577691"/>
                    <a:pt x="21431" y="453168"/>
                    <a:pt x="21431" y="299561"/>
                  </a:cubicBezTo>
                  <a:cubicBezTo>
                    <a:pt x="21431" y="145954"/>
                    <a:pt x="145954" y="21431"/>
                    <a:pt x="299561" y="21431"/>
                  </a:cubicBezTo>
                  <a:cubicBezTo>
                    <a:pt x="453168" y="21431"/>
                    <a:pt x="577691" y="145954"/>
                    <a:pt x="577691" y="299561"/>
                  </a:cubicBezTo>
                  <a:close/>
                </a:path>
              </a:pathLst>
            </a:custGeom>
            <a:solidFill>
              <a:schemeClr val="accent1"/>
            </a:solidFill>
            <a:ln w="28575" cap="rnd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16768D-907D-4CEB-BDE2-BBF5B0C1C81B}"/>
              </a:ext>
            </a:extLst>
          </p:cNvPr>
          <p:cNvGrpSpPr/>
          <p:nvPr/>
        </p:nvGrpSpPr>
        <p:grpSpPr>
          <a:xfrm>
            <a:off x="1314859" y="1732528"/>
            <a:ext cx="4976009" cy="4646064"/>
            <a:chOff x="621687" y="1732528"/>
            <a:chExt cx="4976009" cy="46460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7C26B1D-943A-4349-BFB5-2D37340EBD14}"/>
                </a:ext>
              </a:extLst>
            </p:cNvPr>
            <p:cNvSpPr txBox="1"/>
            <p:nvPr/>
          </p:nvSpPr>
          <p:spPr>
            <a:xfrm>
              <a:off x="621687" y="1732528"/>
              <a:ext cx="81721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d-ID" altLang="ko-KR" b="1" dirty="0">
                  <a:solidFill>
                    <a:schemeClr val="accent5"/>
                  </a:solidFill>
                  <a:latin typeface="Arial" pitchFamily="34" charset="0"/>
                  <a:cs typeface="Arial" pitchFamily="34" charset="0"/>
                </a:rPr>
                <a:t>July</a:t>
              </a:r>
              <a:endParaRPr lang="ko-KR" altLang="en-US" b="1" dirty="0">
                <a:solidFill>
                  <a:schemeClr val="accent5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D2CA60F-B94E-451F-BC48-7ABEC5CD660B}"/>
                </a:ext>
              </a:extLst>
            </p:cNvPr>
            <p:cNvSpPr txBox="1"/>
            <p:nvPr/>
          </p:nvSpPr>
          <p:spPr>
            <a:xfrm>
              <a:off x="2710067" y="5470593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Seminar Proposal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9490C0-0CC4-4EC2-84BC-5F45F294846A}"/>
                </a:ext>
              </a:extLst>
            </p:cNvPr>
            <p:cNvSpPr/>
            <p:nvPr/>
          </p:nvSpPr>
          <p:spPr>
            <a:xfrm>
              <a:off x="2530051" y="5470592"/>
              <a:ext cx="72000" cy="64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rgbClr val="179A9D"/>
                </a:solidFill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2700645-678A-42F6-AEE7-98DE7A1243BE}"/>
                </a:ext>
              </a:extLst>
            </p:cNvPr>
            <p:cNvGrpSpPr/>
            <p:nvPr/>
          </p:nvGrpSpPr>
          <p:grpSpPr>
            <a:xfrm>
              <a:off x="1034072" y="2282704"/>
              <a:ext cx="1508126" cy="3495665"/>
              <a:chOff x="1034072" y="2257163"/>
              <a:chExt cx="1508126" cy="2722496"/>
            </a:xfrm>
          </p:grpSpPr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2F561812-ABB8-4C05-B59D-08C5A2524265}"/>
                  </a:ext>
                </a:extLst>
              </p:cNvPr>
              <p:cNvCxnSpPr/>
              <p:nvPr/>
            </p:nvCxnSpPr>
            <p:spPr>
              <a:xfrm>
                <a:off x="1034072" y="2257163"/>
                <a:ext cx="1296144" cy="2704783"/>
              </a:xfrm>
              <a:prstGeom prst="straightConnector1">
                <a:avLst/>
              </a:prstGeom>
              <a:ln w="25400">
                <a:solidFill>
                  <a:schemeClr val="accent1"/>
                </a:solidFill>
                <a:headEnd type="oval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1E3EEB01-CF1C-4B91-B4A8-69986038F9CC}"/>
                  </a:ext>
                </a:extLst>
              </p:cNvPr>
              <p:cNvCxnSpPr/>
              <p:nvPr/>
            </p:nvCxnSpPr>
            <p:spPr>
              <a:xfrm flipH="1" flipV="1">
                <a:off x="2330216" y="4968951"/>
                <a:ext cx="211982" cy="1070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2CD638D-0F3C-4BC1-9267-74AE49A4FA0D}"/>
                </a:ext>
              </a:extLst>
            </p:cNvPr>
            <p:cNvSpPr txBox="1"/>
            <p:nvPr/>
          </p:nvSpPr>
          <p:spPr>
            <a:xfrm>
              <a:off x="2717376" y="5755626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Pengumpulan &amp; Analisis Data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2C3B4B3-31D3-4274-8CE2-FB75B9966652}"/>
                </a:ext>
              </a:extLst>
            </p:cNvPr>
            <p:cNvSpPr txBox="1"/>
            <p:nvPr/>
          </p:nvSpPr>
          <p:spPr>
            <a:xfrm>
              <a:off x="2710067" y="6070815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Peranjangan Sistem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6608754-DF30-41BC-9000-44EFC9C6885E}"/>
              </a:ext>
            </a:extLst>
          </p:cNvPr>
          <p:cNvGrpSpPr/>
          <p:nvPr/>
        </p:nvGrpSpPr>
        <p:grpSpPr>
          <a:xfrm>
            <a:off x="3545293" y="1610832"/>
            <a:ext cx="5655494" cy="3790008"/>
            <a:chOff x="1981970" y="1610832"/>
            <a:chExt cx="5655494" cy="379000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A4918E-3788-45D7-8CBD-9174E260D280}"/>
                </a:ext>
              </a:extLst>
            </p:cNvPr>
            <p:cNvSpPr txBox="1"/>
            <p:nvPr/>
          </p:nvSpPr>
          <p:spPr>
            <a:xfrm>
              <a:off x="1981970" y="1610832"/>
              <a:ext cx="817211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d-ID" altLang="ko-KR" b="1" dirty="0">
                  <a:solidFill>
                    <a:schemeClr val="accent4"/>
                  </a:solidFill>
                  <a:latin typeface="Arial" pitchFamily="34" charset="0"/>
                  <a:cs typeface="Arial" pitchFamily="34" charset="0"/>
                </a:rPr>
                <a:t>Aug - Dec</a:t>
              </a:r>
              <a:endParaRPr lang="ko-KR" altLang="en-US" b="1" dirty="0">
                <a:solidFill>
                  <a:schemeClr val="accent4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909A285-CE6F-4B81-9F3A-9E5811A64931}"/>
                </a:ext>
              </a:extLst>
            </p:cNvPr>
            <p:cNvSpPr txBox="1"/>
            <p:nvPr/>
          </p:nvSpPr>
          <p:spPr>
            <a:xfrm>
              <a:off x="3842456" y="4752842"/>
              <a:ext cx="3795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Pembangunan Sistem Absensi Fingerprint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80A0E7-4E77-492C-9D1B-C5F4D6009501}"/>
                </a:ext>
              </a:extLst>
            </p:cNvPr>
            <p:cNvSpPr/>
            <p:nvPr/>
          </p:nvSpPr>
          <p:spPr>
            <a:xfrm>
              <a:off x="3662440" y="4752840"/>
              <a:ext cx="72000" cy="648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rgbClr val="179A9D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B25B3EB-F803-4FD3-BE5F-54FE89B74F86}"/>
                </a:ext>
              </a:extLst>
            </p:cNvPr>
            <p:cNvGrpSpPr/>
            <p:nvPr/>
          </p:nvGrpSpPr>
          <p:grpSpPr>
            <a:xfrm>
              <a:off x="2347602" y="2273963"/>
              <a:ext cx="1296145" cy="2807181"/>
              <a:chOff x="3711676" y="2257163"/>
              <a:chExt cx="1508126" cy="2715492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21832C53-B387-46A7-A507-6E0A64943C05}"/>
                  </a:ext>
                </a:extLst>
              </p:cNvPr>
              <p:cNvCxnSpPr/>
              <p:nvPr/>
            </p:nvCxnSpPr>
            <p:spPr>
              <a:xfrm>
                <a:off x="3711676" y="2257163"/>
                <a:ext cx="1296144" cy="2704783"/>
              </a:xfrm>
              <a:prstGeom prst="straightConnector1">
                <a:avLst/>
              </a:prstGeom>
              <a:ln w="25400">
                <a:solidFill>
                  <a:schemeClr val="accent1"/>
                </a:solidFill>
                <a:headEnd type="oval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EA64970-150C-4253-863A-C6765AAC14EB}"/>
                  </a:ext>
                </a:extLst>
              </p:cNvPr>
              <p:cNvCxnSpPr/>
              <p:nvPr/>
            </p:nvCxnSpPr>
            <p:spPr>
              <a:xfrm flipH="1" flipV="1">
                <a:off x="5007820" y="4961947"/>
                <a:ext cx="211982" cy="10708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C0F2BF7-FB6E-4039-B333-144A29050C6E}"/>
                </a:ext>
              </a:extLst>
            </p:cNvPr>
            <p:cNvSpPr txBox="1"/>
            <p:nvPr/>
          </p:nvSpPr>
          <p:spPr>
            <a:xfrm>
              <a:off x="3842455" y="5037875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Sprint 1 s/d 5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8B2E811-BD63-4538-AE6C-56EDE50D9EDD}"/>
              </a:ext>
            </a:extLst>
          </p:cNvPr>
          <p:cNvGrpSpPr/>
          <p:nvPr/>
        </p:nvGrpSpPr>
        <p:grpSpPr>
          <a:xfrm>
            <a:off x="5716737" y="1732528"/>
            <a:ext cx="4761905" cy="2918117"/>
            <a:chOff x="3504473" y="1732528"/>
            <a:chExt cx="4761905" cy="291811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9301F4-47EE-4ABE-BA7E-CFEFCBA7460E}"/>
                </a:ext>
              </a:extLst>
            </p:cNvPr>
            <p:cNvSpPr txBox="1"/>
            <p:nvPr/>
          </p:nvSpPr>
          <p:spPr>
            <a:xfrm>
              <a:off x="3504473" y="1732528"/>
              <a:ext cx="81721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d-ID" altLang="ko-KR" b="1" dirty="0">
                  <a:solidFill>
                    <a:schemeClr val="accent3"/>
                  </a:solidFill>
                  <a:latin typeface="Arial" pitchFamily="34" charset="0"/>
                  <a:cs typeface="Arial" pitchFamily="34" charset="0"/>
                </a:rPr>
                <a:t>Jan</a:t>
              </a:r>
              <a:endParaRPr lang="ko-KR" altLang="en-US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36E385-6261-495D-B525-CE7164080478}"/>
                </a:ext>
              </a:extLst>
            </p:cNvPr>
            <p:cNvSpPr txBox="1"/>
            <p:nvPr/>
          </p:nvSpPr>
          <p:spPr>
            <a:xfrm>
              <a:off x="5070604" y="3798602"/>
              <a:ext cx="3195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Testing Sistem Absensi Fingerprint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63714ED-8599-4462-B68F-0988E83865F2}"/>
                </a:ext>
              </a:extLst>
            </p:cNvPr>
            <p:cNvSpPr/>
            <p:nvPr/>
          </p:nvSpPr>
          <p:spPr>
            <a:xfrm>
              <a:off x="4890588" y="3798601"/>
              <a:ext cx="72000" cy="648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rgbClr val="179A9D"/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1D1076A-6F55-44B4-8717-6B00E3EED74A}"/>
                </a:ext>
              </a:extLst>
            </p:cNvPr>
            <p:cNvGrpSpPr/>
            <p:nvPr/>
          </p:nvGrpSpPr>
          <p:grpSpPr>
            <a:xfrm>
              <a:off x="3920701" y="2270162"/>
              <a:ext cx="964908" cy="1837755"/>
              <a:chOff x="4631591" y="2257163"/>
              <a:chExt cx="1313543" cy="2061581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CAE82E96-FB53-4EED-9527-663C0C2869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1591" y="2257163"/>
                <a:ext cx="999412" cy="2061580"/>
              </a:xfrm>
              <a:prstGeom prst="straightConnector1">
                <a:avLst/>
              </a:prstGeom>
              <a:ln w="25400">
                <a:solidFill>
                  <a:schemeClr val="accent1"/>
                </a:solidFill>
                <a:headEnd type="oval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445DAD1-8490-41CF-AFB7-C3BDA467AA37}"/>
                  </a:ext>
                </a:extLst>
              </p:cNvPr>
              <p:cNvCxnSpPr/>
              <p:nvPr/>
            </p:nvCxnSpPr>
            <p:spPr>
              <a:xfrm flipH="1">
                <a:off x="5631003" y="4318744"/>
                <a:ext cx="314131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7B15E7A-413C-41FE-8749-DABD9EB98FB5}"/>
                </a:ext>
              </a:extLst>
            </p:cNvPr>
            <p:cNvSpPr txBox="1"/>
            <p:nvPr/>
          </p:nvSpPr>
          <p:spPr>
            <a:xfrm>
              <a:off x="5070604" y="4075831"/>
              <a:ext cx="3195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UAT &amp; Questioner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95B95D1-BDE8-4264-84EC-FE4C1ADB49A6}"/>
                </a:ext>
              </a:extLst>
            </p:cNvPr>
            <p:cNvSpPr txBox="1"/>
            <p:nvPr/>
          </p:nvSpPr>
          <p:spPr>
            <a:xfrm>
              <a:off x="5065838" y="4342868"/>
              <a:ext cx="31957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Evaluasi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40A7BF9-D3A3-4CAF-A213-9A705BDFE7A5}"/>
              </a:ext>
            </a:extLst>
          </p:cNvPr>
          <p:cNvGrpSpPr/>
          <p:nvPr/>
        </p:nvGrpSpPr>
        <p:grpSpPr>
          <a:xfrm>
            <a:off x="8006173" y="1732528"/>
            <a:ext cx="4145339" cy="2001731"/>
            <a:chOff x="5085987" y="1732528"/>
            <a:chExt cx="4145339" cy="20017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05892D-903E-4F7F-859C-F713252CCFD3}"/>
                </a:ext>
              </a:extLst>
            </p:cNvPr>
            <p:cNvSpPr txBox="1"/>
            <p:nvPr/>
          </p:nvSpPr>
          <p:spPr>
            <a:xfrm>
              <a:off x="6351006" y="3086260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Seminar Hasil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32C73E7-0B55-4C86-87ED-189C7ACD7953}"/>
                </a:ext>
              </a:extLst>
            </p:cNvPr>
            <p:cNvSpPr/>
            <p:nvPr/>
          </p:nvSpPr>
          <p:spPr>
            <a:xfrm>
              <a:off x="6170990" y="3086259"/>
              <a:ext cx="72000" cy="64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rgbClr val="179A9D"/>
                </a:solidFill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023CA2F-0F73-44E6-8474-D072B396B44D}"/>
                </a:ext>
              </a:extLst>
            </p:cNvPr>
            <p:cNvGrpSpPr/>
            <p:nvPr/>
          </p:nvGrpSpPr>
          <p:grpSpPr>
            <a:xfrm>
              <a:off x="5433418" y="2248096"/>
              <a:ext cx="734152" cy="1133032"/>
              <a:chOff x="5551506" y="2257163"/>
              <a:chExt cx="1167107" cy="1407671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1FECDD8-C831-4432-93BE-ADABF8C65C20}"/>
                  </a:ext>
                </a:extLst>
              </p:cNvPr>
              <p:cNvCxnSpPr/>
              <p:nvPr/>
            </p:nvCxnSpPr>
            <p:spPr>
              <a:xfrm>
                <a:off x="5551506" y="2257163"/>
                <a:ext cx="680450" cy="1407670"/>
              </a:xfrm>
              <a:prstGeom prst="straightConnector1">
                <a:avLst/>
              </a:prstGeom>
              <a:ln w="25400">
                <a:solidFill>
                  <a:schemeClr val="accent1"/>
                </a:solidFill>
                <a:headEnd type="oval" w="lg" len="lg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1B5AF6A-1010-4B9F-96B3-72AAB4C0A9D6}"/>
                  </a:ext>
                </a:extLst>
              </p:cNvPr>
              <p:cNvCxnSpPr/>
              <p:nvPr/>
            </p:nvCxnSpPr>
            <p:spPr>
              <a:xfrm flipH="1">
                <a:off x="6231956" y="3664834"/>
                <a:ext cx="486657" cy="0"/>
              </a:xfrm>
              <a:prstGeom prst="line">
                <a:avLst/>
              </a:prstGeom>
              <a:ln w="254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4D76AC0-DE42-4ECE-844B-D1C38DEE8349}"/>
                </a:ext>
              </a:extLst>
            </p:cNvPr>
            <p:cNvSpPr txBox="1"/>
            <p:nvPr/>
          </p:nvSpPr>
          <p:spPr>
            <a:xfrm>
              <a:off x="5085987" y="1732528"/>
              <a:ext cx="81721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id-ID" altLang="ko-KR" b="1" dirty="0">
                  <a:solidFill>
                    <a:schemeClr val="accent2"/>
                  </a:solidFill>
                  <a:latin typeface="Arial" pitchFamily="34" charset="0"/>
                  <a:cs typeface="Arial" pitchFamily="34" charset="0"/>
                </a:rPr>
                <a:t>Feb</a:t>
              </a:r>
              <a:endParaRPr lang="ko-KR" altLang="en-US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21B3E40-32D5-4998-BD62-D58DA5D3213E}"/>
                </a:ext>
              </a:extLst>
            </p:cNvPr>
            <p:cNvSpPr txBox="1"/>
            <p:nvPr/>
          </p:nvSpPr>
          <p:spPr>
            <a:xfrm>
              <a:off x="6339173" y="3357306"/>
              <a:ext cx="28803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altLang="ko-KR" sz="1400" b="1" dirty="0">
                  <a:latin typeface="Arial" pitchFamily="34" charset="0"/>
                  <a:cs typeface="Arial" pitchFamily="34" charset="0"/>
                </a:rPr>
                <a:t>Sidang Akhir</a:t>
              </a:r>
              <a:endParaRPr lang="ko-KR" altLang="en-US" sz="14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5688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2979-A456-4286-B8FC-8FF4C0C58EFD}"/>
              </a:ext>
            </a:extLst>
          </p:cNvPr>
          <p:cNvSpPr txBox="1"/>
          <p:nvPr/>
        </p:nvSpPr>
        <p:spPr>
          <a:xfrm>
            <a:off x="5676569" y="3013501"/>
            <a:ext cx="6093849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d-ID" altLang="ko-KR" sz="4800" dirty="0">
                <a:solidFill>
                  <a:schemeClr val="bg1"/>
                </a:solidFill>
                <a:cs typeface="Arial" pitchFamily="34" charset="0"/>
              </a:rPr>
              <a:t>Terima Kasih</a:t>
            </a:r>
            <a:endParaRPr lang="ko-KR" altLang="en-US" sz="48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EBD1C-4B36-4AE4-9F29-4D80DE1EC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190" y="1893317"/>
            <a:ext cx="3373274" cy="338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13420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coffe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06850"/>
      </a:accent1>
      <a:accent2>
        <a:srgbClr val="BA6030"/>
      </a:accent2>
      <a:accent3>
        <a:srgbClr val="843C1A"/>
      </a:accent3>
      <a:accent4>
        <a:srgbClr val="8C221E"/>
      </a:accent4>
      <a:accent5>
        <a:srgbClr val="3F3F3F"/>
      </a:accent5>
      <a:accent6>
        <a:srgbClr val="0C0C0C"/>
      </a:accent6>
      <a:hlink>
        <a:srgbClr val="421E0C"/>
      </a:hlink>
      <a:folHlink>
        <a:srgbClr val="421E0C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coffe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06850"/>
      </a:accent1>
      <a:accent2>
        <a:srgbClr val="BA6030"/>
      </a:accent2>
      <a:accent3>
        <a:srgbClr val="843C1A"/>
      </a:accent3>
      <a:accent4>
        <a:srgbClr val="8C221E"/>
      </a:accent4>
      <a:accent5>
        <a:srgbClr val="3F3F3F"/>
      </a:accent5>
      <a:accent6>
        <a:srgbClr val="0C0C0C"/>
      </a:accent6>
      <a:hlink>
        <a:srgbClr val="421E0C"/>
      </a:hlink>
      <a:folHlink>
        <a:srgbClr val="421E0C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coffe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06850"/>
      </a:accent1>
      <a:accent2>
        <a:srgbClr val="BA6030"/>
      </a:accent2>
      <a:accent3>
        <a:srgbClr val="843C1A"/>
      </a:accent3>
      <a:accent4>
        <a:srgbClr val="8C221E"/>
      </a:accent4>
      <a:accent5>
        <a:srgbClr val="3F3F3F"/>
      </a:accent5>
      <a:accent6>
        <a:srgbClr val="0C0C0C"/>
      </a:accent6>
      <a:hlink>
        <a:srgbClr val="421E0C"/>
      </a:hlink>
      <a:folHlink>
        <a:srgbClr val="421E0C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7648</TotalTime>
  <Words>586</Words>
  <Application>Microsoft Office PowerPoint</Application>
  <PresentationFormat>Widescreen</PresentationFormat>
  <Paragraphs>136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맑은 고딕</vt:lpstr>
      <vt:lpstr>Arial</vt:lpstr>
      <vt:lpstr>Calibri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ASUS</cp:lastModifiedBy>
  <cp:revision>137</cp:revision>
  <dcterms:created xsi:type="dcterms:W3CDTF">2018-04-24T17:14:44Z</dcterms:created>
  <dcterms:modified xsi:type="dcterms:W3CDTF">2020-07-11T14:14:14Z</dcterms:modified>
</cp:coreProperties>
</file>