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5.xml" ContentType="application/vnd.openxmlformats-officedocument.theme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theme/theme6.xml" ContentType="application/vnd.openxmlformats-officedocument.theme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theme/theme7.xml" ContentType="application/vnd.openxmlformats-officedocument.theme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theme/theme8.xml" ContentType="application/vnd.openxmlformats-officedocument.theme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theme/theme9.xml" ContentType="application/vnd.openxmlformats-officedocument.theme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theme/theme10.xml" ContentType="application/vnd.openxmlformats-officedocument.theme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theme/theme11.xml" ContentType="application/vnd.openxmlformats-officedocument.theme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theme/theme1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4" r:id="rId3"/>
    <p:sldMasterId id="2147483687" r:id="rId4"/>
    <p:sldMasterId id="2147483700" r:id="rId5"/>
    <p:sldMasterId id="2147483713" r:id="rId6"/>
    <p:sldMasterId id="2147483726" r:id="rId7"/>
    <p:sldMasterId id="2147483739" r:id="rId8"/>
    <p:sldMasterId id="2147483752" r:id="rId9"/>
    <p:sldMasterId id="2147483765" r:id="rId10"/>
    <p:sldMasterId id="2147483778" r:id="rId11"/>
    <p:sldMasterId id="2147483791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60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1.xml"/><Relationship Id="rId18" Type="http://schemas.openxmlformats.org/officeDocument/2006/relationships/slide" Target="slides/slide6.xml"/><Relationship Id="rId26" Type="http://schemas.openxmlformats.org/officeDocument/2006/relationships/slide" Target="slides/slide14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9.xml"/><Relationship Id="rId34" Type="http://schemas.openxmlformats.org/officeDocument/2006/relationships/presProps" Target="presProps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5.xml"/><Relationship Id="rId25" Type="http://schemas.openxmlformats.org/officeDocument/2006/relationships/slide" Target="slides/slide13.xml"/><Relationship Id="rId33" Type="http://schemas.openxmlformats.org/officeDocument/2006/relationships/slide" Target="slides/slide2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4.xml"/><Relationship Id="rId20" Type="http://schemas.openxmlformats.org/officeDocument/2006/relationships/slide" Target="slides/slide8.xml"/><Relationship Id="rId29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2.xml"/><Relationship Id="rId32" Type="http://schemas.openxmlformats.org/officeDocument/2006/relationships/slide" Target="slides/slide20.xml"/><Relationship Id="rId37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3.xml"/><Relationship Id="rId23" Type="http://schemas.openxmlformats.org/officeDocument/2006/relationships/slide" Target="slides/slide11.xml"/><Relationship Id="rId28" Type="http://schemas.openxmlformats.org/officeDocument/2006/relationships/slide" Target="slides/slide16.xml"/><Relationship Id="rId36" Type="http://schemas.openxmlformats.org/officeDocument/2006/relationships/theme" Target="theme/theme1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7.xml"/><Relationship Id="rId31" Type="http://schemas.openxmlformats.org/officeDocument/2006/relationships/slide" Target="slides/slide19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2.xml"/><Relationship Id="rId22" Type="http://schemas.openxmlformats.org/officeDocument/2006/relationships/slide" Target="slides/slide10.xml"/><Relationship Id="rId27" Type="http://schemas.openxmlformats.org/officeDocument/2006/relationships/slide" Target="slides/slide15.xml"/><Relationship Id="rId30" Type="http://schemas.openxmlformats.org/officeDocument/2006/relationships/slide" Target="slides/slide18.xml"/><Relationship Id="rId35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3000" y="344160"/>
            <a:ext cx="3817080" cy="8485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16680" y="1602720"/>
            <a:ext cx="3359160" cy="29084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3000" y="344160"/>
            <a:ext cx="3817080" cy="8485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16680" y="1602720"/>
            <a:ext cx="3359160" cy="29084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3000" y="344160"/>
            <a:ext cx="3817080" cy="8485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16680" y="1602720"/>
            <a:ext cx="1639080" cy="29084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2338200" y="1602720"/>
            <a:ext cx="1639080" cy="29084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3000" y="344160"/>
            <a:ext cx="3817080" cy="8485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3000" y="344160"/>
            <a:ext cx="3817080" cy="39344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3000" y="344160"/>
            <a:ext cx="3817080" cy="8485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616680" y="1602720"/>
            <a:ext cx="163908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2338200" y="1602720"/>
            <a:ext cx="1639080" cy="29084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616680" y="3121920"/>
            <a:ext cx="163908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3000" y="344160"/>
            <a:ext cx="3817080" cy="8485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616680" y="1602720"/>
            <a:ext cx="1639080" cy="29084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2338200" y="1602720"/>
            <a:ext cx="163908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2338200" y="3121920"/>
            <a:ext cx="163908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3000" y="344160"/>
            <a:ext cx="3817080" cy="8485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616680" y="1602720"/>
            <a:ext cx="163908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2338200" y="1602720"/>
            <a:ext cx="163908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616680" y="3121920"/>
            <a:ext cx="335916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3000" y="344160"/>
            <a:ext cx="3817080" cy="8485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16680" y="1602720"/>
            <a:ext cx="335916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16680" y="3121920"/>
            <a:ext cx="335916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3000" y="344160"/>
            <a:ext cx="3817080" cy="8485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16680" y="1602720"/>
            <a:ext cx="163908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2338200" y="1602720"/>
            <a:ext cx="163908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616680" y="3121920"/>
            <a:ext cx="163908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2338200" y="3121920"/>
            <a:ext cx="163908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3000" y="344160"/>
            <a:ext cx="3817080" cy="8485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616680" y="1602720"/>
            <a:ext cx="108144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1752480" y="1602720"/>
            <a:ext cx="108144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2888640" y="1602720"/>
            <a:ext cx="108144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616680" y="3121920"/>
            <a:ext cx="108144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1752480" y="3121920"/>
            <a:ext cx="108144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2888640" y="3121920"/>
            <a:ext cx="108144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3000" y="344160"/>
            <a:ext cx="3817080" cy="8485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subTitle"/>
          </p:nvPr>
        </p:nvSpPr>
        <p:spPr>
          <a:xfrm>
            <a:off x="616680" y="1602720"/>
            <a:ext cx="3359160" cy="29084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603000" y="344160"/>
            <a:ext cx="3817080" cy="8485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616680" y="1602720"/>
            <a:ext cx="3359160" cy="29084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603000" y="344160"/>
            <a:ext cx="3817080" cy="8485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616680" y="1602720"/>
            <a:ext cx="1639080" cy="29084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2338200" y="1602720"/>
            <a:ext cx="1639080" cy="29084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603000" y="344160"/>
            <a:ext cx="3817080" cy="8485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subTitle"/>
          </p:nvPr>
        </p:nvSpPr>
        <p:spPr>
          <a:xfrm>
            <a:off x="603000" y="344160"/>
            <a:ext cx="3817080" cy="39344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03000" y="344160"/>
            <a:ext cx="3817080" cy="8485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616680" y="1602720"/>
            <a:ext cx="163908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2338200" y="1602720"/>
            <a:ext cx="1639080" cy="29084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616680" y="3121920"/>
            <a:ext cx="163908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03000" y="344160"/>
            <a:ext cx="3817080" cy="8485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616680" y="1602720"/>
            <a:ext cx="1639080" cy="29084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2338200" y="1602720"/>
            <a:ext cx="163908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2338200" y="3121920"/>
            <a:ext cx="163908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3000" y="344160"/>
            <a:ext cx="3817080" cy="8485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616680" y="1602720"/>
            <a:ext cx="163908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2338200" y="1602720"/>
            <a:ext cx="163908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body"/>
          </p:nvPr>
        </p:nvSpPr>
        <p:spPr>
          <a:xfrm>
            <a:off x="616680" y="3121920"/>
            <a:ext cx="335916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603000" y="344160"/>
            <a:ext cx="3817080" cy="8485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616680" y="1602720"/>
            <a:ext cx="335916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616680" y="3121920"/>
            <a:ext cx="335916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603000" y="344160"/>
            <a:ext cx="3817080" cy="8485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body"/>
          </p:nvPr>
        </p:nvSpPr>
        <p:spPr>
          <a:xfrm>
            <a:off x="616680" y="1602720"/>
            <a:ext cx="163908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 type="body"/>
          </p:nvPr>
        </p:nvSpPr>
        <p:spPr>
          <a:xfrm>
            <a:off x="2338200" y="1602720"/>
            <a:ext cx="163908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4"/>
          <p:cNvSpPr>
            <a:spLocks noGrp="1"/>
          </p:cNvSpPr>
          <p:nvPr>
            <p:ph type="body"/>
          </p:nvPr>
        </p:nvSpPr>
        <p:spPr>
          <a:xfrm>
            <a:off x="616680" y="3121920"/>
            <a:ext cx="163908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5"/>
          <p:cNvSpPr>
            <a:spLocks noGrp="1"/>
          </p:cNvSpPr>
          <p:nvPr>
            <p:ph type="body"/>
          </p:nvPr>
        </p:nvSpPr>
        <p:spPr>
          <a:xfrm>
            <a:off x="2338200" y="3121920"/>
            <a:ext cx="163908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603000" y="344160"/>
            <a:ext cx="3817080" cy="8485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616680" y="1602720"/>
            <a:ext cx="108144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body"/>
          </p:nvPr>
        </p:nvSpPr>
        <p:spPr>
          <a:xfrm>
            <a:off x="1752480" y="1602720"/>
            <a:ext cx="108144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 type="body"/>
          </p:nvPr>
        </p:nvSpPr>
        <p:spPr>
          <a:xfrm>
            <a:off x="2888640" y="1602720"/>
            <a:ext cx="108144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5"/>
          <p:cNvSpPr>
            <a:spLocks noGrp="1"/>
          </p:cNvSpPr>
          <p:nvPr>
            <p:ph type="body"/>
          </p:nvPr>
        </p:nvSpPr>
        <p:spPr>
          <a:xfrm>
            <a:off x="616680" y="3121920"/>
            <a:ext cx="108144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6"/>
          <p:cNvSpPr>
            <a:spLocks noGrp="1"/>
          </p:cNvSpPr>
          <p:nvPr>
            <p:ph type="body"/>
          </p:nvPr>
        </p:nvSpPr>
        <p:spPr>
          <a:xfrm>
            <a:off x="1752480" y="3121920"/>
            <a:ext cx="108144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7"/>
          <p:cNvSpPr>
            <a:spLocks noGrp="1"/>
          </p:cNvSpPr>
          <p:nvPr>
            <p:ph type="body"/>
          </p:nvPr>
        </p:nvSpPr>
        <p:spPr>
          <a:xfrm>
            <a:off x="2888640" y="3121920"/>
            <a:ext cx="108144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603000" y="344160"/>
            <a:ext cx="3817080" cy="8485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subTitle"/>
          </p:nvPr>
        </p:nvSpPr>
        <p:spPr>
          <a:xfrm>
            <a:off x="616680" y="1602720"/>
            <a:ext cx="3359160" cy="29084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603000" y="344160"/>
            <a:ext cx="3817080" cy="8485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616680" y="1602720"/>
            <a:ext cx="3359160" cy="29084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603000" y="344160"/>
            <a:ext cx="3817080" cy="8485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body"/>
          </p:nvPr>
        </p:nvSpPr>
        <p:spPr>
          <a:xfrm>
            <a:off x="616680" y="1602720"/>
            <a:ext cx="1639080" cy="29084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 type="body"/>
          </p:nvPr>
        </p:nvSpPr>
        <p:spPr>
          <a:xfrm>
            <a:off x="2338200" y="1602720"/>
            <a:ext cx="1639080" cy="29084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603000" y="344160"/>
            <a:ext cx="3817080" cy="8485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subTitle"/>
          </p:nvPr>
        </p:nvSpPr>
        <p:spPr>
          <a:xfrm>
            <a:off x="603000" y="344160"/>
            <a:ext cx="3817080" cy="39344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603000" y="344160"/>
            <a:ext cx="3817080" cy="8485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 type="body"/>
          </p:nvPr>
        </p:nvSpPr>
        <p:spPr>
          <a:xfrm>
            <a:off x="616680" y="1602720"/>
            <a:ext cx="163908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 type="body"/>
          </p:nvPr>
        </p:nvSpPr>
        <p:spPr>
          <a:xfrm>
            <a:off x="2338200" y="1602720"/>
            <a:ext cx="1639080" cy="29084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PlaceHolder 4"/>
          <p:cNvSpPr>
            <a:spLocks noGrp="1"/>
          </p:cNvSpPr>
          <p:nvPr>
            <p:ph type="body"/>
          </p:nvPr>
        </p:nvSpPr>
        <p:spPr>
          <a:xfrm>
            <a:off x="616680" y="3121920"/>
            <a:ext cx="163908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603000" y="344160"/>
            <a:ext cx="3817080" cy="8485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body"/>
          </p:nvPr>
        </p:nvSpPr>
        <p:spPr>
          <a:xfrm>
            <a:off x="616680" y="1602720"/>
            <a:ext cx="1639080" cy="29084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 type="body"/>
          </p:nvPr>
        </p:nvSpPr>
        <p:spPr>
          <a:xfrm>
            <a:off x="2338200" y="1602720"/>
            <a:ext cx="163908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 type="body"/>
          </p:nvPr>
        </p:nvSpPr>
        <p:spPr>
          <a:xfrm>
            <a:off x="2338200" y="3121920"/>
            <a:ext cx="163908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603000" y="344160"/>
            <a:ext cx="3817080" cy="8485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 type="body"/>
          </p:nvPr>
        </p:nvSpPr>
        <p:spPr>
          <a:xfrm>
            <a:off x="616680" y="1602720"/>
            <a:ext cx="163908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 type="body"/>
          </p:nvPr>
        </p:nvSpPr>
        <p:spPr>
          <a:xfrm>
            <a:off x="2338200" y="1602720"/>
            <a:ext cx="163908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4"/>
          <p:cNvSpPr>
            <a:spLocks noGrp="1"/>
          </p:cNvSpPr>
          <p:nvPr>
            <p:ph type="body"/>
          </p:nvPr>
        </p:nvSpPr>
        <p:spPr>
          <a:xfrm>
            <a:off x="616680" y="3121920"/>
            <a:ext cx="335916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603000" y="344160"/>
            <a:ext cx="3817080" cy="8485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 type="body"/>
          </p:nvPr>
        </p:nvSpPr>
        <p:spPr>
          <a:xfrm>
            <a:off x="616680" y="1602720"/>
            <a:ext cx="335916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 type="body"/>
          </p:nvPr>
        </p:nvSpPr>
        <p:spPr>
          <a:xfrm>
            <a:off x="616680" y="3121920"/>
            <a:ext cx="335916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603000" y="344160"/>
            <a:ext cx="3817080" cy="8485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 type="body"/>
          </p:nvPr>
        </p:nvSpPr>
        <p:spPr>
          <a:xfrm>
            <a:off x="616680" y="1602720"/>
            <a:ext cx="163908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 type="body"/>
          </p:nvPr>
        </p:nvSpPr>
        <p:spPr>
          <a:xfrm>
            <a:off x="2338200" y="1602720"/>
            <a:ext cx="163908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4"/>
          <p:cNvSpPr>
            <a:spLocks noGrp="1"/>
          </p:cNvSpPr>
          <p:nvPr>
            <p:ph type="body"/>
          </p:nvPr>
        </p:nvSpPr>
        <p:spPr>
          <a:xfrm>
            <a:off x="616680" y="3121920"/>
            <a:ext cx="163908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laceHolder 5"/>
          <p:cNvSpPr>
            <a:spLocks noGrp="1"/>
          </p:cNvSpPr>
          <p:nvPr>
            <p:ph type="body"/>
          </p:nvPr>
        </p:nvSpPr>
        <p:spPr>
          <a:xfrm>
            <a:off x="2338200" y="3121920"/>
            <a:ext cx="163908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603000" y="344160"/>
            <a:ext cx="3817080" cy="8485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 type="body"/>
          </p:nvPr>
        </p:nvSpPr>
        <p:spPr>
          <a:xfrm>
            <a:off x="616680" y="1602720"/>
            <a:ext cx="108144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PlaceHolder 3"/>
          <p:cNvSpPr>
            <a:spLocks noGrp="1"/>
          </p:cNvSpPr>
          <p:nvPr>
            <p:ph type="body"/>
          </p:nvPr>
        </p:nvSpPr>
        <p:spPr>
          <a:xfrm>
            <a:off x="1752480" y="1602720"/>
            <a:ext cx="108144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4"/>
          <p:cNvSpPr>
            <a:spLocks noGrp="1"/>
          </p:cNvSpPr>
          <p:nvPr>
            <p:ph type="body"/>
          </p:nvPr>
        </p:nvSpPr>
        <p:spPr>
          <a:xfrm>
            <a:off x="2888640" y="1602720"/>
            <a:ext cx="108144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PlaceHolder 5"/>
          <p:cNvSpPr>
            <a:spLocks noGrp="1"/>
          </p:cNvSpPr>
          <p:nvPr>
            <p:ph type="body"/>
          </p:nvPr>
        </p:nvSpPr>
        <p:spPr>
          <a:xfrm>
            <a:off x="616680" y="3121920"/>
            <a:ext cx="108144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PlaceHolder 6"/>
          <p:cNvSpPr>
            <a:spLocks noGrp="1"/>
          </p:cNvSpPr>
          <p:nvPr>
            <p:ph type="body"/>
          </p:nvPr>
        </p:nvSpPr>
        <p:spPr>
          <a:xfrm>
            <a:off x="1752480" y="3121920"/>
            <a:ext cx="108144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PlaceHolder 7"/>
          <p:cNvSpPr>
            <a:spLocks noGrp="1"/>
          </p:cNvSpPr>
          <p:nvPr>
            <p:ph type="body"/>
          </p:nvPr>
        </p:nvSpPr>
        <p:spPr>
          <a:xfrm>
            <a:off x="2888640" y="3121920"/>
            <a:ext cx="108144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603000" y="344160"/>
            <a:ext cx="3817080" cy="8485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 type="subTitle"/>
          </p:nvPr>
        </p:nvSpPr>
        <p:spPr>
          <a:xfrm>
            <a:off x="616680" y="1602720"/>
            <a:ext cx="3359160" cy="29084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603000" y="344160"/>
            <a:ext cx="3817080" cy="8485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 type="body"/>
          </p:nvPr>
        </p:nvSpPr>
        <p:spPr>
          <a:xfrm>
            <a:off x="616680" y="1602720"/>
            <a:ext cx="3359160" cy="29084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603000" y="344160"/>
            <a:ext cx="3817080" cy="8485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 type="body"/>
          </p:nvPr>
        </p:nvSpPr>
        <p:spPr>
          <a:xfrm>
            <a:off x="616680" y="1602720"/>
            <a:ext cx="1639080" cy="29084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 type="body"/>
          </p:nvPr>
        </p:nvSpPr>
        <p:spPr>
          <a:xfrm>
            <a:off x="2338200" y="1602720"/>
            <a:ext cx="1639080" cy="29084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603000" y="344160"/>
            <a:ext cx="3817080" cy="8485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subTitle"/>
          </p:nvPr>
        </p:nvSpPr>
        <p:spPr>
          <a:xfrm>
            <a:off x="603000" y="344160"/>
            <a:ext cx="3817080" cy="39344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603000" y="344160"/>
            <a:ext cx="3817080" cy="8485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 type="body"/>
          </p:nvPr>
        </p:nvSpPr>
        <p:spPr>
          <a:xfrm>
            <a:off x="616680" y="1602720"/>
            <a:ext cx="163908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PlaceHolder 3"/>
          <p:cNvSpPr>
            <a:spLocks noGrp="1"/>
          </p:cNvSpPr>
          <p:nvPr>
            <p:ph type="body"/>
          </p:nvPr>
        </p:nvSpPr>
        <p:spPr>
          <a:xfrm>
            <a:off x="2338200" y="1602720"/>
            <a:ext cx="1639080" cy="29084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PlaceHolder 4"/>
          <p:cNvSpPr>
            <a:spLocks noGrp="1"/>
          </p:cNvSpPr>
          <p:nvPr>
            <p:ph type="body"/>
          </p:nvPr>
        </p:nvSpPr>
        <p:spPr>
          <a:xfrm>
            <a:off x="616680" y="3121920"/>
            <a:ext cx="163908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603000" y="344160"/>
            <a:ext cx="3817080" cy="8485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 type="body"/>
          </p:nvPr>
        </p:nvSpPr>
        <p:spPr>
          <a:xfrm>
            <a:off x="616680" y="1602720"/>
            <a:ext cx="1639080" cy="29084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PlaceHolder 3"/>
          <p:cNvSpPr>
            <a:spLocks noGrp="1"/>
          </p:cNvSpPr>
          <p:nvPr>
            <p:ph type="body"/>
          </p:nvPr>
        </p:nvSpPr>
        <p:spPr>
          <a:xfrm>
            <a:off x="2338200" y="1602720"/>
            <a:ext cx="163908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PlaceHolder 4"/>
          <p:cNvSpPr>
            <a:spLocks noGrp="1"/>
          </p:cNvSpPr>
          <p:nvPr>
            <p:ph type="body"/>
          </p:nvPr>
        </p:nvSpPr>
        <p:spPr>
          <a:xfrm>
            <a:off x="2338200" y="3121920"/>
            <a:ext cx="163908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603000" y="344160"/>
            <a:ext cx="3817080" cy="8485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 type="body"/>
          </p:nvPr>
        </p:nvSpPr>
        <p:spPr>
          <a:xfrm>
            <a:off x="616680" y="1602720"/>
            <a:ext cx="163908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 type="body"/>
          </p:nvPr>
        </p:nvSpPr>
        <p:spPr>
          <a:xfrm>
            <a:off x="2338200" y="1602720"/>
            <a:ext cx="163908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PlaceHolder 4"/>
          <p:cNvSpPr>
            <a:spLocks noGrp="1"/>
          </p:cNvSpPr>
          <p:nvPr>
            <p:ph type="body"/>
          </p:nvPr>
        </p:nvSpPr>
        <p:spPr>
          <a:xfrm>
            <a:off x="616680" y="3121920"/>
            <a:ext cx="335916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603000" y="344160"/>
            <a:ext cx="3817080" cy="8485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PlaceHolder 2"/>
          <p:cNvSpPr>
            <a:spLocks noGrp="1"/>
          </p:cNvSpPr>
          <p:nvPr>
            <p:ph type="body"/>
          </p:nvPr>
        </p:nvSpPr>
        <p:spPr>
          <a:xfrm>
            <a:off x="616680" y="1602720"/>
            <a:ext cx="335916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PlaceHolder 3"/>
          <p:cNvSpPr>
            <a:spLocks noGrp="1"/>
          </p:cNvSpPr>
          <p:nvPr>
            <p:ph type="body"/>
          </p:nvPr>
        </p:nvSpPr>
        <p:spPr>
          <a:xfrm>
            <a:off x="616680" y="3121920"/>
            <a:ext cx="335916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603000" y="344160"/>
            <a:ext cx="3817080" cy="8485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PlaceHolder 2"/>
          <p:cNvSpPr>
            <a:spLocks noGrp="1"/>
          </p:cNvSpPr>
          <p:nvPr>
            <p:ph type="body"/>
          </p:nvPr>
        </p:nvSpPr>
        <p:spPr>
          <a:xfrm>
            <a:off x="616680" y="1602720"/>
            <a:ext cx="163908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PlaceHolder 3"/>
          <p:cNvSpPr>
            <a:spLocks noGrp="1"/>
          </p:cNvSpPr>
          <p:nvPr>
            <p:ph type="body"/>
          </p:nvPr>
        </p:nvSpPr>
        <p:spPr>
          <a:xfrm>
            <a:off x="2338200" y="1602720"/>
            <a:ext cx="163908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PlaceHolder 4"/>
          <p:cNvSpPr>
            <a:spLocks noGrp="1"/>
          </p:cNvSpPr>
          <p:nvPr>
            <p:ph type="body"/>
          </p:nvPr>
        </p:nvSpPr>
        <p:spPr>
          <a:xfrm>
            <a:off x="616680" y="3121920"/>
            <a:ext cx="163908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PlaceHolder 5"/>
          <p:cNvSpPr>
            <a:spLocks noGrp="1"/>
          </p:cNvSpPr>
          <p:nvPr>
            <p:ph type="body"/>
          </p:nvPr>
        </p:nvSpPr>
        <p:spPr>
          <a:xfrm>
            <a:off x="2338200" y="3121920"/>
            <a:ext cx="163908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603000" y="344160"/>
            <a:ext cx="3817080" cy="8485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 type="body"/>
          </p:nvPr>
        </p:nvSpPr>
        <p:spPr>
          <a:xfrm>
            <a:off x="616680" y="1602720"/>
            <a:ext cx="108144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PlaceHolder 3"/>
          <p:cNvSpPr>
            <a:spLocks noGrp="1"/>
          </p:cNvSpPr>
          <p:nvPr>
            <p:ph type="body"/>
          </p:nvPr>
        </p:nvSpPr>
        <p:spPr>
          <a:xfrm>
            <a:off x="1752480" y="1602720"/>
            <a:ext cx="108144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PlaceHolder 4"/>
          <p:cNvSpPr>
            <a:spLocks noGrp="1"/>
          </p:cNvSpPr>
          <p:nvPr>
            <p:ph type="body"/>
          </p:nvPr>
        </p:nvSpPr>
        <p:spPr>
          <a:xfrm>
            <a:off x="2888640" y="1602720"/>
            <a:ext cx="108144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PlaceHolder 5"/>
          <p:cNvSpPr>
            <a:spLocks noGrp="1"/>
          </p:cNvSpPr>
          <p:nvPr>
            <p:ph type="body"/>
          </p:nvPr>
        </p:nvSpPr>
        <p:spPr>
          <a:xfrm>
            <a:off x="616680" y="3121920"/>
            <a:ext cx="108144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PlaceHolder 6"/>
          <p:cNvSpPr>
            <a:spLocks noGrp="1"/>
          </p:cNvSpPr>
          <p:nvPr>
            <p:ph type="body"/>
          </p:nvPr>
        </p:nvSpPr>
        <p:spPr>
          <a:xfrm>
            <a:off x="1752480" y="3121920"/>
            <a:ext cx="108144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PlaceHolder 7"/>
          <p:cNvSpPr>
            <a:spLocks noGrp="1"/>
          </p:cNvSpPr>
          <p:nvPr>
            <p:ph type="body"/>
          </p:nvPr>
        </p:nvSpPr>
        <p:spPr>
          <a:xfrm>
            <a:off x="2888640" y="3121920"/>
            <a:ext cx="108144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603000" y="344160"/>
            <a:ext cx="3817080" cy="8485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 type="subTitle"/>
          </p:nvPr>
        </p:nvSpPr>
        <p:spPr>
          <a:xfrm>
            <a:off x="616680" y="1602720"/>
            <a:ext cx="3359160" cy="29084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title"/>
          </p:nvPr>
        </p:nvSpPr>
        <p:spPr>
          <a:xfrm>
            <a:off x="603000" y="344160"/>
            <a:ext cx="3817080" cy="8485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PlaceHolder 2"/>
          <p:cNvSpPr>
            <a:spLocks noGrp="1"/>
          </p:cNvSpPr>
          <p:nvPr>
            <p:ph type="body"/>
          </p:nvPr>
        </p:nvSpPr>
        <p:spPr>
          <a:xfrm>
            <a:off x="616680" y="1602720"/>
            <a:ext cx="3359160" cy="29084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603000" y="344160"/>
            <a:ext cx="3817080" cy="8485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PlaceHolder 2"/>
          <p:cNvSpPr>
            <a:spLocks noGrp="1"/>
          </p:cNvSpPr>
          <p:nvPr>
            <p:ph type="body"/>
          </p:nvPr>
        </p:nvSpPr>
        <p:spPr>
          <a:xfrm>
            <a:off x="616680" y="1602720"/>
            <a:ext cx="1639080" cy="29084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PlaceHolder 3"/>
          <p:cNvSpPr>
            <a:spLocks noGrp="1"/>
          </p:cNvSpPr>
          <p:nvPr>
            <p:ph type="body"/>
          </p:nvPr>
        </p:nvSpPr>
        <p:spPr>
          <a:xfrm>
            <a:off x="2338200" y="1602720"/>
            <a:ext cx="1639080" cy="29084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603000" y="344160"/>
            <a:ext cx="3817080" cy="8485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subTitle"/>
          </p:nvPr>
        </p:nvSpPr>
        <p:spPr>
          <a:xfrm>
            <a:off x="603000" y="344160"/>
            <a:ext cx="3817080" cy="39344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603000" y="344160"/>
            <a:ext cx="3817080" cy="8485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PlaceHolder 2"/>
          <p:cNvSpPr>
            <a:spLocks noGrp="1"/>
          </p:cNvSpPr>
          <p:nvPr>
            <p:ph type="body"/>
          </p:nvPr>
        </p:nvSpPr>
        <p:spPr>
          <a:xfrm>
            <a:off x="616680" y="1602720"/>
            <a:ext cx="163908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PlaceHolder 3"/>
          <p:cNvSpPr>
            <a:spLocks noGrp="1"/>
          </p:cNvSpPr>
          <p:nvPr>
            <p:ph type="body"/>
          </p:nvPr>
        </p:nvSpPr>
        <p:spPr>
          <a:xfrm>
            <a:off x="2338200" y="1602720"/>
            <a:ext cx="1639080" cy="29084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PlaceHolder 4"/>
          <p:cNvSpPr>
            <a:spLocks noGrp="1"/>
          </p:cNvSpPr>
          <p:nvPr>
            <p:ph type="body"/>
          </p:nvPr>
        </p:nvSpPr>
        <p:spPr>
          <a:xfrm>
            <a:off x="616680" y="3121920"/>
            <a:ext cx="163908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title"/>
          </p:nvPr>
        </p:nvSpPr>
        <p:spPr>
          <a:xfrm>
            <a:off x="603000" y="344160"/>
            <a:ext cx="3817080" cy="8485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PlaceHolder 2"/>
          <p:cNvSpPr>
            <a:spLocks noGrp="1"/>
          </p:cNvSpPr>
          <p:nvPr>
            <p:ph type="body"/>
          </p:nvPr>
        </p:nvSpPr>
        <p:spPr>
          <a:xfrm>
            <a:off x="616680" y="1602720"/>
            <a:ext cx="1639080" cy="29084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PlaceHolder 3"/>
          <p:cNvSpPr>
            <a:spLocks noGrp="1"/>
          </p:cNvSpPr>
          <p:nvPr>
            <p:ph type="body"/>
          </p:nvPr>
        </p:nvSpPr>
        <p:spPr>
          <a:xfrm>
            <a:off x="2338200" y="1602720"/>
            <a:ext cx="163908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PlaceHolder 4"/>
          <p:cNvSpPr>
            <a:spLocks noGrp="1"/>
          </p:cNvSpPr>
          <p:nvPr>
            <p:ph type="body"/>
          </p:nvPr>
        </p:nvSpPr>
        <p:spPr>
          <a:xfrm>
            <a:off x="2338200" y="3121920"/>
            <a:ext cx="163908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title"/>
          </p:nvPr>
        </p:nvSpPr>
        <p:spPr>
          <a:xfrm>
            <a:off x="603000" y="344160"/>
            <a:ext cx="3817080" cy="8485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PlaceHolder 2"/>
          <p:cNvSpPr>
            <a:spLocks noGrp="1"/>
          </p:cNvSpPr>
          <p:nvPr>
            <p:ph type="body"/>
          </p:nvPr>
        </p:nvSpPr>
        <p:spPr>
          <a:xfrm>
            <a:off x="616680" y="1602720"/>
            <a:ext cx="163908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PlaceHolder 3"/>
          <p:cNvSpPr>
            <a:spLocks noGrp="1"/>
          </p:cNvSpPr>
          <p:nvPr>
            <p:ph type="body"/>
          </p:nvPr>
        </p:nvSpPr>
        <p:spPr>
          <a:xfrm>
            <a:off x="2338200" y="1602720"/>
            <a:ext cx="163908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PlaceHolder 4"/>
          <p:cNvSpPr>
            <a:spLocks noGrp="1"/>
          </p:cNvSpPr>
          <p:nvPr>
            <p:ph type="body"/>
          </p:nvPr>
        </p:nvSpPr>
        <p:spPr>
          <a:xfrm>
            <a:off x="616680" y="3121920"/>
            <a:ext cx="335916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title"/>
          </p:nvPr>
        </p:nvSpPr>
        <p:spPr>
          <a:xfrm>
            <a:off x="603000" y="344160"/>
            <a:ext cx="3817080" cy="8485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PlaceHolder 2"/>
          <p:cNvSpPr>
            <a:spLocks noGrp="1"/>
          </p:cNvSpPr>
          <p:nvPr>
            <p:ph type="body"/>
          </p:nvPr>
        </p:nvSpPr>
        <p:spPr>
          <a:xfrm>
            <a:off x="616680" y="1602720"/>
            <a:ext cx="335916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PlaceHolder 3"/>
          <p:cNvSpPr>
            <a:spLocks noGrp="1"/>
          </p:cNvSpPr>
          <p:nvPr>
            <p:ph type="body"/>
          </p:nvPr>
        </p:nvSpPr>
        <p:spPr>
          <a:xfrm>
            <a:off x="616680" y="3121920"/>
            <a:ext cx="335916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603000" y="344160"/>
            <a:ext cx="3817080" cy="8485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PlaceHolder 2"/>
          <p:cNvSpPr>
            <a:spLocks noGrp="1"/>
          </p:cNvSpPr>
          <p:nvPr>
            <p:ph type="body"/>
          </p:nvPr>
        </p:nvSpPr>
        <p:spPr>
          <a:xfrm>
            <a:off x="616680" y="1602720"/>
            <a:ext cx="163908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PlaceHolder 3"/>
          <p:cNvSpPr>
            <a:spLocks noGrp="1"/>
          </p:cNvSpPr>
          <p:nvPr>
            <p:ph type="body"/>
          </p:nvPr>
        </p:nvSpPr>
        <p:spPr>
          <a:xfrm>
            <a:off x="2338200" y="1602720"/>
            <a:ext cx="163908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PlaceHolder 4"/>
          <p:cNvSpPr>
            <a:spLocks noGrp="1"/>
          </p:cNvSpPr>
          <p:nvPr>
            <p:ph type="body"/>
          </p:nvPr>
        </p:nvSpPr>
        <p:spPr>
          <a:xfrm>
            <a:off x="616680" y="3121920"/>
            <a:ext cx="163908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PlaceHolder 5"/>
          <p:cNvSpPr>
            <a:spLocks noGrp="1"/>
          </p:cNvSpPr>
          <p:nvPr>
            <p:ph type="body"/>
          </p:nvPr>
        </p:nvSpPr>
        <p:spPr>
          <a:xfrm>
            <a:off x="2338200" y="3121920"/>
            <a:ext cx="163908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title"/>
          </p:nvPr>
        </p:nvSpPr>
        <p:spPr>
          <a:xfrm>
            <a:off x="603000" y="344160"/>
            <a:ext cx="3817080" cy="8485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PlaceHolder 2"/>
          <p:cNvSpPr>
            <a:spLocks noGrp="1"/>
          </p:cNvSpPr>
          <p:nvPr>
            <p:ph type="body"/>
          </p:nvPr>
        </p:nvSpPr>
        <p:spPr>
          <a:xfrm>
            <a:off x="616680" y="1602720"/>
            <a:ext cx="108144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 type="body"/>
          </p:nvPr>
        </p:nvSpPr>
        <p:spPr>
          <a:xfrm>
            <a:off x="1752480" y="1602720"/>
            <a:ext cx="108144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PlaceHolder 4"/>
          <p:cNvSpPr>
            <a:spLocks noGrp="1"/>
          </p:cNvSpPr>
          <p:nvPr>
            <p:ph type="body"/>
          </p:nvPr>
        </p:nvSpPr>
        <p:spPr>
          <a:xfrm>
            <a:off x="2888640" y="1602720"/>
            <a:ext cx="108144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PlaceHolder 5"/>
          <p:cNvSpPr>
            <a:spLocks noGrp="1"/>
          </p:cNvSpPr>
          <p:nvPr>
            <p:ph type="body"/>
          </p:nvPr>
        </p:nvSpPr>
        <p:spPr>
          <a:xfrm>
            <a:off x="616680" y="3121920"/>
            <a:ext cx="108144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PlaceHolder 6"/>
          <p:cNvSpPr>
            <a:spLocks noGrp="1"/>
          </p:cNvSpPr>
          <p:nvPr>
            <p:ph type="body"/>
          </p:nvPr>
        </p:nvSpPr>
        <p:spPr>
          <a:xfrm>
            <a:off x="1752480" y="3121920"/>
            <a:ext cx="108144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PlaceHolder 7"/>
          <p:cNvSpPr>
            <a:spLocks noGrp="1"/>
          </p:cNvSpPr>
          <p:nvPr>
            <p:ph type="body"/>
          </p:nvPr>
        </p:nvSpPr>
        <p:spPr>
          <a:xfrm>
            <a:off x="2888640" y="3121920"/>
            <a:ext cx="108144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title"/>
          </p:nvPr>
        </p:nvSpPr>
        <p:spPr>
          <a:xfrm>
            <a:off x="603000" y="344160"/>
            <a:ext cx="3817080" cy="8485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PlaceHolder 2"/>
          <p:cNvSpPr>
            <a:spLocks noGrp="1"/>
          </p:cNvSpPr>
          <p:nvPr>
            <p:ph type="subTitle"/>
          </p:nvPr>
        </p:nvSpPr>
        <p:spPr>
          <a:xfrm>
            <a:off x="616680" y="1602720"/>
            <a:ext cx="3359160" cy="29084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title"/>
          </p:nvPr>
        </p:nvSpPr>
        <p:spPr>
          <a:xfrm>
            <a:off x="603000" y="344160"/>
            <a:ext cx="3817080" cy="8485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PlaceHolder 2"/>
          <p:cNvSpPr>
            <a:spLocks noGrp="1"/>
          </p:cNvSpPr>
          <p:nvPr>
            <p:ph type="body"/>
          </p:nvPr>
        </p:nvSpPr>
        <p:spPr>
          <a:xfrm>
            <a:off x="616680" y="1602720"/>
            <a:ext cx="3359160" cy="29084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title"/>
          </p:nvPr>
        </p:nvSpPr>
        <p:spPr>
          <a:xfrm>
            <a:off x="603000" y="344160"/>
            <a:ext cx="3817080" cy="8485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PlaceHolder 2"/>
          <p:cNvSpPr>
            <a:spLocks noGrp="1"/>
          </p:cNvSpPr>
          <p:nvPr>
            <p:ph type="body"/>
          </p:nvPr>
        </p:nvSpPr>
        <p:spPr>
          <a:xfrm>
            <a:off x="616680" y="1602720"/>
            <a:ext cx="1639080" cy="29084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PlaceHolder 3"/>
          <p:cNvSpPr>
            <a:spLocks noGrp="1"/>
          </p:cNvSpPr>
          <p:nvPr>
            <p:ph type="body"/>
          </p:nvPr>
        </p:nvSpPr>
        <p:spPr>
          <a:xfrm>
            <a:off x="2338200" y="1602720"/>
            <a:ext cx="1639080" cy="29084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title"/>
          </p:nvPr>
        </p:nvSpPr>
        <p:spPr>
          <a:xfrm>
            <a:off x="603000" y="344160"/>
            <a:ext cx="3817080" cy="8485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subTitle"/>
          </p:nvPr>
        </p:nvSpPr>
        <p:spPr>
          <a:xfrm>
            <a:off x="603000" y="344160"/>
            <a:ext cx="3817080" cy="39344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603000" y="344160"/>
            <a:ext cx="3817080" cy="8485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616680" y="1602720"/>
            <a:ext cx="163908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body"/>
          </p:nvPr>
        </p:nvSpPr>
        <p:spPr>
          <a:xfrm>
            <a:off x="2338200" y="1602720"/>
            <a:ext cx="1639080" cy="29084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PlaceHolder 4"/>
          <p:cNvSpPr>
            <a:spLocks noGrp="1"/>
          </p:cNvSpPr>
          <p:nvPr>
            <p:ph type="body"/>
          </p:nvPr>
        </p:nvSpPr>
        <p:spPr>
          <a:xfrm>
            <a:off x="616680" y="3121920"/>
            <a:ext cx="163908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/>
          </p:cNvSpPr>
          <p:nvPr>
            <p:ph type="title"/>
          </p:nvPr>
        </p:nvSpPr>
        <p:spPr>
          <a:xfrm>
            <a:off x="603000" y="344160"/>
            <a:ext cx="3817080" cy="8485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PlaceHolder 2"/>
          <p:cNvSpPr>
            <a:spLocks noGrp="1"/>
          </p:cNvSpPr>
          <p:nvPr>
            <p:ph type="body"/>
          </p:nvPr>
        </p:nvSpPr>
        <p:spPr>
          <a:xfrm>
            <a:off x="616680" y="1602720"/>
            <a:ext cx="1639080" cy="29084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PlaceHolder 3"/>
          <p:cNvSpPr>
            <a:spLocks noGrp="1"/>
          </p:cNvSpPr>
          <p:nvPr>
            <p:ph type="body"/>
          </p:nvPr>
        </p:nvSpPr>
        <p:spPr>
          <a:xfrm>
            <a:off x="2338200" y="1602720"/>
            <a:ext cx="163908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PlaceHolder 4"/>
          <p:cNvSpPr>
            <a:spLocks noGrp="1"/>
          </p:cNvSpPr>
          <p:nvPr>
            <p:ph type="body"/>
          </p:nvPr>
        </p:nvSpPr>
        <p:spPr>
          <a:xfrm>
            <a:off x="2338200" y="3121920"/>
            <a:ext cx="163908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/>
          </p:cNvSpPr>
          <p:nvPr>
            <p:ph type="title"/>
          </p:nvPr>
        </p:nvSpPr>
        <p:spPr>
          <a:xfrm>
            <a:off x="603000" y="344160"/>
            <a:ext cx="3817080" cy="8485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PlaceHolder 2"/>
          <p:cNvSpPr>
            <a:spLocks noGrp="1"/>
          </p:cNvSpPr>
          <p:nvPr>
            <p:ph type="body"/>
          </p:nvPr>
        </p:nvSpPr>
        <p:spPr>
          <a:xfrm>
            <a:off x="616680" y="1602720"/>
            <a:ext cx="163908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PlaceHolder 3"/>
          <p:cNvSpPr>
            <a:spLocks noGrp="1"/>
          </p:cNvSpPr>
          <p:nvPr>
            <p:ph type="body"/>
          </p:nvPr>
        </p:nvSpPr>
        <p:spPr>
          <a:xfrm>
            <a:off x="2338200" y="1602720"/>
            <a:ext cx="163908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PlaceHolder 4"/>
          <p:cNvSpPr>
            <a:spLocks noGrp="1"/>
          </p:cNvSpPr>
          <p:nvPr>
            <p:ph type="body"/>
          </p:nvPr>
        </p:nvSpPr>
        <p:spPr>
          <a:xfrm>
            <a:off x="616680" y="3121920"/>
            <a:ext cx="335916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title"/>
          </p:nvPr>
        </p:nvSpPr>
        <p:spPr>
          <a:xfrm>
            <a:off x="603000" y="344160"/>
            <a:ext cx="3817080" cy="8485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PlaceHolder 2"/>
          <p:cNvSpPr>
            <a:spLocks noGrp="1"/>
          </p:cNvSpPr>
          <p:nvPr>
            <p:ph type="body"/>
          </p:nvPr>
        </p:nvSpPr>
        <p:spPr>
          <a:xfrm>
            <a:off x="616680" y="1602720"/>
            <a:ext cx="335916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PlaceHolder 3"/>
          <p:cNvSpPr>
            <a:spLocks noGrp="1"/>
          </p:cNvSpPr>
          <p:nvPr>
            <p:ph type="body"/>
          </p:nvPr>
        </p:nvSpPr>
        <p:spPr>
          <a:xfrm>
            <a:off x="616680" y="3121920"/>
            <a:ext cx="335916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title"/>
          </p:nvPr>
        </p:nvSpPr>
        <p:spPr>
          <a:xfrm>
            <a:off x="603000" y="344160"/>
            <a:ext cx="3817080" cy="8485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PlaceHolder 2"/>
          <p:cNvSpPr>
            <a:spLocks noGrp="1"/>
          </p:cNvSpPr>
          <p:nvPr>
            <p:ph type="body"/>
          </p:nvPr>
        </p:nvSpPr>
        <p:spPr>
          <a:xfrm>
            <a:off x="616680" y="1602720"/>
            <a:ext cx="163908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PlaceHolder 3"/>
          <p:cNvSpPr>
            <a:spLocks noGrp="1"/>
          </p:cNvSpPr>
          <p:nvPr>
            <p:ph type="body"/>
          </p:nvPr>
        </p:nvSpPr>
        <p:spPr>
          <a:xfrm>
            <a:off x="2338200" y="1602720"/>
            <a:ext cx="163908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PlaceHolder 4"/>
          <p:cNvSpPr>
            <a:spLocks noGrp="1"/>
          </p:cNvSpPr>
          <p:nvPr>
            <p:ph type="body"/>
          </p:nvPr>
        </p:nvSpPr>
        <p:spPr>
          <a:xfrm>
            <a:off x="616680" y="3121920"/>
            <a:ext cx="163908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PlaceHolder 5"/>
          <p:cNvSpPr>
            <a:spLocks noGrp="1"/>
          </p:cNvSpPr>
          <p:nvPr>
            <p:ph type="body"/>
          </p:nvPr>
        </p:nvSpPr>
        <p:spPr>
          <a:xfrm>
            <a:off x="2338200" y="3121920"/>
            <a:ext cx="163908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 type="title"/>
          </p:nvPr>
        </p:nvSpPr>
        <p:spPr>
          <a:xfrm>
            <a:off x="603000" y="344160"/>
            <a:ext cx="3817080" cy="8485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PlaceHolder 2"/>
          <p:cNvSpPr>
            <a:spLocks noGrp="1"/>
          </p:cNvSpPr>
          <p:nvPr>
            <p:ph type="body"/>
          </p:nvPr>
        </p:nvSpPr>
        <p:spPr>
          <a:xfrm>
            <a:off x="616680" y="1602720"/>
            <a:ext cx="108144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PlaceHolder 3"/>
          <p:cNvSpPr>
            <a:spLocks noGrp="1"/>
          </p:cNvSpPr>
          <p:nvPr>
            <p:ph type="body"/>
          </p:nvPr>
        </p:nvSpPr>
        <p:spPr>
          <a:xfrm>
            <a:off x="1752480" y="1602720"/>
            <a:ext cx="108144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PlaceHolder 4"/>
          <p:cNvSpPr>
            <a:spLocks noGrp="1"/>
          </p:cNvSpPr>
          <p:nvPr>
            <p:ph type="body"/>
          </p:nvPr>
        </p:nvSpPr>
        <p:spPr>
          <a:xfrm>
            <a:off x="2888640" y="1602720"/>
            <a:ext cx="108144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PlaceHolder 5"/>
          <p:cNvSpPr>
            <a:spLocks noGrp="1"/>
          </p:cNvSpPr>
          <p:nvPr>
            <p:ph type="body"/>
          </p:nvPr>
        </p:nvSpPr>
        <p:spPr>
          <a:xfrm>
            <a:off x="616680" y="3121920"/>
            <a:ext cx="108144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PlaceHolder 6"/>
          <p:cNvSpPr>
            <a:spLocks noGrp="1"/>
          </p:cNvSpPr>
          <p:nvPr>
            <p:ph type="body"/>
          </p:nvPr>
        </p:nvSpPr>
        <p:spPr>
          <a:xfrm>
            <a:off x="1752480" y="3121920"/>
            <a:ext cx="108144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PlaceHolder 7"/>
          <p:cNvSpPr>
            <a:spLocks noGrp="1"/>
          </p:cNvSpPr>
          <p:nvPr>
            <p:ph type="body"/>
          </p:nvPr>
        </p:nvSpPr>
        <p:spPr>
          <a:xfrm>
            <a:off x="2888640" y="3121920"/>
            <a:ext cx="108144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title"/>
          </p:nvPr>
        </p:nvSpPr>
        <p:spPr>
          <a:xfrm>
            <a:off x="603000" y="344160"/>
            <a:ext cx="3817080" cy="8485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PlaceHolder 2"/>
          <p:cNvSpPr>
            <a:spLocks noGrp="1"/>
          </p:cNvSpPr>
          <p:nvPr>
            <p:ph type="subTitle"/>
          </p:nvPr>
        </p:nvSpPr>
        <p:spPr>
          <a:xfrm>
            <a:off x="616680" y="1602720"/>
            <a:ext cx="3359160" cy="29084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/>
          </p:cNvSpPr>
          <p:nvPr>
            <p:ph type="title"/>
          </p:nvPr>
        </p:nvSpPr>
        <p:spPr>
          <a:xfrm>
            <a:off x="603000" y="344160"/>
            <a:ext cx="3817080" cy="8485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PlaceHolder 2"/>
          <p:cNvSpPr>
            <a:spLocks noGrp="1"/>
          </p:cNvSpPr>
          <p:nvPr>
            <p:ph type="body"/>
          </p:nvPr>
        </p:nvSpPr>
        <p:spPr>
          <a:xfrm>
            <a:off x="616680" y="1602720"/>
            <a:ext cx="3359160" cy="29084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/>
          </p:cNvSpPr>
          <p:nvPr>
            <p:ph type="title"/>
          </p:nvPr>
        </p:nvSpPr>
        <p:spPr>
          <a:xfrm>
            <a:off x="603000" y="344160"/>
            <a:ext cx="3817080" cy="8485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PlaceHolder 2"/>
          <p:cNvSpPr>
            <a:spLocks noGrp="1"/>
          </p:cNvSpPr>
          <p:nvPr>
            <p:ph type="body"/>
          </p:nvPr>
        </p:nvSpPr>
        <p:spPr>
          <a:xfrm>
            <a:off x="616680" y="1602720"/>
            <a:ext cx="1639080" cy="29084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PlaceHolder 3"/>
          <p:cNvSpPr>
            <a:spLocks noGrp="1"/>
          </p:cNvSpPr>
          <p:nvPr>
            <p:ph type="body"/>
          </p:nvPr>
        </p:nvSpPr>
        <p:spPr>
          <a:xfrm>
            <a:off x="2338200" y="1602720"/>
            <a:ext cx="1639080" cy="29084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/>
          </p:cNvSpPr>
          <p:nvPr>
            <p:ph type="title"/>
          </p:nvPr>
        </p:nvSpPr>
        <p:spPr>
          <a:xfrm>
            <a:off x="603000" y="344160"/>
            <a:ext cx="3817080" cy="8485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/>
          </p:cNvSpPr>
          <p:nvPr>
            <p:ph type="subTitle"/>
          </p:nvPr>
        </p:nvSpPr>
        <p:spPr>
          <a:xfrm>
            <a:off x="603000" y="344160"/>
            <a:ext cx="3817080" cy="39344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PlaceHolder 1"/>
          <p:cNvSpPr>
            <a:spLocks noGrp="1"/>
          </p:cNvSpPr>
          <p:nvPr>
            <p:ph type="title"/>
          </p:nvPr>
        </p:nvSpPr>
        <p:spPr>
          <a:xfrm>
            <a:off x="603000" y="344160"/>
            <a:ext cx="3817080" cy="8485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PlaceHolder 2"/>
          <p:cNvSpPr>
            <a:spLocks noGrp="1"/>
          </p:cNvSpPr>
          <p:nvPr>
            <p:ph type="body"/>
          </p:nvPr>
        </p:nvSpPr>
        <p:spPr>
          <a:xfrm>
            <a:off x="616680" y="1602720"/>
            <a:ext cx="163908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PlaceHolder 3"/>
          <p:cNvSpPr>
            <a:spLocks noGrp="1"/>
          </p:cNvSpPr>
          <p:nvPr>
            <p:ph type="body"/>
          </p:nvPr>
        </p:nvSpPr>
        <p:spPr>
          <a:xfrm>
            <a:off x="2338200" y="1602720"/>
            <a:ext cx="1639080" cy="29084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PlaceHolder 4"/>
          <p:cNvSpPr>
            <a:spLocks noGrp="1"/>
          </p:cNvSpPr>
          <p:nvPr>
            <p:ph type="body"/>
          </p:nvPr>
        </p:nvSpPr>
        <p:spPr>
          <a:xfrm>
            <a:off x="616680" y="3121920"/>
            <a:ext cx="163908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/>
          </p:cNvSpPr>
          <p:nvPr>
            <p:ph type="title"/>
          </p:nvPr>
        </p:nvSpPr>
        <p:spPr>
          <a:xfrm>
            <a:off x="603000" y="344160"/>
            <a:ext cx="3817080" cy="8485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PlaceHolder 2"/>
          <p:cNvSpPr>
            <a:spLocks noGrp="1"/>
          </p:cNvSpPr>
          <p:nvPr>
            <p:ph type="body"/>
          </p:nvPr>
        </p:nvSpPr>
        <p:spPr>
          <a:xfrm>
            <a:off x="616680" y="1602720"/>
            <a:ext cx="1639080" cy="29084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PlaceHolder 3"/>
          <p:cNvSpPr>
            <a:spLocks noGrp="1"/>
          </p:cNvSpPr>
          <p:nvPr>
            <p:ph type="body"/>
          </p:nvPr>
        </p:nvSpPr>
        <p:spPr>
          <a:xfrm>
            <a:off x="2338200" y="1602720"/>
            <a:ext cx="163908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PlaceHolder 4"/>
          <p:cNvSpPr>
            <a:spLocks noGrp="1"/>
          </p:cNvSpPr>
          <p:nvPr>
            <p:ph type="body"/>
          </p:nvPr>
        </p:nvSpPr>
        <p:spPr>
          <a:xfrm>
            <a:off x="2338200" y="3121920"/>
            <a:ext cx="163908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/>
          </p:cNvSpPr>
          <p:nvPr>
            <p:ph type="title"/>
          </p:nvPr>
        </p:nvSpPr>
        <p:spPr>
          <a:xfrm>
            <a:off x="603000" y="344160"/>
            <a:ext cx="3817080" cy="8485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16680" y="1602720"/>
            <a:ext cx="163908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body"/>
          </p:nvPr>
        </p:nvSpPr>
        <p:spPr>
          <a:xfrm>
            <a:off x="2338200" y="1602720"/>
            <a:ext cx="163908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PlaceHolder 4"/>
          <p:cNvSpPr>
            <a:spLocks noGrp="1"/>
          </p:cNvSpPr>
          <p:nvPr>
            <p:ph type="body"/>
          </p:nvPr>
        </p:nvSpPr>
        <p:spPr>
          <a:xfrm>
            <a:off x="616680" y="3121920"/>
            <a:ext cx="335916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title"/>
          </p:nvPr>
        </p:nvSpPr>
        <p:spPr>
          <a:xfrm>
            <a:off x="603000" y="344160"/>
            <a:ext cx="3817080" cy="8485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PlaceHolder 2"/>
          <p:cNvSpPr>
            <a:spLocks noGrp="1"/>
          </p:cNvSpPr>
          <p:nvPr>
            <p:ph type="body"/>
          </p:nvPr>
        </p:nvSpPr>
        <p:spPr>
          <a:xfrm>
            <a:off x="616680" y="1602720"/>
            <a:ext cx="335916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PlaceHolder 3"/>
          <p:cNvSpPr>
            <a:spLocks noGrp="1"/>
          </p:cNvSpPr>
          <p:nvPr>
            <p:ph type="body"/>
          </p:nvPr>
        </p:nvSpPr>
        <p:spPr>
          <a:xfrm>
            <a:off x="616680" y="3121920"/>
            <a:ext cx="335916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title"/>
          </p:nvPr>
        </p:nvSpPr>
        <p:spPr>
          <a:xfrm>
            <a:off x="603000" y="344160"/>
            <a:ext cx="3817080" cy="8485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PlaceHolder 2"/>
          <p:cNvSpPr>
            <a:spLocks noGrp="1"/>
          </p:cNvSpPr>
          <p:nvPr>
            <p:ph type="body"/>
          </p:nvPr>
        </p:nvSpPr>
        <p:spPr>
          <a:xfrm>
            <a:off x="616680" y="1602720"/>
            <a:ext cx="163908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PlaceHolder 3"/>
          <p:cNvSpPr>
            <a:spLocks noGrp="1"/>
          </p:cNvSpPr>
          <p:nvPr>
            <p:ph type="body"/>
          </p:nvPr>
        </p:nvSpPr>
        <p:spPr>
          <a:xfrm>
            <a:off x="2338200" y="1602720"/>
            <a:ext cx="163908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PlaceHolder 4"/>
          <p:cNvSpPr>
            <a:spLocks noGrp="1"/>
          </p:cNvSpPr>
          <p:nvPr>
            <p:ph type="body"/>
          </p:nvPr>
        </p:nvSpPr>
        <p:spPr>
          <a:xfrm>
            <a:off x="616680" y="3121920"/>
            <a:ext cx="163908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PlaceHolder 5"/>
          <p:cNvSpPr>
            <a:spLocks noGrp="1"/>
          </p:cNvSpPr>
          <p:nvPr>
            <p:ph type="body"/>
          </p:nvPr>
        </p:nvSpPr>
        <p:spPr>
          <a:xfrm>
            <a:off x="2338200" y="3121920"/>
            <a:ext cx="163908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/>
          </p:cNvSpPr>
          <p:nvPr>
            <p:ph type="title"/>
          </p:nvPr>
        </p:nvSpPr>
        <p:spPr>
          <a:xfrm>
            <a:off x="603000" y="344160"/>
            <a:ext cx="3817080" cy="8485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PlaceHolder 2"/>
          <p:cNvSpPr>
            <a:spLocks noGrp="1"/>
          </p:cNvSpPr>
          <p:nvPr>
            <p:ph type="body"/>
          </p:nvPr>
        </p:nvSpPr>
        <p:spPr>
          <a:xfrm>
            <a:off x="616680" y="1602720"/>
            <a:ext cx="108144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PlaceHolder 3"/>
          <p:cNvSpPr>
            <a:spLocks noGrp="1"/>
          </p:cNvSpPr>
          <p:nvPr>
            <p:ph type="body"/>
          </p:nvPr>
        </p:nvSpPr>
        <p:spPr>
          <a:xfrm>
            <a:off x="1752480" y="1602720"/>
            <a:ext cx="108144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PlaceHolder 4"/>
          <p:cNvSpPr>
            <a:spLocks noGrp="1"/>
          </p:cNvSpPr>
          <p:nvPr>
            <p:ph type="body"/>
          </p:nvPr>
        </p:nvSpPr>
        <p:spPr>
          <a:xfrm>
            <a:off x="2888640" y="1602720"/>
            <a:ext cx="108144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PlaceHolder 5"/>
          <p:cNvSpPr>
            <a:spLocks noGrp="1"/>
          </p:cNvSpPr>
          <p:nvPr>
            <p:ph type="body"/>
          </p:nvPr>
        </p:nvSpPr>
        <p:spPr>
          <a:xfrm>
            <a:off x="616680" y="3121920"/>
            <a:ext cx="108144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PlaceHolder 6"/>
          <p:cNvSpPr>
            <a:spLocks noGrp="1"/>
          </p:cNvSpPr>
          <p:nvPr>
            <p:ph type="body"/>
          </p:nvPr>
        </p:nvSpPr>
        <p:spPr>
          <a:xfrm>
            <a:off x="1752480" y="3121920"/>
            <a:ext cx="108144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PlaceHolder 7"/>
          <p:cNvSpPr>
            <a:spLocks noGrp="1"/>
          </p:cNvSpPr>
          <p:nvPr>
            <p:ph type="body"/>
          </p:nvPr>
        </p:nvSpPr>
        <p:spPr>
          <a:xfrm>
            <a:off x="2888640" y="3121920"/>
            <a:ext cx="108144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/>
          </p:cNvSpPr>
          <p:nvPr>
            <p:ph type="title"/>
          </p:nvPr>
        </p:nvSpPr>
        <p:spPr>
          <a:xfrm>
            <a:off x="603000" y="344160"/>
            <a:ext cx="3817080" cy="8485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PlaceHolder 2"/>
          <p:cNvSpPr>
            <a:spLocks noGrp="1"/>
          </p:cNvSpPr>
          <p:nvPr>
            <p:ph type="subTitle"/>
          </p:nvPr>
        </p:nvSpPr>
        <p:spPr>
          <a:xfrm>
            <a:off x="616680" y="1602720"/>
            <a:ext cx="3359160" cy="29084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/>
          </p:cNvSpPr>
          <p:nvPr>
            <p:ph type="title"/>
          </p:nvPr>
        </p:nvSpPr>
        <p:spPr>
          <a:xfrm>
            <a:off x="603000" y="344160"/>
            <a:ext cx="3817080" cy="8485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PlaceHolder 2"/>
          <p:cNvSpPr>
            <a:spLocks noGrp="1"/>
          </p:cNvSpPr>
          <p:nvPr>
            <p:ph type="body"/>
          </p:nvPr>
        </p:nvSpPr>
        <p:spPr>
          <a:xfrm>
            <a:off x="616680" y="1602720"/>
            <a:ext cx="3359160" cy="29084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PlaceHolder 1"/>
          <p:cNvSpPr>
            <a:spLocks noGrp="1"/>
          </p:cNvSpPr>
          <p:nvPr>
            <p:ph type="title"/>
          </p:nvPr>
        </p:nvSpPr>
        <p:spPr>
          <a:xfrm>
            <a:off x="603000" y="344160"/>
            <a:ext cx="3817080" cy="8485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PlaceHolder 2"/>
          <p:cNvSpPr>
            <a:spLocks noGrp="1"/>
          </p:cNvSpPr>
          <p:nvPr>
            <p:ph type="body"/>
          </p:nvPr>
        </p:nvSpPr>
        <p:spPr>
          <a:xfrm>
            <a:off x="616680" y="1602720"/>
            <a:ext cx="1639080" cy="29084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PlaceHolder 3"/>
          <p:cNvSpPr>
            <a:spLocks noGrp="1"/>
          </p:cNvSpPr>
          <p:nvPr>
            <p:ph type="body"/>
          </p:nvPr>
        </p:nvSpPr>
        <p:spPr>
          <a:xfrm>
            <a:off x="2338200" y="1602720"/>
            <a:ext cx="1639080" cy="29084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PlaceHolder 1"/>
          <p:cNvSpPr>
            <a:spLocks noGrp="1"/>
          </p:cNvSpPr>
          <p:nvPr>
            <p:ph type="title"/>
          </p:nvPr>
        </p:nvSpPr>
        <p:spPr>
          <a:xfrm>
            <a:off x="603000" y="344160"/>
            <a:ext cx="3817080" cy="8485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PlaceHolder 1"/>
          <p:cNvSpPr>
            <a:spLocks noGrp="1"/>
          </p:cNvSpPr>
          <p:nvPr>
            <p:ph type="subTitle"/>
          </p:nvPr>
        </p:nvSpPr>
        <p:spPr>
          <a:xfrm>
            <a:off x="603000" y="344160"/>
            <a:ext cx="3817080" cy="39344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title"/>
          </p:nvPr>
        </p:nvSpPr>
        <p:spPr>
          <a:xfrm>
            <a:off x="603000" y="344160"/>
            <a:ext cx="3817080" cy="8485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PlaceHolder 2"/>
          <p:cNvSpPr>
            <a:spLocks noGrp="1"/>
          </p:cNvSpPr>
          <p:nvPr>
            <p:ph type="body"/>
          </p:nvPr>
        </p:nvSpPr>
        <p:spPr>
          <a:xfrm>
            <a:off x="616680" y="1602720"/>
            <a:ext cx="163908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PlaceHolder 3"/>
          <p:cNvSpPr>
            <a:spLocks noGrp="1"/>
          </p:cNvSpPr>
          <p:nvPr>
            <p:ph type="body"/>
          </p:nvPr>
        </p:nvSpPr>
        <p:spPr>
          <a:xfrm>
            <a:off x="2338200" y="1602720"/>
            <a:ext cx="1639080" cy="29084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PlaceHolder 4"/>
          <p:cNvSpPr>
            <a:spLocks noGrp="1"/>
          </p:cNvSpPr>
          <p:nvPr>
            <p:ph type="body"/>
          </p:nvPr>
        </p:nvSpPr>
        <p:spPr>
          <a:xfrm>
            <a:off x="616680" y="3121920"/>
            <a:ext cx="163908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PlaceHolder 1"/>
          <p:cNvSpPr>
            <a:spLocks noGrp="1"/>
          </p:cNvSpPr>
          <p:nvPr>
            <p:ph type="title"/>
          </p:nvPr>
        </p:nvSpPr>
        <p:spPr>
          <a:xfrm>
            <a:off x="603000" y="344160"/>
            <a:ext cx="3817080" cy="8485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PlaceHolder 2"/>
          <p:cNvSpPr>
            <a:spLocks noGrp="1"/>
          </p:cNvSpPr>
          <p:nvPr>
            <p:ph type="body"/>
          </p:nvPr>
        </p:nvSpPr>
        <p:spPr>
          <a:xfrm>
            <a:off x="616680" y="1602720"/>
            <a:ext cx="1639080" cy="29084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PlaceHolder 3"/>
          <p:cNvSpPr>
            <a:spLocks noGrp="1"/>
          </p:cNvSpPr>
          <p:nvPr>
            <p:ph type="body"/>
          </p:nvPr>
        </p:nvSpPr>
        <p:spPr>
          <a:xfrm>
            <a:off x="2338200" y="1602720"/>
            <a:ext cx="163908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PlaceHolder 4"/>
          <p:cNvSpPr>
            <a:spLocks noGrp="1"/>
          </p:cNvSpPr>
          <p:nvPr>
            <p:ph type="body"/>
          </p:nvPr>
        </p:nvSpPr>
        <p:spPr>
          <a:xfrm>
            <a:off x="2338200" y="3121920"/>
            <a:ext cx="163908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PlaceHolder 1"/>
          <p:cNvSpPr>
            <a:spLocks noGrp="1"/>
          </p:cNvSpPr>
          <p:nvPr>
            <p:ph type="title"/>
          </p:nvPr>
        </p:nvSpPr>
        <p:spPr>
          <a:xfrm>
            <a:off x="603000" y="344160"/>
            <a:ext cx="3817080" cy="8485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PlaceHolder 2"/>
          <p:cNvSpPr>
            <a:spLocks noGrp="1"/>
          </p:cNvSpPr>
          <p:nvPr>
            <p:ph type="body"/>
          </p:nvPr>
        </p:nvSpPr>
        <p:spPr>
          <a:xfrm>
            <a:off x="616680" y="1602720"/>
            <a:ext cx="163908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PlaceHolder 3"/>
          <p:cNvSpPr>
            <a:spLocks noGrp="1"/>
          </p:cNvSpPr>
          <p:nvPr>
            <p:ph type="body"/>
          </p:nvPr>
        </p:nvSpPr>
        <p:spPr>
          <a:xfrm>
            <a:off x="2338200" y="1602720"/>
            <a:ext cx="163908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PlaceHolder 4"/>
          <p:cNvSpPr>
            <a:spLocks noGrp="1"/>
          </p:cNvSpPr>
          <p:nvPr>
            <p:ph type="body"/>
          </p:nvPr>
        </p:nvSpPr>
        <p:spPr>
          <a:xfrm>
            <a:off x="616680" y="3121920"/>
            <a:ext cx="335916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PlaceHolder 1"/>
          <p:cNvSpPr>
            <a:spLocks noGrp="1"/>
          </p:cNvSpPr>
          <p:nvPr>
            <p:ph type="title"/>
          </p:nvPr>
        </p:nvSpPr>
        <p:spPr>
          <a:xfrm>
            <a:off x="603000" y="344160"/>
            <a:ext cx="3817080" cy="8485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PlaceHolder 2"/>
          <p:cNvSpPr>
            <a:spLocks noGrp="1"/>
          </p:cNvSpPr>
          <p:nvPr>
            <p:ph type="body"/>
          </p:nvPr>
        </p:nvSpPr>
        <p:spPr>
          <a:xfrm>
            <a:off x="616680" y="1602720"/>
            <a:ext cx="335916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PlaceHolder 3"/>
          <p:cNvSpPr>
            <a:spLocks noGrp="1"/>
          </p:cNvSpPr>
          <p:nvPr>
            <p:ph type="body"/>
          </p:nvPr>
        </p:nvSpPr>
        <p:spPr>
          <a:xfrm>
            <a:off x="616680" y="3121920"/>
            <a:ext cx="335916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PlaceHolder 1"/>
          <p:cNvSpPr>
            <a:spLocks noGrp="1"/>
          </p:cNvSpPr>
          <p:nvPr>
            <p:ph type="title"/>
          </p:nvPr>
        </p:nvSpPr>
        <p:spPr>
          <a:xfrm>
            <a:off x="603000" y="344160"/>
            <a:ext cx="3817080" cy="8485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PlaceHolder 2"/>
          <p:cNvSpPr>
            <a:spLocks noGrp="1"/>
          </p:cNvSpPr>
          <p:nvPr>
            <p:ph type="body"/>
          </p:nvPr>
        </p:nvSpPr>
        <p:spPr>
          <a:xfrm>
            <a:off x="616680" y="1602720"/>
            <a:ext cx="163908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PlaceHolder 3"/>
          <p:cNvSpPr>
            <a:spLocks noGrp="1"/>
          </p:cNvSpPr>
          <p:nvPr>
            <p:ph type="body"/>
          </p:nvPr>
        </p:nvSpPr>
        <p:spPr>
          <a:xfrm>
            <a:off x="2338200" y="1602720"/>
            <a:ext cx="163908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PlaceHolder 4"/>
          <p:cNvSpPr>
            <a:spLocks noGrp="1"/>
          </p:cNvSpPr>
          <p:nvPr>
            <p:ph type="body"/>
          </p:nvPr>
        </p:nvSpPr>
        <p:spPr>
          <a:xfrm>
            <a:off x="616680" y="3121920"/>
            <a:ext cx="163908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PlaceHolder 5"/>
          <p:cNvSpPr>
            <a:spLocks noGrp="1"/>
          </p:cNvSpPr>
          <p:nvPr>
            <p:ph type="body"/>
          </p:nvPr>
        </p:nvSpPr>
        <p:spPr>
          <a:xfrm>
            <a:off x="2338200" y="3121920"/>
            <a:ext cx="163908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PlaceHolder 1"/>
          <p:cNvSpPr>
            <a:spLocks noGrp="1"/>
          </p:cNvSpPr>
          <p:nvPr>
            <p:ph type="title"/>
          </p:nvPr>
        </p:nvSpPr>
        <p:spPr>
          <a:xfrm>
            <a:off x="603000" y="344160"/>
            <a:ext cx="3817080" cy="8485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PlaceHolder 2"/>
          <p:cNvSpPr>
            <a:spLocks noGrp="1"/>
          </p:cNvSpPr>
          <p:nvPr>
            <p:ph type="body"/>
          </p:nvPr>
        </p:nvSpPr>
        <p:spPr>
          <a:xfrm>
            <a:off x="616680" y="1602720"/>
            <a:ext cx="108144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PlaceHolder 3"/>
          <p:cNvSpPr>
            <a:spLocks noGrp="1"/>
          </p:cNvSpPr>
          <p:nvPr>
            <p:ph type="body"/>
          </p:nvPr>
        </p:nvSpPr>
        <p:spPr>
          <a:xfrm>
            <a:off x="1752480" y="1602720"/>
            <a:ext cx="108144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PlaceHolder 4"/>
          <p:cNvSpPr>
            <a:spLocks noGrp="1"/>
          </p:cNvSpPr>
          <p:nvPr>
            <p:ph type="body"/>
          </p:nvPr>
        </p:nvSpPr>
        <p:spPr>
          <a:xfrm>
            <a:off x="2888640" y="1602720"/>
            <a:ext cx="108144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PlaceHolder 5"/>
          <p:cNvSpPr>
            <a:spLocks noGrp="1"/>
          </p:cNvSpPr>
          <p:nvPr>
            <p:ph type="body"/>
          </p:nvPr>
        </p:nvSpPr>
        <p:spPr>
          <a:xfrm>
            <a:off x="616680" y="3121920"/>
            <a:ext cx="108144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PlaceHolder 6"/>
          <p:cNvSpPr>
            <a:spLocks noGrp="1"/>
          </p:cNvSpPr>
          <p:nvPr>
            <p:ph type="body"/>
          </p:nvPr>
        </p:nvSpPr>
        <p:spPr>
          <a:xfrm>
            <a:off x="1752480" y="3121920"/>
            <a:ext cx="108144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PlaceHolder 7"/>
          <p:cNvSpPr>
            <a:spLocks noGrp="1"/>
          </p:cNvSpPr>
          <p:nvPr>
            <p:ph type="body"/>
          </p:nvPr>
        </p:nvSpPr>
        <p:spPr>
          <a:xfrm>
            <a:off x="2888640" y="3121920"/>
            <a:ext cx="108144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/>
          </p:cNvSpPr>
          <p:nvPr>
            <p:ph type="title"/>
          </p:nvPr>
        </p:nvSpPr>
        <p:spPr>
          <a:xfrm>
            <a:off x="603000" y="344160"/>
            <a:ext cx="3817080" cy="8485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PlaceHolder 2"/>
          <p:cNvSpPr>
            <a:spLocks noGrp="1"/>
          </p:cNvSpPr>
          <p:nvPr>
            <p:ph type="subTitle"/>
          </p:nvPr>
        </p:nvSpPr>
        <p:spPr>
          <a:xfrm>
            <a:off x="616680" y="1602720"/>
            <a:ext cx="3359160" cy="29084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/>
          <p:cNvSpPr>
            <a:spLocks noGrp="1"/>
          </p:cNvSpPr>
          <p:nvPr>
            <p:ph type="title"/>
          </p:nvPr>
        </p:nvSpPr>
        <p:spPr>
          <a:xfrm>
            <a:off x="603000" y="344160"/>
            <a:ext cx="3817080" cy="8485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PlaceHolder 2"/>
          <p:cNvSpPr>
            <a:spLocks noGrp="1"/>
          </p:cNvSpPr>
          <p:nvPr>
            <p:ph type="body"/>
          </p:nvPr>
        </p:nvSpPr>
        <p:spPr>
          <a:xfrm>
            <a:off x="616680" y="1602720"/>
            <a:ext cx="3359160" cy="29084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PlaceHolder 1"/>
          <p:cNvSpPr>
            <a:spLocks noGrp="1"/>
          </p:cNvSpPr>
          <p:nvPr>
            <p:ph type="title"/>
          </p:nvPr>
        </p:nvSpPr>
        <p:spPr>
          <a:xfrm>
            <a:off x="603000" y="344160"/>
            <a:ext cx="3817080" cy="8485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PlaceHolder 2"/>
          <p:cNvSpPr>
            <a:spLocks noGrp="1"/>
          </p:cNvSpPr>
          <p:nvPr>
            <p:ph type="body"/>
          </p:nvPr>
        </p:nvSpPr>
        <p:spPr>
          <a:xfrm>
            <a:off x="616680" y="1602720"/>
            <a:ext cx="1639080" cy="29084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PlaceHolder 3"/>
          <p:cNvSpPr>
            <a:spLocks noGrp="1"/>
          </p:cNvSpPr>
          <p:nvPr>
            <p:ph type="body"/>
          </p:nvPr>
        </p:nvSpPr>
        <p:spPr>
          <a:xfrm>
            <a:off x="2338200" y="1602720"/>
            <a:ext cx="1639080" cy="29084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PlaceHolder 1"/>
          <p:cNvSpPr>
            <a:spLocks noGrp="1"/>
          </p:cNvSpPr>
          <p:nvPr>
            <p:ph type="title"/>
          </p:nvPr>
        </p:nvSpPr>
        <p:spPr>
          <a:xfrm>
            <a:off x="603000" y="344160"/>
            <a:ext cx="3817080" cy="8485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/>
          <p:cNvSpPr>
            <a:spLocks noGrp="1"/>
          </p:cNvSpPr>
          <p:nvPr>
            <p:ph type="subTitle"/>
          </p:nvPr>
        </p:nvSpPr>
        <p:spPr>
          <a:xfrm>
            <a:off x="603000" y="344160"/>
            <a:ext cx="3817080" cy="39344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PlaceHolder 1"/>
          <p:cNvSpPr>
            <a:spLocks noGrp="1"/>
          </p:cNvSpPr>
          <p:nvPr>
            <p:ph type="title"/>
          </p:nvPr>
        </p:nvSpPr>
        <p:spPr>
          <a:xfrm>
            <a:off x="603000" y="344160"/>
            <a:ext cx="3817080" cy="8485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PlaceHolder 2"/>
          <p:cNvSpPr>
            <a:spLocks noGrp="1"/>
          </p:cNvSpPr>
          <p:nvPr>
            <p:ph type="body"/>
          </p:nvPr>
        </p:nvSpPr>
        <p:spPr>
          <a:xfrm>
            <a:off x="616680" y="1602720"/>
            <a:ext cx="163908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PlaceHolder 3"/>
          <p:cNvSpPr>
            <a:spLocks noGrp="1"/>
          </p:cNvSpPr>
          <p:nvPr>
            <p:ph type="body"/>
          </p:nvPr>
        </p:nvSpPr>
        <p:spPr>
          <a:xfrm>
            <a:off x="2338200" y="1602720"/>
            <a:ext cx="1639080" cy="29084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PlaceHolder 4"/>
          <p:cNvSpPr>
            <a:spLocks noGrp="1"/>
          </p:cNvSpPr>
          <p:nvPr>
            <p:ph type="body"/>
          </p:nvPr>
        </p:nvSpPr>
        <p:spPr>
          <a:xfrm>
            <a:off x="616680" y="3121920"/>
            <a:ext cx="163908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PlaceHolder 1"/>
          <p:cNvSpPr>
            <a:spLocks noGrp="1"/>
          </p:cNvSpPr>
          <p:nvPr>
            <p:ph type="title"/>
          </p:nvPr>
        </p:nvSpPr>
        <p:spPr>
          <a:xfrm>
            <a:off x="603000" y="344160"/>
            <a:ext cx="3817080" cy="8485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PlaceHolder 2"/>
          <p:cNvSpPr>
            <a:spLocks noGrp="1"/>
          </p:cNvSpPr>
          <p:nvPr>
            <p:ph type="body"/>
          </p:nvPr>
        </p:nvSpPr>
        <p:spPr>
          <a:xfrm>
            <a:off x="616680" y="1602720"/>
            <a:ext cx="1639080" cy="29084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PlaceHolder 3"/>
          <p:cNvSpPr>
            <a:spLocks noGrp="1"/>
          </p:cNvSpPr>
          <p:nvPr>
            <p:ph type="body"/>
          </p:nvPr>
        </p:nvSpPr>
        <p:spPr>
          <a:xfrm>
            <a:off x="2338200" y="1602720"/>
            <a:ext cx="163908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PlaceHolder 4"/>
          <p:cNvSpPr>
            <a:spLocks noGrp="1"/>
          </p:cNvSpPr>
          <p:nvPr>
            <p:ph type="body"/>
          </p:nvPr>
        </p:nvSpPr>
        <p:spPr>
          <a:xfrm>
            <a:off x="2338200" y="3121920"/>
            <a:ext cx="163908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PlaceHolder 1"/>
          <p:cNvSpPr>
            <a:spLocks noGrp="1"/>
          </p:cNvSpPr>
          <p:nvPr>
            <p:ph type="title"/>
          </p:nvPr>
        </p:nvSpPr>
        <p:spPr>
          <a:xfrm>
            <a:off x="603000" y="344160"/>
            <a:ext cx="3817080" cy="8485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PlaceHolder 2"/>
          <p:cNvSpPr>
            <a:spLocks noGrp="1"/>
          </p:cNvSpPr>
          <p:nvPr>
            <p:ph type="body"/>
          </p:nvPr>
        </p:nvSpPr>
        <p:spPr>
          <a:xfrm>
            <a:off x="616680" y="1602720"/>
            <a:ext cx="163908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PlaceHolder 3"/>
          <p:cNvSpPr>
            <a:spLocks noGrp="1"/>
          </p:cNvSpPr>
          <p:nvPr>
            <p:ph type="body"/>
          </p:nvPr>
        </p:nvSpPr>
        <p:spPr>
          <a:xfrm>
            <a:off x="2338200" y="1602720"/>
            <a:ext cx="163908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PlaceHolder 4"/>
          <p:cNvSpPr>
            <a:spLocks noGrp="1"/>
          </p:cNvSpPr>
          <p:nvPr>
            <p:ph type="body"/>
          </p:nvPr>
        </p:nvSpPr>
        <p:spPr>
          <a:xfrm>
            <a:off x="616680" y="3121920"/>
            <a:ext cx="335916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PlaceHolder 1"/>
          <p:cNvSpPr>
            <a:spLocks noGrp="1"/>
          </p:cNvSpPr>
          <p:nvPr>
            <p:ph type="title"/>
          </p:nvPr>
        </p:nvSpPr>
        <p:spPr>
          <a:xfrm>
            <a:off x="603000" y="344160"/>
            <a:ext cx="3817080" cy="8485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PlaceHolder 2"/>
          <p:cNvSpPr>
            <a:spLocks noGrp="1"/>
          </p:cNvSpPr>
          <p:nvPr>
            <p:ph type="body"/>
          </p:nvPr>
        </p:nvSpPr>
        <p:spPr>
          <a:xfrm>
            <a:off x="616680" y="1602720"/>
            <a:ext cx="335916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PlaceHolder 3"/>
          <p:cNvSpPr>
            <a:spLocks noGrp="1"/>
          </p:cNvSpPr>
          <p:nvPr>
            <p:ph type="body"/>
          </p:nvPr>
        </p:nvSpPr>
        <p:spPr>
          <a:xfrm>
            <a:off x="616680" y="3121920"/>
            <a:ext cx="335916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PlaceHolder 1"/>
          <p:cNvSpPr>
            <a:spLocks noGrp="1"/>
          </p:cNvSpPr>
          <p:nvPr>
            <p:ph type="title"/>
          </p:nvPr>
        </p:nvSpPr>
        <p:spPr>
          <a:xfrm>
            <a:off x="603000" y="344160"/>
            <a:ext cx="3817080" cy="8485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PlaceHolder 2"/>
          <p:cNvSpPr>
            <a:spLocks noGrp="1"/>
          </p:cNvSpPr>
          <p:nvPr>
            <p:ph type="body"/>
          </p:nvPr>
        </p:nvSpPr>
        <p:spPr>
          <a:xfrm>
            <a:off x="616680" y="1602720"/>
            <a:ext cx="163908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PlaceHolder 3"/>
          <p:cNvSpPr>
            <a:spLocks noGrp="1"/>
          </p:cNvSpPr>
          <p:nvPr>
            <p:ph type="body"/>
          </p:nvPr>
        </p:nvSpPr>
        <p:spPr>
          <a:xfrm>
            <a:off x="2338200" y="1602720"/>
            <a:ext cx="163908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PlaceHolder 4"/>
          <p:cNvSpPr>
            <a:spLocks noGrp="1"/>
          </p:cNvSpPr>
          <p:nvPr>
            <p:ph type="body"/>
          </p:nvPr>
        </p:nvSpPr>
        <p:spPr>
          <a:xfrm>
            <a:off x="616680" y="3121920"/>
            <a:ext cx="163908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PlaceHolder 5"/>
          <p:cNvSpPr>
            <a:spLocks noGrp="1"/>
          </p:cNvSpPr>
          <p:nvPr>
            <p:ph type="body"/>
          </p:nvPr>
        </p:nvSpPr>
        <p:spPr>
          <a:xfrm>
            <a:off x="2338200" y="3121920"/>
            <a:ext cx="163908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PlaceHolder 1"/>
          <p:cNvSpPr>
            <a:spLocks noGrp="1"/>
          </p:cNvSpPr>
          <p:nvPr>
            <p:ph type="title"/>
          </p:nvPr>
        </p:nvSpPr>
        <p:spPr>
          <a:xfrm>
            <a:off x="603000" y="344160"/>
            <a:ext cx="3817080" cy="8485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PlaceHolder 2"/>
          <p:cNvSpPr>
            <a:spLocks noGrp="1"/>
          </p:cNvSpPr>
          <p:nvPr>
            <p:ph type="body"/>
          </p:nvPr>
        </p:nvSpPr>
        <p:spPr>
          <a:xfrm>
            <a:off x="616680" y="1602720"/>
            <a:ext cx="108144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PlaceHolder 3"/>
          <p:cNvSpPr>
            <a:spLocks noGrp="1"/>
          </p:cNvSpPr>
          <p:nvPr>
            <p:ph type="body"/>
          </p:nvPr>
        </p:nvSpPr>
        <p:spPr>
          <a:xfrm>
            <a:off x="1752480" y="1602720"/>
            <a:ext cx="108144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PlaceHolder 4"/>
          <p:cNvSpPr>
            <a:spLocks noGrp="1"/>
          </p:cNvSpPr>
          <p:nvPr>
            <p:ph type="body"/>
          </p:nvPr>
        </p:nvSpPr>
        <p:spPr>
          <a:xfrm>
            <a:off x="2888640" y="1602720"/>
            <a:ext cx="108144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PlaceHolder 5"/>
          <p:cNvSpPr>
            <a:spLocks noGrp="1"/>
          </p:cNvSpPr>
          <p:nvPr>
            <p:ph type="body"/>
          </p:nvPr>
        </p:nvSpPr>
        <p:spPr>
          <a:xfrm>
            <a:off x="616680" y="3121920"/>
            <a:ext cx="108144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PlaceHolder 6"/>
          <p:cNvSpPr>
            <a:spLocks noGrp="1"/>
          </p:cNvSpPr>
          <p:nvPr>
            <p:ph type="body"/>
          </p:nvPr>
        </p:nvSpPr>
        <p:spPr>
          <a:xfrm>
            <a:off x="1752480" y="3121920"/>
            <a:ext cx="108144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PlaceHolder 7"/>
          <p:cNvSpPr>
            <a:spLocks noGrp="1"/>
          </p:cNvSpPr>
          <p:nvPr>
            <p:ph type="body"/>
          </p:nvPr>
        </p:nvSpPr>
        <p:spPr>
          <a:xfrm>
            <a:off x="2888640" y="3121920"/>
            <a:ext cx="108144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PlaceHolder 1"/>
          <p:cNvSpPr>
            <a:spLocks noGrp="1"/>
          </p:cNvSpPr>
          <p:nvPr>
            <p:ph type="title"/>
          </p:nvPr>
        </p:nvSpPr>
        <p:spPr>
          <a:xfrm>
            <a:off x="603000" y="344160"/>
            <a:ext cx="3817080" cy="8485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PlaceHolder 2"/>
          <p:cNvSpPr>
            <a:spLocks noGrp="1"/>
          </p:cNvSpPr>
          <p:nvPr>
            <p:ph type="subTitle"/>
          </p:nvPr>
        </p:nvSpPr>
        <p:spPr>
          <a:xfrm>
            <a:off x="616680" y="1602720"/>
            <a:ext cx="3359160" cy="29084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PlaceHolder 1"/>
          <p:cNvSpPr>
            <a:spLocks noGrp="1"/>
          </p:cNvSpPr>
          <p:nvPr>
            <p:ph type="title"/>
          </p:nvPr>
        </p:nvSpPr>
        <p:spPr>
          <a:xfrm>
            <a:off x="603000" y="344160"/>
            <a:ext cx="3817080" cy="8485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PlaceHolder 2"/>
          <p:cNvSpPr>
            <a:spLocks noGrp="1"/>
          </p:cNvSpPr>
          <p:nvPr>
            <p:ph type="body"/>
          </p:nvPr>
        </p:nvSpPr>
        <p:spPr>
          <a:xfrm>
            <a:off x="616680" y="1602720"/>
            <a:ext cx="3359160" cy="29084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PlaceHolder 1"/>
          <p:cNvSpPr>
            <a:spLocks noGrp="1"/>
          </p:cNvSpPr>
          <p:nvPr>
            <p:ph type="title"/>
          </p:nvPr>
        </p:nvSpPr>
        <p:spPr>
          <a:xfrm>
            <a:off x="603000" y="344160"/>
            <a:ext cx="3817080" cy="8485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PlaceHolder 2"/>
          <p:cNvSpPr>
            <a:spLocks noGrp="1"/>
          </p:cNvSpPr>
          <p:nvPr>
            <p:ph type="body"/>
          </p:nvPr>
        </p:nvSpPr>
        <p:spPr>
          <a:xfrm>
            <a:off x="616680" y="1602720"/>
            <a:ext cx="1639080" cy="29084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PlaceHolder 3"/>
          <p:cNvSpPr>
            <a:spLocks noGrp="1"/>
          </p:cNvSpPr>
          <p:nvPr>
            <p:ph type="body"/>
          </p:nvPr>
        </p:nvSpPr>
        <p:spPr>
          <a:xfrm>
            <a:off x="2338200" y="1602720"/>
            <a:ext cx="1639080" cy="29084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PlaceHolder 1"/>
          <p:cNvSpPr>
            <a:spLocks noGrp="1"/>
          </p:cNvSpPr>
          <p:nvPr>
            <p:ph type="title"/>
          </p:nvPr>
        </p:nvSpPr>
        <p:spPr>
          <a:xfrm>
            <a:off x="603000" y="344160"/>
            <a:ext cx="3817080" cy="8485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PlaceHolder 1"/>
          <p:cNvSpPr>
            <a:spLocks noGrp="1"/>
          </p:cNvSpPr>
          <p:nvPr>
            <p:ph type="subTitle"/>
          </p:nvPr>
        </p:nvSpPr>
        <p:spPr>
          <a:xfrm>
            <a:off x="603000" y="344160"/>
            <a:ext cx="3817080" cy="39344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PlaceHolder 1"/>
          <p:cNvSpPr>
            <a:spLocks noGrp="1"/>
          </p:cNvSpPr>
          <p:nvPr>
            <p:ph type="title"/>
          </p:nvPr>
        </p:nvSpPr>
        <p:spPr>
          <a:xfrm>
            <a:off x="603000" y="344160"/>
            <a:ext cx="3817080" cy="8485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PlaceHolder 2"/>
          <p:cNvSpPr>
            <a:spLocks noGrp="1"/>
          </p:cNvSpPr>
          <p:nvPr>
            <p:ph type="body"/>
          </p:nvPr>
        </p:nvSpPr>
        <p:spPr>
          <a:xfrm>
            <a:off x="616680" y="1602720"/>
            <a:ext cx="163908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PlaceHolder 3"/>
          <p:cNvSpPr>
            <a:spLocks noGrp="1"/>
          </p:cNvSpPr>
          <p:nvPr>
            <p:ph type="body"/>
          </p:nvPr>
        </p:nvSpPr>
        <p:spPr>
          <a:xfrm>
            <a:off x="2338200" y="1602720"/>
            <a:ext cx="1639080" cy="29084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PlaceHolder 4"/>
          <p:cNvSpPr>
            <a:spLocks noGrp="1"/>
          </p:cNvSpPr>
          <p:nvPr>
            <p:ph type="body"/>
          </p:nvPr>
        </p:nvSpPr>
        <p:spPr>
          <a:xfrm>
            <a:off x="616680" y="3121920"/>
            <a:ext cx="163908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PlaceHolder 1"/>
          <p:cNvSpPr>
            <a:spLocks noGrp="1"/>
          </p:cNvSpPr>
          <p:nvPr>
            <p:ph type="title"/>
          </p:nvPr>
        </p:nvSpPr>
        <p:spPr>
          <a:xfrm>
            <a:off x="603000" y="344160"/>
            <a:ext cx="3817080" cy="8485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" name="PlaceHolder 2"/>
          <p:cNvSpPr>
            <a:spLocks noGrp="1"/>
          </p:cNvSpPr>
          <p:nvPr>
            <p:ph type="body"/>
          </p:nvPr>
        </p:nvSpPr>
        <p:spPr>
          <a:xfrm>
            <a:off x="616680" y="1602720"/>
            <a:ext cx="1639080" cy="29084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PlaceHolder 3"/>
          <p:cNvSpPr>
            <a:spLocks noGrp="1"/>
          </p:cNvSpPr>
          <p:nvPr>
            <p:ph type="body"/>
          </p:nvPr>
        </p:nvSpPr>
        <p:spPr>
          <a:xfrm>
            <a:off x="2338200" y="1602720"/>
            <a:ext cx="163908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PlaceHolder 4"/>
          <p:cNvSpPr>
            <a:spLocks noGrp="1"/>
          </p:cNvSpPr>
          <p:nvPr>
            <p:ph type="body"/>
          </p:nvPr>
        </p:nvSpPr>
        <p:spPr>
          <a:xfrm>
            <a:off x="2338200" y="3121920"/>
            <a:ext cx="163908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PlaceHolder 1"/>
          <p:cNvSpPr>
            <a:spLocks noGrp="1"/>
          </p:cNvSpPr>
          <p:nvPr>
            <p:ph type="title"/>
          </p:nvPr>
        </p:nvSpPr>
        <p:spPr>
          <a:xfrm>
            <a:off x="603000" y="344160"/>
            <a:ext cx="3817080" cy="8485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PlaceHolder 2"/>
          <p:cNvSpPr>
            <a:spLocks noGrp="1"/>
          </p:cNvSpPr>
          <p:nvPr>
            <p:ph type="body"/>
          </p:nvPr>
        </p:nvSpPr>
        <p:spPr>
          <a:xfrm>
            <a:off x="616680" y="1602720"/>
            <a:ext cx="163908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PlaceHolder 3"/>
          <p:cNvSpPr>
            <a:spLocks noGrp="1"/>
          </p:cNvSpPr>
          <p:nvPr>
            <p:ph type="body"/>
          </p:nvPr>
        </p:nvSpPr>
        <p:spPr>
          <a:xfrm>
            <a:off x="2338200" y="1602720"/>
            <a:ext cx="163908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PlaceHolder 4"/>
          <p:cNvSpPr>
            <a:spLocks noGrp="1"/>
          </p:cNvSpPr>
          <p:nvPr>
            <p:ph type="body"/>
          </p:nvPr>
        </p:nvSpPr>
        <p:spPr>
          <a:xfrm>
            <a:off x="616680" y="3121920"/>
            <a:ext cx="335916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PlaceHolder 1"/>
          <p:cNvSpPr>
            <a:spLocks noGrp="1"/>
          </p:cNvSpPr>
          <p:nvPr>
            <p:ph type="title"/>
          </p:nvPr>
        </p:nvSpPr>
        <p:spPr>
          <a:xfrm>
            <a:off x="603000" y="344160"/>
            <a:ext cx="3817080" cy="8485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PlaceHolder 2"/>
          <p:cNvSpPr>
            <a:spLocks noGrp="1"/>
          </p:cNvSpPr>
          <p:nvPr>
            <p:ph type="body"/>
          </p:nvPr>
        </p:nvSpPr>
        <p:spPr>
          <a:xfrm>
            <a:off x="616680" y="1602720"/>
            <a:ext cx="335916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1" name="PlaceHolder 3"/>
          <p:cNvSpPr>
            <a:spLocks noGrp="1"/>
          </p:cNvSpPr>
          <p:nvPr>
            <p:ph type="body"/>
          </p:nvPr>
        </p:nvSpPr>
        <p:spPr>
          <a:xfrm>
            <a:off x="616680" y="3121920"/>
            <a:ext cx="335916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PlaceHolder 1"/>
          <p:cNvSpPr>
            <a:spLocks noGrp="1"/>
          </p:cNvSpPr>
          <p:nvPr>
            <p:ph type="title"/>
          </p:nvPr>
        </p:nvSpPr>
        <p:spPr>
          <a:xfrm>
            <a:off x="603000" y="344160"/>
            <a:ext cx="3817080" cy="8485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PlaceHolder 2"/>
          <p:cNvSpPr>
            <a:spLocks noGrp="1"/>
          </p:cNvSpPr>
          <p:nvPr>
            <p:ph type="body"/>
          </p:nvPr>
        </p:nvSpPr>
        <p:spPr>
          <a:xfrm>
            <a:off x="616680" y="1602720"/>
            <a:ext cx="163908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PlaceHolder 3"/>
          <p:cNvSpPr>
            <a:spLocks noGrp="1"/>
          </p:cNvSpPr>
          <p:nvPr>
            <p:ph type="body"/>
          </p:nvPr>
        </p:nvSpPr>
        <p:spPr>
          <a:xfrm>
            <a:off x="2338200" y="1602720"/>
            <a:ext cx="163908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PlaceHolder 4"/>
          <p:cNvSpPr>
            <a:spLocks noGrp="1"/>
          </p:cNvSpPr>
          <p:nvPr>
            <p:ph type="body"/>
          </p:nvPr>
        </p:nvSpPr>
        <p:spPr>
          <a:xfrm>
            <a:off x="616680" y="3121920"/>
            <a:ext cx="163908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PlaceHolder 5"/>
          <p:cNvSpPr>
            <a:spLocks noGrp="1"/>
          </p:cNvSpPr>
          <p:nvPr>
            <p:ph type="body"/>
          </p:nvPr>
        </p:nvSpPr>
        <p:spPr>
          <a:xfrm>
            <a:off x="2338200" y="3121920"/>
            <a:ext cx="163908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PlaceHolder 1"/>
          <p:cNvSpPr>
            <a:spLocks noGrp="1"/>
          </p:cNvSpPr>
          <p:nvPr>
            <p:ph type="title"/>
          </p:nvPr>
        </p:nvSpPr>
        <p:spPr>
          <a:xfrm>
            <a:off x="603000" y="344160"/>
            <a:ext cx="3817080" cy="8485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PlaceHolder 2"/>
          <p:cNvSpPr>
            <a:spLocks noGrp="1"/>
          </p:cNvSpPr>
          <p:nvPr>
            <p:ph type="body"/>
          </p:nvPr>
        </p:nvSpPr>
        <p:spPr>
          <a:xfrm>
            <a:off x="616680" y="1602720"/>
            <a:ext cx="108144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PlaceHolder 3"/>
          <p:cNvSpPr>
            <a:spLocks noGrp="1"/>
          </p:cNvSpPr>
          <p:nvPr>
            <p:ph type="body"/>
          </p:nvPr>
        </p:nvSpPr>
        <p:spPr>
          <a:xfrm>
            <a:off x="1752480" y="1602720"/>
            <a:ext cx="108144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PlaceHolder 4"/>
          <p:cNvSpPr>
            <a:spLocks noGrp="1"/>
          </p:cNvSpPr>
          <p:nvPr>
            <p:ph type="body"/>
          </p:nvPr>
        </p:nvSpPr>
        <p:spPr>
          <a:xfrm>
            <a:off x="2888640" y="1602720"/>
            <a:ext cx="108144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PlaceHolder 5"/>
          <p:cNvSpPr>
            <a:spLocks noGrp="1"/>
          </p:cNvSpPr>
          <p:nvPr>
            <p:ph type="body"/>
          </p:nvPr>
        </p:nvSpPr>
        <p:spPr>
          <a:xfrm>
            <a:off x="616680" y="3121920"/>
            <a:ext cx="108144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2" name="PlaceHolder 6"/>
          <p:cNvSpPr>
            <a:spLocks noGrp="1"/>
          </p:cNvSpPr>
          <p:nvPr>
            <p:ph type="body"/>
          </p:nvPr>
        </p:nvSpPr>
        <p:spPr>
          <a:xfrm>
            <a:off x="1752480" y="3121920"/>
            <a:ext cx="108144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" name="PlaceHolder 7"/>
          <p:cNvSpPr>
            <a:spLocks noGrp="1"/>
          </p:cNvSpPr>
          <p:nvPr>
            <p:ph type="body"/>
          </p:nvPr>
        </p:nvSpPr>
        <p:spPr>
          <a:xfrm>
            <a:off x="2888640" y="3121920"/>
            <a:ext cx="108144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PlaceHolder 1"/>
          <p:cNvSpPr>
            <a:spLocks noGrp="1"/>
          </p:cNvSpPr>
          <p:nvPr>
            <p:ph type="title"/>
          </p:nvPr>
        </p:nvSpPr>
        <p:spPr>
          <a:xfrm>
            <a:off x="603000" y="344160"/>
            <a:ext cx="3817080" cy="8485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7" name="PlaceHolder 2"/>
          <p:cNvSpPr>
            <a:spLocks noGrp="1"/>
          </p:cNvSpPr>
          <p:nvPr>
            <p:ph type="subTitle"/>
          </p:nvPr>
        </p:nvSpPr>
        <p:spPr>
          <a:xfrm>
            <a:off x="616680" y="1602720"/>
            <a:ext cx="3359160" cy="29084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PlaceHolder 1"/>
          <p:cNvSpPr>
            <a:spLocks noGrp="1"/>
          </p:cNvSpPr>
          <p:nvPr>
            <p:ph type="title"/>
          </p:nvPr>
        </p:nvSpPr>
        <p:spPr>
          <a:xfrm>
            <a:off x="603000" y="344160"/>
            <a:ext cx="3817080" cy="8485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" name="PlaceHolder 2"/>
          <p:cNvSpPr>
            <a:spLocks noGrp="1"/>
          </p:cNvSpPr>
          <p:nvPr>
            <p:ph type="body"/>
          </p:nvPr>
        </p:nvSpPr>
        <p:spPr>
          <a:xfrm>
            <a:off x="616680" y="1602720"/>
            <a:ext cx="3359160" cy="29084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PlaceHolder 1"/>
          <p:cNvSpPr>
            <a:spLocks noGrp="1"/>
          </p:cNvSpPr>
          <p:nvPr>
            <p:ph type="title"/>
          </p:nvPr>
        </p:nvSpPr>
        <p:spPr>
          <a:xfrm>
            <a:off x="603000" y="344160"/>
            <a:ext cx="3817080" cy="8485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1" name="PlaceHolder 2"/>
          <p:cNvSpPr>
            <a:spLocks noGrp="1"/>
          </p:cNvSpPr>
          <p:nvPr>
            <p:ph type="body"/>
          </p:nvPr>
        </p:nvSpPr>
        <p:spPr>
          <a:xfrm>
            <a:off x="616680" y="1602720"/>
            <a:ext cx="1639080" cy="29084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2" name="PlaceHolder 3"/>
          <p:cNvSpPr>
            <a:spLocks noGrp="1"/>
          </p:cNvSpPr>
          <p:nvPr>
            <p:ph type="body"/>
          </p:nvPr>
        </p:nvSpPr>
        <p:spPr>
          <a:xfrm>
            <a:off x="2338200" y="1602720"/>
            <a:ext cx="1639080" cy="29084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PlaceHolder 1"/>
          <p:cNvSpPr>
            <a:spLocks noGrp="1"/>
          </p:cNvSpPr>
          <p:nvPr>
            <p:ph type="title"/>
          </p:nvPr>
        </p:nvSpPr>
        <p:spPr>
          <a:xfrm>
            <a:off x="603000" y="344160"/>
            <a:ext cx="3817080" cy="8485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PlaceHolder 1"/>
          <p:cNvSpPr>
            <a:spLocks noGrp="1"/>
          </p:cNvSpPr>
          <p:nvPr>
            <p:ph type="subTitle"/>
          </p:nvPr>
        </p:nvSpPr>
        <p:spPr>
          <a:xfrm>
            <a:off x="603000" y="344160"/>
            <a:ext cx="3817080" cy="39344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PlaceHolder 1"/>
          <p:cNvSpPr>
            <a:spLocks noGrp="1"/>
          </p:cNvSpPr>
          <p:nvPr>
            <p:ph type="title"/>
          </p:nvPr>
        </p:nvSpPr>
        <p:spPr>
          <a:xfrm>
            <a:off x="603000" y="344160"/>
            <a:ext cx="3817080" cy="8485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6" name="PlaceHolder 2"/>
          <p:cNvSpPr>
            <a:spLocks noGrp="1"/>
          </p:cNvSpPr>
          <p:nvPr>
            <p:ph type="body"/>
          </p:nvPr>
        </p:nvSpPr>
        <p:spPr>
          <a:xfrm>
            <a:off x="616680" y="1602720"/>
            <a:ext cx="163908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7" name="PlaceHolder 3"/>
          <p:cNvSpPr>
            <a:spLocks noGrp="1"/>
          </p:cNvSpPr>
          <p:nvPr>
            <p:ph type="body"/>
          </p:nvPr>
        </p:nvSpPr>
        <p:spPr>
          <a:xfrm>
            <a:off x="2338200" y="1602720"/>
            <a:ext cx="1639080" cy="29084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8" name="PlaceHolder 4"/>
          <p:cNvSpPr>
            <a:spLocks noGrp="1"/>
          </p:cNvSpPr>
          <p:nvPr>
            <p:ph type="body"/>
          </p:nvPr>
        </p:nvSpPr>
        <p:spPr>
          <a:xfrm>
            <a:off x="616680" y="3121920"/>
            <a:ext cx="163908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PlaceHolder 1"/>
          <p:cNvSpPr>
            <a:spLocks noGrp="1"/>
          </p:cNvSpPr>
          <p:nvPr>
            <p:ph type="title"/>
          </p:nvPr>
        </p:nvSpPr>
        <p:spPr>
          <a:xfrm>
            <a:off x="603000" y="344160"/>
            <a:ext cx="3817080" cy="8485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0" name="PlaceHolder 2"/>
          <p:cNvSpPr>
            <a:spLocks noGrp="1"/>
          </p:cNvSpPr>
          <p:nvPr>
            <p:ph type="body"/>
          </p:nvPr>
        </p:nvSpPr>
        <p:spPr>
          <a:xfrm>
            <a:off x="616680" y="1602720"/>
            <a:ext cx="1639080" cy="29084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1" name="PlaceHolder 3"/>
          <p:cNvSpPr>
            <a:spLocks noGrp="1"/>
          </p:cNvSpPr>
          <p:nvPr>
            <p:ph type="body"/>
          </p:nvPr>
        </p:nvSpPr>
        <p:spPr>
          <a:xfrm>
            <a:off x="2338200" y="1602720"/>
            <a:ext cx="163908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2" name="PlaceHolder 4"/>
          <p:cNvSpPr>
            <a:spLocks noGrp="1"/>
          </p:cNvSpPr>
          <p:nvPr>
            <p:ph type="body"/>
          </p:nvPr>
        </p:nvSpPr>
        <p:spPr>
          <a:xfrm>
            <a:off x="2338200" y="3121920"/>
            <a:ext cx="163908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PlaceHolder 1"/>
          <p:cNvSpPr>
            <a:spLocks noGrp="1"/>
          </p:cNvSpPr>
          <p:nvPr>
            <p:ph type="title"/>
          </p:nvPr>
        </p:nvSpPr>
        <p:spPr>
          <a:xfrm>
            <a:off x="603000" y="344160"/>
            <a:ext cx="3817080" cy="8485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4" name="PlaceHolder 2"/>
          <p:cNvSpPr>
            <a:spLocks noGrp="1"/>
          </p:cNvSpPr>
          <p:nvPr>
            <p:ph type="body"/>
          </p:nvPr>
        </p:nvSpPr>
        <p:spPr>
          <a:xfrm>
            <a:off x="616680" y="1602720"/>
            <a:ext cx="163908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5" name="PlaceHolder 3"/>
          <p:cNvSpPr>
            <a:spLocks noGrp="1"/>
          </p:cNvSpPr>
          <p:nvPr>
            <p:ph type="body"/>
          </p:nvPr>
        </p:nvSpPr>
        <p:spPr>
          <a:xfrm>
            <a:off x="2338200" y="1602720"/>
            <a:ext cx="163908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6" name="PlaceHolder 4"/>
          <p:cNvSpPr>
            <a:spLocks noGrp="1"/>
          </p:cNvSpPr>
          <p:nvPr>
            <p:ph type="body"/>
          </p:nvPr>
        </p:nvSpPr>
        <p:spPr>
          <a:xfrm>
            <a:off x="616680" y="3121920"/>
            <a:ext cx="335916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PlaceHolder 1"/>
          <p:cNvSpPr>
            <a:spLocks noGrp="1"/>
          </p:cNvSpPr>
          <p:nvPr>
            <p:ph type="title"/>
          </p:nvPr>
        </p:nvSpPr>
        <p:spPr>
          <a:xfrm>
            <a:off x="603000" y="344160"/>
            <a:ext cx="3817080" cy="8485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8" name="PlaceHolder 2"/>
          <p:cNvSpPr>
            <a:spLocks noGrp="1"/>
          </p:cNvSpPr>
          <p:nvPr>
            <p:ph type="body"/>
          </p:nvPr>
        </p:nvSpPr>
        <p:spPr>
          <a:xfrm>
            <a:off x="616680" y="1602720"/>
            <a:ext cx="335916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9" name="PlaceHolder 3"/>
          <p:cNvSpPr>
            <a:spLocks noGrp="1"/>
          </p:cNvSpPr>
          <p:nvPr>
            <p:ph type="body"/>
          </p:nvPr>
        </p:nvSpPr>
        <p:spPr>
          <a:xfrm>
            <a:off x="616680" y="3121920"/>
            <a:ext cx="335916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PlaceHolder 1"/>
          <p:cNvSpPr>
            <a:spLocks noGrp="1"/>
          </p:cNvSpPr>
          <p:nvPr>
            <p:ph type="title"/>
          </p:nvPr>
        </p:nvSpPr>
        <p:spPr>
          <a:xfrm>
            <a:off x="603000" y="344160"/>
            <a:ext cx="3817080" cy="8485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1" name="PlaceHolder 2"/>
          <p:cNvSpPr>
            <a:spLocks noGrp="1"/>
          </p:cNvSpPr>
          <p:nvPr>
            <p:ph type="body"/>
          </p:nvPr>
        </p:nvSpPr>
        <p:spPr>
          <a:xfrm>
            <a:off x="616680" y="1602720"/>
            <a:ext cx="163908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2" name="PlaceHolder 3"/>
          <p:cNvSpPr>
            <a:spLocks noGrp="1"/>
          </p:cNvSpPr>
          <p:nvPr>
            <p:ph type="body"/>
          </p:nvPr>
        </p:nvSpPr>
        <p:spPr>
          <a:xfrm>
            <a:off x="2338200" y="1602720"/>
            <a:ext cx="163908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3" name="PlaceHolder 4"/>
          <p:cNvSpPr>
            <a:spLocks noGrp="1"/>
          </p:cNvSpPr>
          <p:nvPr>
            <p:ph type="body"/>
          </p:nvPr>
        </p:nvSpPr>
        <p:spPr>
          <a:xfrm>
            <a:off x="616680" y="3121920"/>
            <a:ext cx="163908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4" name="PlaceHolder 5"/>
          <p:cNvSpPr>
            <a:spLocks noGrp="1"/>
          </p:cNvSpPr>
          <p:nvPr>
            <p:ph type="body"/>
          </p:nvPr>
        </p:nvSpPr>
        <p:spPr>
          <a:xfrm>
            <a:off x="2338200" y="3121920"/>
            <a:ext cx="163908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PlaceHolder 1"/>
          <p:cNvSpPr>
            <a:spLocks noGrp="1"/>
          </p:cNvSpPr>
          <p:nvPr>
            <p:ph type="title"/>
          </p:nvPr>
        </p:nvSpPr>
        <p:spPr>
          <a:xfrm>
            <a:off x="603000" y="344160"/>
            <a:ext cx="3817080" cy="8485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6" name="PlaceHolder 2"/>
          <p:cNvSpPr>
            <a:spLocks noGrp="1"/>
          </p:cNvSpPr>
          <p:nvPr>
            <p:ph type="body"/>
          </p:nvPr>
        </p:nvSpPr>
        <p:spPr>
          <a:xfrm>
            <a:off x="616680" y="1602720"/>
            <a:ext cx="108144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7" name="PlaceHolder 3"/>
          <p:cNvSpPr>
            <a:spLocks noGrp="1"/>
          </p:cNvSpPr>
          <p:nvPr>
            <p:ph type="body"/>
          </p:nvPr>
        </p:nvSpPr>
        <p:spPr>
          <a:xfrm>
            <a:off x="1752480" y="1602720"/>
            <a:ext cx="108144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8" name="PlaceHolder 4"/>
          <p:cNvSpPr>
            <a:spLocks noGrp="1"/>
          </p:cNvSpPr>
          <p:nvPr>
            <p:ph type="body"/>
          </p:nvPr>
        </p:nvSpPr>
        <p:spPr>
          <a:xfrm>
            <a:off x="2888640" y="1602720"/>
            <a:ext cx="108144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9" name="PlaceHolder 5"/>
          <p:cNvSpPr>
            <a:spLocks noGrp="1"/>
          </p:cNvSpPr>
          <p:nvPr>
            <p:ph type="body"/>
          </p:nvPr>
        </p:nvSpPr>
        <p:spPr>
          <a:xfrm>
            <a:off x="616680" y="3121920"/>
            <a:ext cx="108144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0" name="PlaceHolder 6"/>
          <p:cNvSpPr>
            <a:spLocks noGrp="1"/>
          </p:cNvSpPr>
          <p:nvPr>
            <p:ph type="body"/>
          </p:nvPr>
        </p:nvSpPr>
        <p:spPr>
          <a:xfrm>
            <a:off x="1752480" y="3121920"/>
            <a:ext cx="108144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1" name="PlaceHolder 7"/>
          <p:cNvSpPr>
            <a:spLocks noGrp="1"/>
          </p:cNvSpPr>
          <p:nvPr>
            <p:ph type="body"/>
          </p:nvPr>
        </p:nvSpPr>
        <p:spPr>
          <a:xfrm>
            <a:off x="2888640" y="3121920"/>
            <a:ext cx="108144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PlaceHolder 1"/>
          <p:cNvSpPr>
            <a:spLocks noGrp="1"/>
          </p:cNvSpPr>
          <p:nvPr>
            <p:ph type="title"/>
          </p:nvPr>
        </p:nvSpPr>
        <p:spPr>
          <a:xfrm>
            <a:off x="603000" y="344160"/>
            <a:ext cx="3817080" cy="8485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5" name="PlaceHolder 2"/>
          <p:cNvSpPr>
            <a:spLocks noGrp="1"/>
          </p:cNvSpPr>
          <p:nvPr>
            <p:ph type="subTitle"/>
          </p:nvPr>
        </p:nvSpPr>
        <p:spPr>
          <a:xfrm>
            <a:off x="616680" y="1602720"/>
            <a:ext cx="3359160" cy="29084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PlaceHolder 1"/>
          <p:cNvSpPr>
            <a:spLocks noGrp="1"/>
          </p:cNvSpPr>
          <p:nvPr>
            <p:ph type="title"/>
          </p:nvPr>
        </p:nvSpPr>
        <p:spPr>
          <a:xfrm>
            <a:off x="603000" y="344160"/>
            <a:ext cx="3817080" cy="8485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7" name="PlaceHolder 2"/>
          <p:cNvSpPr>
            <a:spLocks noGrp="1"/>
          </p:cNvSpPr>
          <p:nvPr>
            <p:ph type="body"/>
          </p:nvPr>
        </p:nvSpPr>
        <p:spPr>
          <a:xfrm>
            <a:off x="616680" y="1602720"/>
            <a:ext cx="3359160" cy="29084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PlaceHolder 1"/>
          <p:cNvSpPr>
            <a:spLocks noGrp="1"/>
          </p:cNvSpPr>
          <p:nvPr>
            <p:ph type="title"/>
          </p:nvPr>
        </p:nvSpPr>
        <p:spPr>
          <a:xfrm>
            <a:off x="603000" y="344160"/>
            <a:ext cx="3817080" cy="8485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9" name="PlaceHolder 2"/>
          <p:cNvSpPr>
            <a:spLocks noGrp="1"/>
          </p:cNvSpPr>
          <p:nvPr>
            <p:ph type="body"/>
          </p:nvPr>
        </p:nvSpPr>
        <p:spPr>
          <a:xfrm>
            <a:off x="616680" y="1602720"/>
            <a:ext cx="1639080" cy="29084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0" name="PlaceHolder 3"/>
          <p:cNvSpPr>
            <a:spLocks noGrp="1"/>
          </p:cNvSpPr>
          <p:nvPr>
            <p:ph type="body"/>
          </p:nvPr>
        </p:nvSpPr>
        <p:spPr>
          <a:xfrm>
            <a:off x="2338200" y="1602720"/>
            <a:ext cx="1639080" cy="29084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PlaceHolder 1"/>
          <p:cNvSpPr>
            <a:spLocks noGrp="1"/>
          </p:cNvSpPr>
          <p:nvPr>
            <p:ph type="title"/>
          </p:nvPr>
        </p:nvSpPr>
        <p:spPr>
          <a:xfrm>
            <a:off x="603000" y="344160"/>
            <a:ext cx="3817080" cy="8485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PlaceHolder 1"/>
          <p:cNvSpPr>
            <a:spLocks noGrp="1"/>
          </p:cNvSpPr>
          <p:nvPr>
            <p:ph type="subTitle"/>
          </p:nvPr>
        </p:nvSpPr>
        <p:spPr>
          <a:xfrm>
            <a:off x="603000" y="344160"/>
            <a:ext cx="3817080" cy="39344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PlaceHolder 1"/>
          <p:cNvSpPr>
            <a:spLocks noGrp="1"/>
          </p:cNvSpPr>
          <p:nvPr>
            <p:ph type="title"/>
          </p:nvPr>
        </p:nvSpPr>
        <p:spPr>
          <a:xfrm>
            <a:off x="603000" y="344160"/>
            <a:ext cx="3817080" cy="8485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4" name="PlaceHolder 2"/>
          <p:cNvSpPr>
            <a:spLocks noGrp="1"/>
          </p:cNvSpPr>
          <p:nvPr>
            <p:ph type="body"/>
          </p:nvPr>
        </p:nvSpPr>
        <p:spPr>
          <a:xfrm>
            <a:off x="616680" y="1602720"/>
            <a:ext cx="163908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5" name="PlaceHolder 3"/>
          <p:cNvSpPr>
            <a:spLocks noGrp="1"/>
          </p:cNvSpPr>
          <p:nvPr>
            <p:ph type="body"/>
          </p:nvPr>
        </p:nvSpPr>
        <p:spPr>
          <a:xfrm>
            <a:off x="2338200" y="1602720"/>
            <a:ext cx="1639080" cy="29084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6" name="PlaceHolder 4"/>
          <p:cNvSpPr>
            <a:spLocks noGrp="1"/>
          </p:cNvSpPr>
          <p:nvPr>
            <p:ph type="body"/>
          </p:nvPr>
        </p:nvSpPr>
        <p:spPr>
          <a:xfrm>
            <a:off x="616680" y="3121920"/>
            <a:ext cx="163908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PlaceHolder 1"/>
          <p:cNvSpPr>
            <a:spLocks noGrp="1"/>
          </p:cNvSpPr>
          <p:nvPr>
            <p:ph type="title"/>
          </p:nvPr>
        </p:nvSpPr>
        <p:spPr>
          <a:xfrm>
            <a:off x="603000" y="344160"/>
            <a:ext cx="3817080" cy="8485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8" name="PlaceHolder 2"/>
          <p:cNvSpPr>
            <a:spLocks noGrp="1"/>
          </p:cNvSpPr>
          <p:nvPr>
            <p:ph type="body"/>
          </p:nvPr>
        </p:nvSpPr>
        <p:spPr>
          <a:xfrm>
            <a:off x="616680" y="1602720"/>
            <a:ext cx="1639080" cy="29084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9" name="PlaceHolder 3"/>
          <p:cNvSpPr>
            <a:spLocks noGrp="1"/>
          </p:cNvSpPr>
          <p:nvPr>
            <p:ph type="body"/>
          </p:nvPr>
        </p:nvSpPr>
        <p:spPr>
          <a:xfrm>
            <a:off x="2338200" y="1602720"/>
            <a:ext cx="163908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0" name="PlaceHolder 4"/>
          <p:cNvSpPr>
            <a:spLocks noGrp="1"/>
          </p:cNvSpPr>
          <p:nvPr>
            <p:ph type="body"/>
          </p:nvPr>
        </p:nvSpPr>
        <p:spPr>
          <a:xfrm>
            <a:off x="2338200" y="3121920"/>
            <a:ext cx="163908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PlaceHolder 1"/>
          <p:cNvSpPr>
            <a:spLocks noGrp="1"/>
          </p:cNvSpPr>
          <p:nvPr>
            <p:ph type="title"/>
          </p:nvPr>
        </p:nvSpPr>
        <p:spPr>
          <a:xfrm>
            <a:off x="603000" y="344160"/>
            <a:ext cx="3817080" cy="8485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2" name="PlaceHolder 2"/>
          <p:cNvSpPr>
            <a:spLocks noGrp="1"/>
          </p:cNvSpPr>
          <p:nvPr>
            <p:ph type="body"/>
          </p:nvPr>
        </p:nvSpPr>
        <p:spPr>
          <a:xfrm>
            <a:off x="616680" y="1602720"/>
            <a:ext cx="163908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3" name="PlaceHolder 3"/>
          <p:cNvSpPr>
            <a:spLocks noGrp="1"/>
          </p:cNvSpPr>
          <p:nvPr>
            <p:ph type="body"/>
          </p:nvPr>
        </p:nvSpPr>
        <p:spPr>
          <a:xfrm>
            <a:off x="2338200" y="1602720"/>
            <a:ext cx="163908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4" name="PlaceHolder 4"/>
          <p:cNvSpPr>
            <a:spLocks noGrp="1"/>
          </p:cNvSpPr>
          <p:nvPr>
            <p:ph type="body"/>
          </p:nvPr>
        </p:nvSpPr>
        <p:spPr>
          <a:xfrm>
            <a:off x="616680" y="3121920"/>
            <a:ext cx="335916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PlaceHolder 1"/>
          <p:cNvSpPr>
            <a:spLocks noGrp="1"/>
          </p:cNvSpPr>
          <p:nvPr>
            <p:ph type="title"/>
          </p:nvPr>
        </p:nvSpPr>
        <p:spPr>
          <a:xfrm>
            <a:off x="603000" y="344160"/>
            <a:ext cx="3817080" cy="8485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6" name="PlaceHolder 2"/>
          <p:cNvSpPr>
            <a:spLocks noGrp="1"/>
          </p:cNvSpPr>
          <p:nvPr>
            <p:ph type="body"/>
          </p:nvPr>
        </p:nvSpPr>
        <p:spPr>
          <a:xfrm>
            <a:off x="616680" y="1602720"/>
            <a:ext cx="335916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7" name="PlaceHolder 3"/>
          <p:cNvSpPr>
            <a:spLocks noGrp="1"/>
          </p:cNvSpPr>
          <p:nvPr>
            <p:ph type="body"/>
          </p:nvPr>
        </p:nvSpPr>
        <p:spPr>
          <a:xfrm>
            <a:off x="616680" y="3121920"/>
            <a:ext cx="335916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PlaceHolder 1"/>
          <p:cNvSpPr>
            <a:spLocks noGrp="1"/>
          </p:cNvSpPr>
          <p:nvPr>
            <p:ph type="title"/>
          </p:nvPr>
        </p:nvSpPr>
        <p:spPr>
          <a:xfrm>
            <a:off x="603000" y="344160"/>
            <a:ext cx="3817080" cy="8485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9" name="PlaceHolder 2"/>
          <p:cNvSpPr>
            <a:spLocks noGrp="1"/>
          </p:cNvSpPr>
          <p:nvPr>
            <p:ph type="body"/>
          </p:nvPr>
        </p:nvSpPr>
        <p:spPr>
          <a:xfrm>
            <a:off x="616680" y="1602720"/>
            <a:ext cx="163908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0" name="PlaceHolder 3"/>
          <p:cNvSpPr>
            <a:spLocks noGrp="1"/>
          </p:cNvSpPr>
          <p:nvPr>
            <p:ph type="body"/>
          </p:nvPr>
        </p:nvSpPr>
        <p:spPr>
          <a:xfrm>
            <a:off x="2338200" y="1602720"/>
            <a:ext cx="163908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1" name="PlaceHolder 4"/>
          <p:cNvSpPr>
            <a:spLocks noGrp="1"/>
          </p:cNvSpPr>
          <p:nvPr>
            <p:ph type="body"/>
          </p:nvPr>
        </p:nvSpPr>
        <p:spPr>
          <a:xfrm>
            <a:off x="616680" y="3121920"/>
            <a:ext cx="163908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2" name="PlaceHolder 5"/>
          <p:cNvSpPr>
            <a:spLocks noGrp="1"/>
          </p:cNvSpPr>
          <p:nvPr>
            <p:ph type="body"/>
          </p:nvPr>
        </p:nvSpPr>
        <p:spPr>
          <a:xfrm>
            <a:off x="2338200" y="3121920"/>
            <a:ext cx="163908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PlaceHolder 1"/>
          <p:cNvSpPr>
            <a:spLocks noGrp="1"/>
          </p:cNvSpPr>
          <p:nvPr>
            <p:ph type="title"/>
          </p:nvPr>
        </p:nvSpPr>
        <p:spPr>
          <a:xfrm>
            <a:off x="603000" y="344160"/>
            <a:ext cx="3817080" cy="84852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4" name="PlaceHolder 2"/>
          <p:cNvSpPr>
            <a:spLocks noGrp="1"/>
          </p:cNvSpPr>
          <p:nvPr>
            <p:ph type="body"/>
          </p:nvPr>
        </p:nvSpPr>
        <p:spPr>
          <a:xfrm>
            <a:off x="616680" y="1602720"/>
            <a:ext cx="108144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5" name="PlaceHolder 3"/>
          <p:cNvSpPr>
            <a:spLocks noGrp="1"/>
          </p:cNvSpPr>
          <p:nvPr>
            <p:ph type="body"/>
          </p:nvPr>
        </p:nvSpPr>
        <p:spPr>
          <a:xfrm>
            <a:off x="1752480" y="1602720"/>
            <a:ext cx="108144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6" name="PlaceHolder 4"/>
          <p:cNvSpPr>
            <a:spLocks noGrp="1"/>
          </p:cNvSpPr>
          <p:nvPr>
            <p:ph type="body"/>
          </p:nvPr>
        </p:nvSpPr>
        <p:spPr>
          <a:xfrm>
            <a:off x="2888640" y="1602720"/>
            <a:ext cx="108144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7" name="PlaceHolder 5"/>
          <p:cNvSpPr>
            <a:spLocks noGrp="1"/>
          </p:cNvSpPr>
          <p:nvPr>
            <p:ph type="body"/>
          </p:nvPr>
        </p:nvSpPr>
        <p:spPr>
          <a:xfrm>
            <a:off x="616680" y="3121920"/>
            <a:ext cx="108144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8" name="PlaceHolder 6"/>
          <p:cNvSpPr>
            <a:spLocks noGrp="1"/>
          </p:cNvSpPr>
          <p:nvPr>
            <p:ph type="body"/>
          </p:nvPr>
        </p:nvSpPr>
        <p:spPr>
          <a:xfrm>
            <a:off x="1752480" y="3121920"/>
            <a:ext cx="108144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9" name="PlaceHolder 7"/>
          <p:cNvSpPr>
            <a:spLocks noGrp="1"/>
          </p:cNvSpPr>
          <p:nvPr>
            <p:ph type="body"/>
          </p:nvPr>
        </p:nvSpPr>
        <p:spPr>
          <a:xfrm>
            <a:off x="2888640" y="3121920"/>
            <a:ext cx="1081440" cy="1387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slideLayout" Target="../slideLayouts/slideLayout60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8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7.xml"/><Relationship Id="rId12" Type="http://schemas.openxmlformats.org/officeDocument/2006/relationships/slideLayout" Target="../slideLayouts/slideLayout72.xml"/><Relationship Id="rId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61.xml"/><Relationship Id="rId6" Type="http://schemas.openxmlformats.org/officeDocument/2006/relationships/slideLayout" Target="../slideLayouts/slideLayout66.xml"/><Relationship Id="rId11" Type="http://schemas.openxmlformats.org/officeDocument/2006/relationships/slideLayout" Target="../slideLayouts/slideLayout71.xml"/><Relationship Id="rId5" Type="http://schemas.openxmlformats.org/officeDocument/2006/relationships/slideLayout" Target="../slideLayouts/slideLayout65.xml"/><Relationship Id="rId10" Type="http://schemas.openxmlformats.org/officeDocument/2006/relationships/slideLayout" Target="../slideLayouts/slideLayout70.xml"/><Relationship Id="rId4" Type="http://schemas.openxmlformats.org/officeDocument/2006/relationships/slideLayout" Target="../slideLayouts/slideLayout64.xml"/><Relationship Id="rId9" Type="http://schemas.openxmlformats.org/officeDocument/2006/relationships/slideLayout" Target="../slideLayouts/slideLayout69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0.xml"/><Relationship Id="rId13" Type="http://schemas.openxmlformats.org/officeDocument/2006/relationships/theme" Target="../theme/theme7.xml"/><Relationship Id="rId3" Type="http://schemas.openxmlformats.org/officeDocument/2006/relationships/slideLayout" Target="../slideLayouts/slideLayout75.xml"/><Relationship Id="rId7" Type="http://schemas.openxmlformats.org/officeDocument/2006/relationships/slideLayout" Target="../slideLayouts/slideLayout79.xml"/><Relationship Id="rId12" Type="http://schemas.openxmlformats.org/officeDocument/2006/relationships/slideLayout" Target="../slideLayouts/slideLayout84.xml"/><Relationship Id="rId2" Type="http://schemas.openxmlformats.org/officeDocument/2006/relationships/slideLayout" Target="../slideLayouts/slideLayout74.xml"/><Relationship Id="rId1" Type="http://schemas.openxmlformats.org/officeDocument/2006/relationships/slideLayout" Target="../slideLayouts/slideLayout73.xml"/><Relationship Id="rId6" Type="http://schemas.openxmlformats.org/officeDocument/2006/relationships/slideLayout" Target="../slideLayouts/slideLayout78.xml"/><Relationship Id="rId11" Type="http://schemas.openxmlformats.org/officeDocument/2006/relationships/slideLayout" Target="../slideLayouts/slideLayout83.xml"/><Relationship Id="rId5" Type="http://schemas.openxmlformats.org/officeDocument/2006/relationships/slideLayout" Target="../slideLayouts/slideLayout77.xml"/><Relationship Id="rId10" Type="http://schemas.openxmlformats.org/officeDocument/2006/relationships/slideLayout" Target="../slideLayouts/slideLayout82.xml"/><Relationship Id="rId4" Type="http://schemas.openxmlformats.org/officeDocument/2006/relationships/slideLayout" Target="../slideLayouts/slideLayout76.xml"/><Relationship Id="rId9" Type="http://schemas.openxmlformats.org/officeDocument/2006/relationships/slideLayout" Target="../slideLayouts/slideLayout81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2.xml"/><Relationship Id="rId13" Type="http://schemas.openxmlformats.org/officeDocument/2006/relationships/theme" Target="../theme/theme8.xml"/><Relationship Id="rId3" Type="http://schemas.openxmlformats.org/officeDocument/2006/relationships/slideLayout" Target="../slideLayouts/slideLayout87.xml"/><Relationship Id="rId7" Type="http://schemas.openxmlformats.org/officeDocument/2006/relationships/slideLayout" Target="../slideLayouts/slideLayout91.xml"/><Relationship Id="rId12" Type="http://schemas.openxmlformats.org/officeDocument/2006/relationships/slideLayout" Target="../slideLayouts/slideLayout96.xml"/><Relationship Id="rId2" Type="http://schemas.openxmlformats.org/officeDocument/2006/relationships/slideLayout" Target="../slideLayouts/slideLayout86.xml"/><Relationship Id="rId1" Type="http://schemas.openxmlformats.org/officeDocument/2006/relationships/slideLayout" Target="../slideLayouts/slideLayout85.xml"/><Relationship Id="rId6" Type="http://schemas.openxmlformats.org/officeDocument/2006/relationships/slideLayout" Target="../slideLayouts/slideLayout90.xml"/><Relationship Id="rId11" Type="http://schemas.openxmlformats.org/officeDocument/2006/relationships/slideLayout" Target="../slideLayouts/slideLayout95.xml"/><Relationship Id="rId5" Type="http://schemas.openxmlformats.org/officeDocument/2006/relationships/slideLayout" Target="../slideLayouts/slideLayout89.xml"/><Relationship Id="rId10" Type="http://schemas.openxmlformats.org/officeDocument/2006/relationships/slideLayout" Target="../slideLayouts/slideLayout94.xml"/><Relationship Id="rId4" Type="http://schemas.openxmlformats.org/officeDocument/2006/relationships/slideLayout" Target="../slideLayouts/slideLayout88.xml"/><Relationship Id="rId9" Type="http://schemas.openxmlformats.org/officeDocument/2006/relationships/slideLayout" Target="../slideLayouts/slideLayout93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4.xml"/><Relationship Id="rId13" Type="http://schemas.openxmlformats.org/officeDocument/2006/relationships/theme" Target="../theme/theme9.xml"/><Relationship Id="rId3" Type="http://schemas.openxmlformats.org/officeDocument/2006/relationships/slideLayout" Target="../slideLayouts/slideLayout99.xml"/><Relationship Id="rId7" Type="http://schemas.openxmlformats.org/officeDocument/2006/relationships/slideLayout" Target="../slideLayouts/slideLayout103.xml"/><Relationship Id="rId12" Type="http://schemas.openxmlformats.org/officeDocument/2006/relationships/slideLayout" Target="../slideLayouts/slideLayout108.xml"/><Relationship Id="rId2" Type="http://schemas.openxmlformats.org/officeDocument/2006/relationships/slideLayout" Target="../slideLayouts/slideLayout98.xml"/><Relationship Id="rId1" Type="http://schemas.openxmlformats.org/officeDocument/2006/relationships/slideLayout" Target="../slideLayouts/slideLayout97.xml"/><Relationship Id="rId6" Type="http://schemas.openxmlformats.org/officeDocument/2006/relationships/slideLayout" Target="../slideLayouts/slideLayout102.xml"/><Relationship Id="rId11" Type="http://schemas.openxmlformats.org/officeDocument/2006/relationships/slideLayout" Target="../slideLayouts/slideLayout107.xml"/><Relationship Id="rId5" Type="http://schemas.openxmlformats.org/officeDocument/2006/relationships/slideLayout" Target="../slideLayouts/slideLayout101.xml"/><Relationship Id="rId10" Type="http://schemas.openxmlformats.org/officeDocument/2006/relationships/slideLayout" Target="../slideLayouts/slideLayout106.xml"/><Relationship Id="rId4" Type="http://schemas.openxmlformats.org/officeDocument/2006/relationships/slideLayout" Target="../slideLayouts/slideLayout100.xml"/><Relationship Id="rId9" Type="http://schemas.openxmlformats.org/officeDocument/2006/relationships/slideLayout" Target="../slideLayouts/slideLayout105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6.xml"/><Relationship Id="rId13" Type="http://schemas.openxmlformats.org/officeDocument/2006/relationships/theme" Target="../theme/theme10.xml"/><Relationship Id="rId3" Type="http://schemas.openxmlformats.org/officeDocument/2006/relationships/slideLayout" Target="../slideLayouts/slideLayout111.xml"/><Relationship Id="rId7" Type="http://schemas.openxmlformats.org/officeDocument/2006/relationships/slideLayout" Target="../slideLayouts/slideLayout115.xml"/><Relationship Id="rId12" Type="http://schemas.openxmlformats.org/officeDocument/2006/relationships/slideLayout" Target="../slideLayouts/slideLayout120.xml"/><Relationship Id="rId2" Type="http://schemas.openxmlformats.org/officeDocument/2006/relationships/slideLayout" Target="../slideLayouts/slideLayout110.xml"/><Relationship Id="rId1" Type="http://schemas.openxmlformats.org/officeDocument/2006/relationships/slideLayout" Target="../slideLayouts/slideLayout109.xml"/><Relationship Id="rId6" Type="http://schemas.openxmlformats.org/officeDocument/2006/relationships/slideLayout" Target="../slideLayouts/slideLayout114.xml"/><Relationship Id="rId11" Type="http://schemas.openxmlformats.org/officeDocument/2006/relationships/slideLayout" Target="../slideLayouts/slideLayout119.xml"/><Relationship Id="rId5" Type="http://schemas.openxmlformats.org/officeDocument/2006/relationships/slideLayout" Target="../slideLayouts/slideLayout113.xml"/><Relationship Id="rId10" Type="http://schemas.openxmlformats.org/officeDocument/2006/relationships/slideLayout" Target="../slideLayouts/slideLayout118.xml"/><Relationship Id="rId4" Type="http://schemas.openxmlformats.org/officeDocument/2006/relationships/slideLayout" Target="../slideLayouts/slideLayout112.xml"/><Relationship Id="rId9" Type="http://schemas.openxmlformats.org/officeDocument/2006/relationships/slideLayout" Target="../slideLayouts/slideLayout117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8.xml"/><Relationship Id="rId13" Type="http://schemas.openxmlformats.org/officeDocument/2006/relationships/theme" Target="../theme/theme11.xml"/><Relationship Id="rId3" Type="http://schemas.openxmlformats.org/officeDocument/2006/relationships/slideLayout" Target="../slideLayouts/slideLayout123.xml"/><Relationship Id="rId7" Type="http://schemas.openxmlformats.org/officeDocument/2006/relationships/slideLayout" Target="../slideLayouts/slideLayout127.xml"/><Relationship Id="rId12" Type="http://schemas.openxmlformats.org/officeDocument/2006/relationships/slideLayout" Target="../slideLayouts/slideLayout132.xml"/><Relationship Id="rId2" Type="http://schemas.openxmlformats.org/officeDocument/2006/relationships/slideLayout" Target="../slideLayouts/slideLayout122.xml"/><Relationship Id="rId1" Type="http://schemas.openxmlformats.org/officeDocument/2006/relationships/slideLayout" Target="../slideLayouts/slideLayout121.xml"/><Relationship Id="rId6" Type="http://schemas.openxmlformats.org/officeDocument/2006/relationships/slideLayout" Target="../slideLayouts/slideLayout126.xml"/><Relationship Id="rId11" Type="http://schemas.openxmlformats.org/officeDocument/2006/relationships/slideLayout" Target="../slideLayouts/slideLayout131.xml"/><Relationship Id="rId5" Type="http://schemas.openxmlformats.org/officeDocument/2006/relationships/slideLayout" Target="../slideLayouts/slideLayout125.xml"/><Relationship Id="rId10" Type="http://schemas.openxmlformats.org/officeDocument/2006/relationships/slideLayout" Target="../slideLayouts/slideLayout130.xml"/><Relationship Id="rId4" Type="http://schemas.openxmlformats.org/officeDocument/2006/relationships/slideLayout" Target="../slideLayouts/slideLayout124.xml"/><Relationship Id="rId9" Type="http://schemas.openxmlformats.org/officeDocument/2006/relationships/slideLayout" Target="../slideLayouts/slideLayout129.xml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0.xml"/><Relationship Id="rId13" Type="http://schemas.openxmlformats.org/officeDocument/2006/relationships/theme" Target="../theme/theme12.xml"/><Relationship Id="rId3" Type="http://schemas.openxmlformats.org/officeDocument/2006/relationships/slideLayout" Target="../slideLayouts/slideLayout135.xml"/><Relationship Id="rId7" Type="http://schemas.openxmlformats.org/officeDocument/2006/relationships/slideLayout" Target="../slideLayouts/slideLayout139.xml"/><Relationship Id="rId12" Type="http://schemas.openxmlformats.org/officeDocument/2006/relationships/slideLayout" Target="../slideLayouts/slideLayout144.xml"/><Relationship Id="rId2" Type="http://schemas.openxmlformats.org/officeDocument/2006/relationships/slideLayout" Target="../slideLayouts/slideLayout134.xml"/><Relationship Id="rId1" Type="http://schemas.openxmlformats.org/officeDocument/2006/relationships/slideLayout" Target="../slideLayouts/slideLayout133.xml"/><Relationship Id="rId6" Type="http://schemas.openxmlformats.org/officeDocument/2006/relationships/slideLayout" Target="../slideLayouts/slideLayout138.xml"/><Relationship Id="rId11" Type="http://schemas.openxmlformats.org/officeDocument/2006/relationships/slideLayout" Target="../slideLayouts/slideLayout143.xml"/><Relationship Id="rId5" Type="http://schemas.openxmlformats.org/officeDocument/2006/relationships/slideLayout" Target="../slideLayouts/slideLayout137.xml"/><Relationship Id="rId10" Type="http://schemas.openxmlformats.org/officeDocument/2006/relationships/slideLayout" Target="../slideLayouts/slideLayout142.xml"/><Relationship Id="rId4" Type="http://schemas.openxmlformats.org/officeDocument/2006/relationships/slideLayout" Target="../slideLayouts/slideLayout136.xml"/><Relationship Id="rId9" Type="http://schemas.openxmlformats.org/officeDocument/2006/relationships/slideLayout" Target="../slideLayouts/slideLayout1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41720" y="214920"/>
            <a:ext cx="4066920" cy="2052360"/>
          </a:xfrm>
          <a:prstGeom prst="rect">
            <a:avLst/>
          </a:prstGeom>
        </p:spPr>
        <p:txBody>
          <a:bodyPr tIns="91440" bIns="91440" anchor="b"/>
          <a:lstStyle/>
          <a:p>
            <a:r>
              <a:rPr lang="en-US" sz="4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16680" y="347400"/>
            <a:ext cx="4759560" cy="572400"/>
          </a:xfrm>
          <a:prstGeom prst="rect">
            <a:avLst/>
          </a:prstGeom>
        </p:spPr>
        <p:txBody>
          <a:bodyPr tIns="91440" bIns="91440"/>
          <a:lstStyle/>
          <a:p>
            <a:r>
              <a:rPr lang="en-US" sz="36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39" name="PlaceHolder 2"/>
          <p:cNvSpPr>
            <a:spLocks noGrp="1"/>
          </p:cNvSpPr>
          <p:nvPr>
            <p:ph type="title"/>
          </p:nvPr>
        </p:nvSpPr>
        <p:spPr>
          <a:xfrm>
            <a:off x="652680" y="1540440"/>
            <a:ext cx="2652120" cy="577440"/>
          </a:xfrm>
          <a:prstGeom prst="rect">
            <a:avLst/>
          </a:prstGeom>
        </p:spPr>
        <p:txBody>
          <a:bodyPr tIns="91440" bIns="91440" anchor="b"/>
          <a:lstStyle/>
          <a:p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40" name="PlaceHolder 3"/>
          <p:cNvSpPr>
            <a:spLocks noGrp="1"/>
          </p:cNvSpPr>
          <p:nvPr>
            <p:ph type="title"/>
          </p:nvPr>
        </p:nvSpPr>
        <p:spPr>
          <a:xfrm>
            <a:off x="3311640" y="1765800"/>
            <a:ext cx="826560" cy="577440"/>
          </a:xfrm>
          <a:prstGeom prst="rect">
            <a:avLst/>
          </a:prstGeom>
        </p:spPr>
        <p:txBody>
          <a:bodyPr tIns="91440" bIns="91440"/>
          <a:lstStyle/>
          <a:p>
            <a:pPr algn="ctr">
              <a:lnSpc>
                <a:spcPct val="100000"/>
              </a:lnSpc>
            </a:pPr>
            <a:r>
              <a:rPr lang="en-US" sz="3600" b="0" strike="noStrike" spc="-1">
                <a:solidFill>
                  <a:srgbClr val="90C4FE"/>
                </a:solidFill>
                <a:latin typeface="Dosis ExtraLight"/>
                <a:ea typeface="Dosis ExtraLight"/>
              </a:rPr>
              <a:t>xx%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title"/>
          </p:nvPr>
        </p:nvSpPr>
        <p:spPr>
          <a:xfrm>
            <a:off x="5806800" y="2158920"/>
            <a:ext cx="2384280" cy="577440"/>
          </a:xfrm>
          <a:prstGeom prst="rect">
            <a:avLst/>
          </a:prstGeom>
        </p:spPr>
        <p:txBody>
          <a:bodyPr tIns="91440" bIns="91440" anchor="b"/>
          <a:lstStyle/>
          <a:p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42" name="PlaceHolder 5"/>
          <p:cNvSpPr>
            <a:spLocks noGrp="1"/>
          </p:cNvSpPr>
          <p:nvPr>
            <p:ph type="title"/>
          </p:nvPr>
        </p:nvSpPr>
        <p:spPr>
          <a:xfrm>
            <a:off x="4852080" y="2320200"/>
            <a:ext cx="947160" cy="577440"/>
          </a:xfrm>
          <a:prstGeom prst="rect">
            <a:avLst/>
          </a:prstGeom>
        </p:spPr>
        <p:txBody>
          <a:bodyPr tIns="91440" bIns="91440" anchor="ctr"/>
          <a:lstStyle/>
          <a:p>
            <a:pPr algn="ctr">
              <a:lnSpc>
                <a:spcPct val="100000"/>
              </a:lnSpc>
            </a:pPr>
            <a:r>
              <a:rPr lang="en-US" sz="3600" b="0" strike="noStrike" spc="-1">
                <a:solidFill>
                  <a:srgbClr val="90C4FE"/>
                </a:solidFill>
                <a:latin typeface="Dosis ExtraLight"/>
                <a:ea typeface="Dosis ExtraLight"/>
              </a:rPr>
              <a:t>xx%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title"/>
          </p:nvPr>
        </p:nvSpPr>
        <p:spPr>
          <a:xfrm>
            <a:off x="852120" y="2550960"/>
            <a:ext cx="2452680" cy="577440"/>
          </a:xfrm>
          <a:prstGeom prst="rect">
            <a:avLst/>
          </a:prstGeom>
        </p:spPr>
        <p:txBody>
          <a:bodyPr tIns="91440" bIns="91440" anchor="b"/>
          <a:lstStyle/>
          <a:p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44" name="PlaceHolder 7"/>
          <p:cNvSpPr>
            <a:spLocks noGrp="1"/>
          </p:cNvSpPr>
          <p:nvPr>
            <p:ph type="title"/>
          </p:nvPr>
        </p:nvSpPr>
        <p:spPr>
          <a:xfrm>
            <a:off x="3198600" y="2687760"/>
            <a:ext cx="1053000" cy="577440"/>
          </a:xfrm>
          <a:prstGeom prst="rect">
            <a:avLst/>
          </a:prstGeom>
        </p:spPr>
        <p:txBody>
          <a:bodyPr tIns="91440" bIns="91440"/>
          <a:lstStyle/>
          <a:p>
            <a:pPr algn="ctr">
              <a:lnSpc>
                <a:spcPct val="100000"/>
              </a:lnSpc>
            </a:pPr>
            <a:r>
              <a:rPr lang="en-US" sz="3600" b="0" strike="noStrike" spc="-1">
                <a:solidFill>
                  <a:srgbClr val="90C4FE"/>
                </a:solidFill>
                <a:latin typeface="Dosis ExtraLight"/>
                <a:ea typeface="Dosis ExtraLight"/>
              </a:rPr>
              <a:t>xx%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8"/>
          <p:cNvSpPr>
            <a:spLocks noGrp="1"/>
          </p:cNvSpPr>
          <p:nvPr>
            <p:ph type="title"/>
          </p:nvPr>
        </p:nvSpPr>
        <p:spPr>
          <a:xfrm>
            <a:off x="5806800" y="3157200"/>
            <a:ext cx="2452680" cy="577440"/>
          </a:xfrm>
          <a:prstGeom prst="rect">
            <a:avLst/>
          </a:prstGeom>
        </p:spPr>
        <p:txBody>
          <a:bodyPr tIns="91440" bIns="91440" anchor="b"/>
          <a:lstStyle/>
          <a:p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46" name="PlaceHolder 9"/>
          <p:cNvSpPr>
            <a:spLocks noGrp="1"/>
          </p:cNvSpPr>
          <p:nvPr>
            <p:ph type="title"/>
          </p:nvPr>
        </p:nvSpPr>
        <p:spPr>
          <a:xfrm>
            <a:off x="4852080" y="3318480"/>
            <a:ext cx="947160" cy="577440"/>
          </a:xfrm>
          <a:prstGeom prst="rect">
            <a:avLst/>
          </a:prstGeom>
        </p:spPr>
        <p:txBody>
          <a:bodyPr tIns="91440" bIns="91440" anchor="ctr"/>
          <a:lstStyle/>
          <a:p>
            <a:pPr algn="ctr">
              <a:lnSpc>
                <a:spcPct val="100000"/>
              </a:lnSpc>
            </a:pPr>
            <a:r>
              <a:rPr lang="en-US" sz="3600" b="0" strike="noStrike" spc="-1">
                <a:solidFill>
                  <a:srgbClr val="90C4FE"/>
                </a:solidFill>
                <a:latin typeface="Dosis ExtraLight"/>
                <a:ea typeface="Dosis ExtraLight"/>
              </a:rPr>
              <a:t>xx%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10"/>
          <p:cNvSpPr>
            <a:spLocks noGrp="1"/>
          </p:cNvSpPr>
          <p:nvPr>
            <p:ph type="title"/>
          </p:nvPr>
        </p:nvSpPr>
        <p:spPr>
          <a:xfrm>
            <a:off x="852120" y="3567960"/>
            <a:ext cx="2452680" cy="577440"/>
          </a:xfrm>
          <a:prstGeom prst="rect">
            <a:avLst/>
          </a:prstGeom>
        </p:spPr>
        <p:txBody>
          <a:bodyPr tIns="91440" bIns="91440" anchor="b"/>
          <a:lstStyle/>
          <a:p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48" name="PlaceHolder 11"/>
          <p:cNvSpPr>
            <a:spLocks noGrp="1"/>
          </p:cNvSpPr>
          <p:nvPr>
            <p:ph type="title"/>
          </p:nvPr>
        </p:nvSpPr>
        <p:spPr>
          <a:xfrm>
            <a:off x="3251520" y="3710520"/>
            <a:ext cx="947160" cy="577440"/>
          </a:xfrm>
          <a:prstGeom prst="rect">
            <a:avLst/>
          </a:prstGeom>
        </p:spPr>
        <p:txBody>
          <a:bodyPr tIns="91440" bIns="91440" anchor="ctr"/>
          <a:lstStyle/>
          <a:p>
            <a:pPr algn="ctr">
              <a:lnSpc>
                <a:spcPct val="100000"/>
              </a:lnSpc>
            </a:pPr>
            <a:r>
              <a:rPr lang="en-US" sz="3600" b="0" strike="noStrike" spc="-1">
                <a:solidFill>
                  <a:srgbClr val="90C4FE"/>
                </a:solidFill>
                <a:latin typeface="Dosis ExtraLight"/>
                <a:ea typeface="Dosis ExtraLight"/>
              </a:rPr>
              <a:t>xx%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1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3308400" y="2031120"/>
            <a:ext cx="4182480" cy="452880"/>
          </a:xfrm>
          <a:prstGeom prst="rect">
            <a:avLst/>
          </a:prstGeom>
        </p:spPr>
        <p:txBody>
          <a:bodyPr tIns="91440" bIns="91440" anchor="b"/>
          <a:lstStyle/>
          <a:p>
            <a:r>
              <a:rPr lang="en-US" sz="40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87" name="PlaceHolder 2"/>
          <p:cNvSpPr>
            <a:spLocks noGrp="1"/>
          </p:cNvSpPr>
          <p:nvPr>
            <p:ph type="title"/>
          </p:nvPr>
        </p:nvSpPr>
        <p:spPr>
          <a:xfrm>
            <a:off x="5250600" y="793440"/>
            <a:ext cx="2240280" cy="577440"/>
          </a:xfrm>
          <a:prstGeom prst="rect">
            <a:avLst/>
          </a:prstGeom>
        </p:spPr>
        <p:txBody>
          <a:bodyPr tIns="91440" bIns="91440" anchor="ctr"/>
          <a:lstStyle/>
          <a:p>
            <a:pPr algn="r">
              <a:lnSpc>
                <a:spcPct val="100000"/>
              </a:lnSpc>
            </a:pPr>
            <a:r>
              <a:rPr lang="en-US" sz="9600" b="0" strike="noStrike" spc="-1">
                <a:solidFill>
                  <a:srgbClr val="E2ECFF"/>
                </a:solidFill>
                <a:latin typeface="Dosis ExtraLight"/>
                <a:ea typeface="Dosis ExtraLight"/>
              </a:rPr>
              <a:t>xx%</a:t>
            </a:r>
            <a:endParaRPr lang="en-US" sz="9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5758560" y="2953440"/>
            <a:ext cx="2249640" cy="577440"/>
          </a:xfrm>
          <a:prstGeom prst="rect">
            <a:avLst/>
          </a:prstGeom>
        </p:spPr>
        <p:txBody>
          <a:bodyPr tIns="91440" bIns="91440" anchor="b"/>
          <a:lstStyle/>
          <a:p>
            <a:r>
              <a:rPr lang="en-US" sz="30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26" name="PlaceHolder 2"/>
          <p:cNvSpPr>
            <a:spLocks noGrp="1"/>
          </p:cNvSpPr>
          <p:nvPr>
            <p:ph type="title"/>
          </p:nvPr>
        </p:nvSpPr>
        <p:spPr>
          <a:xfrm>
            <a:off x="1151640" y="1604880"/>
            <a:ext cx="2205360" cy="628920"/>
          </a:xfrm>
          <a:prstGeom prst="rect">
            <a:avLst/>
          </a:prstGeom>
        </p:spPr>
        <p:txBody>
          <a:bodyPr tIns="91440" bIns="91440" anchor="b"/>
          <a:lstStyle/>
          <a:p>
            <a:r>
              <a:rPr lang="en-US" sz="30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27" name="PlaceHolder 3"/>
          <p:cNvSpPr>
            <a:spLocks noGrp="1"/>
          </p:cNvSpPr>
          <p:nvPr>
            <p:ph type="title"/>
          </p:nvPr>
        </p:nvSpPr>
        <p:spPr>
          <a:xfrm>
            <a:off x="311760" y="381960"/>
            <a:ext cx="8520120" cy="572400"/>
          </a:xfrm>
          <a:prstGeom prst="rect">
            <a:avLst/>
          </a:prstGeom>
        </p:spPr>
        <p:txBody>
          <a:bodyPr tIns="91440" bIns="91440"/>
          <a:lstStyle/>
          <a:p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28" name="PlaceHolder 4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1632240" y="2035800"/>
            <a:ext cx="4182480" cy="452880"/>
          </a:xfrm>
          <a:prstGeom prst="rect">
            <a:avLst/>
          </a:prstGeom>
        </p:spPr>
        <p:txBody>
          <a:bodyPr tIns="91440" bIns="91440" anchor="b"/>
          <a:lstStyle/>
          <a:p>
            <a:r>
              <a:rPr lang="en-US" sz="40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66" name="PlaceHolder 2"/>
          <p:cNvSpPr>
            <a:spLocks noGrp="1"/>
          </p:cNvSpPr>
          <p:nvPr>
            <p:ph type="title"/>
          </p:nvPr>
        </p:nvSpPr>
        <p:spPr>
          <a:xfrm>
            <a:off x="1632240" y="793440"/>
            <a:ext cx="2240280" cy="577440"/>
          </a:xfrm>
          <a:prstGeom prst="rect">
            <a:avLst/>
          </a:prstGeom>
        </p:spPr>
        <p:txBody>
          <a:bodyPr tIns="91440" bIns="91440" anchor="ctr"/>
          <a:lstStyle/>
          <a:p>
            <a:pPr>
              <a:lnSpc>
                <a:spcPct val="100000"/>
              </a:lnSpc>
            </a:pPr>
            <a:r>
              <a:rPr lang="en-US" sz="9600" b="0" strike="noStrike" spc="-1">
                <a:solidFill>
                  <a:srgbClr val="E2ECFF"/>
                </a:solidFill>
                <a:latin typeface="Dosis ExtraLight"/>
                <a:ea typeface="Dosis ExtraLight"/>
              </a:rPr>
              <a:t>xx%</a:t>
            </a:r>
            <a:endParaRPr lang="en-US" sz="9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title"/>
          </p:nvPr>
        </p:nvSpPr>
        <p:spPr>
          <a:xfrm>
            <a:off x="6465960" y="2949480"/>
            <a:ext cx="1560240" cy="577440"/>
          </a:xfrm>
          <a:prstGeom prst="rect">
            <a:avLst/>
          </a:prstGeom>
        </p:spPr>
        <p:txBody>
          <a:bodyPr tIns="91440" bIns="91440" anchor="b"/>
          <a:lstStyle/>
          <a:p>
            <a:r>
              <a:rPr lang="en-US" sz="22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205" name="PlaceHolder 2"/>
          <p:cNvSpPr>
            <a:spLocks noGrp="1"/>
          </p:cNvSpPr>
          <p:nvPr>
            <p:ph type="title"/>
          </p:nvPr>
        </p:nvSpPr>
        <p:spPr>
          <a:xfrm>
            <a:off x="3791880" y="2949480"/>
            <a:ext cx="1560240" cy="577440"/>
          </a:xfrm>
          <a:prstGeom prst="rect">
            <a:avLst/>
          </a:prstGeom>
        </p:spPr>
        <p:txBody>
          <a:bodyPr tIns="91440" bIns="91440" anchor="b"/>
          <a:lstStyle/>
          <a:p>
            <a:r>
              <a:rPr lang="en-US" sz="22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206" name="PlaceHolder 3"/>
          <p:cNvSpPr>
            <a:spLocks noGrp="1"/>
          </p:cNvSpPr>
          <p:nvPr>
            <p:ph type="title"/>
          </p:nvPr>
        </p:nvSpPr>
        <p:spPr>
          <a:xfrm>
            <a:off x="1118160" y="2949480"/>
            <a:ext cx="1560240" cy="577440"/>
          </a:xfrm>
          <a:prstGeom prst="rect">
            <a:avLst/>
          </a:prstGeom>
        </p:spPr>
        <p:txBody>
          <a:bodyPr tIns="91440" bIns="91440" anchor="b"/>
          <a:lstStyle/>
          <a:p>
            <a:r>
              <a:rPr lang="en-US" sz="22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207" name="PlaceHolder 4"/>
          <p:cNvSpPr>
            <a:spLocks noGrp="1"/>
          </p:cNvSpPr>
          <p:nvPr>
            <p:ph type="title"/>
          </p:nvPr>
        </p:nvSpPr>
        <p:spPr>
          <a:xfrm>
            <a:off x="4966200" y="344160"/>
            <a:ext cx="3561840" cy="848520"/>
          </a:xfrm>
          <a:prstGeom prst="rect">
            <a:avLst/>
          </a:prstGeom>
        </p:spPr>
        <p:txBody>
          <a:bodyPr tIns="91440" bIns="91440"/>
          <a:lstStyle/>
          <a:p>
            <a:r>
              <a:rPr lang="en-US" sz="36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208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title"/>
          </p:nvPr>
        </p:nvSpPr>
        <p:spPr>
          <a:xfrm>
            <a:off x="3800880" y="2347920"/>
            <a:ext cx="3690000" cy="452880"/>
          </a:xfrm>
          <a:prstGeom prst="rect">
            <a:avLst/>
          </a:prstGeom>
        </p:spPr>
        <p:txBody>
          <a:bodyPr tIns="91440" bIns="91440" anchor="b"/>
          <a:lstStyle/>
          <a:p>
            <a:r>
              <a:rPr lang="en-US" sz="40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246" name="PlaceHolder 2"/>
          <p:cNvSpPr>
            <a:spLocks noGrp="1"/>
          </p:cNvSpPr>
          <p:nvPr>
            <p:ph type="title"/>
          </p:nvPr>
        </p:nvSpPr>
        <p:spPr>
          <a:xfrm>
            <a:off x="5250600" y="3770280"/>
            <a:ext cx="2240280" cy="577440"/>
          </a:xfrm>
          <a:prstGeom prst="rect">
            <a:avLst/>
          </a:prstGeom>
        </p:spPr>
        <p:txBody>
          <a:bodyPr tIns="91440" bIns="91440" anchor="ctr"/>
          <a:lstStyle/>
          <a:p>
            <a:pPr algn="r">
              <a:lnSpc>
                <a:spcPct val="100000"/>
              </a:lnSpc>
            </a:pPr>
            <a:r>
              <a:rPr lang="en-US" sz="9600" b="0" strike="noStrike" spc="-1">
                <a:solidFill>
                  <a:srgbClr val="E2ECFF"/>
                </a:solidFill>
                <a:latin typeface="Dosis ExtraLight"/>
                <a:ea typeface="Dosis ExtraLight"/>
              </a:rPr>
              <a:t>xx%</a:t>
            </a:r>
            <a:endParaRPr lang="en-US" sz="9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1"/>
          <p:cNvSpPr>
            <a:spLocks noGrp="1"/>
          </p:cNvSpPr>
          <p:nvPr>
            <p:ph type="title"/>
          </p:nvPr>
        </p:nvSpPr>
        <p:spPr>
          <a:xfrm>
            <a:off x="4441680" y="2943000"/>
            <a:ext cx="1560240" cy="577440"/>
          </a:xfrm>
          <a:prstGeom prst="rect">
            <a:avLst/>
          </a:prstGeom>
        </p:spPr>
        <p:txBody>
          <a:bodyPr tIns="91440" bIns="91440" anchor="b"/>
          <a:lstStyle/>
          <a:p>
            <a:r>
              <a:rPr lang="en-US" sz="22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285" name="PlaceHolder 2"/>
          <p:cNvSpPr>
            <a:spLocks noGrp="1"/>
          </p:cNvSpPr>
          <p:nvPr>
            <p:ph type="title"/>
          </p:nvPr>
        </p:nvSpPr>
        <p:spPr>
          <a:xfrm>
            <a:off x="6965640" y="2943000"/>
            <a:ext cx="1560240" cy="577440"/>
          </a:xfrm>
          <a:prstGeom prst="rect">
            <a:avLst/>
          </a:prstGeom>
        </p:spPr>
        <p:txBody>
          <a:bodyPr tIns="91440" bIns="91440" anchor="b"/>
          <a:lstStyle/>
          <a:p>
            <a:r>
              <a:rPr lang="en-US" sz="22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286" name="PlaceHolder 3"/>
          <p:cNvSpPr>
            <a:spLocks noGrp="1"/>
          </p:cNvSpPr>
          <p:nvPr>
            <p:ph type="title"/>
          </p:nvPr>
        </p:nvSpPr>
        <p:spPr>
          <a:xfrm>
            <a:off x="6965640" y="1750320"/>
            <a:ext cx="1560240" cy="577440"/>
          </a:xfrm>
          <a:prstGeom prst="rect">
            <a:avLst/>
          </a:prstGeom>
        </p:spPr>
        <p:txBody>
          <a:bodyPr tIns="91440" bIns="91440" anchor="b"/>
          <a:lstStyle/>
          <a:p>
            <a:r>
              <a:rPr lang="en-US" sz="22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287" name="PlaceHolder 4"/>
          <p:cNvSpPr>
            <a:spLocks noGrp="1"/>
          </p:cNvSpPr>
          <p:nvPr>
            <p:ph type="title"/>
          </p:nvPr>
        </p:nvSpPr>
        <p:spPr>
          <a:xfrm>
            <a:off x="4441680" y="1750320"/>
            <a:ext cx="1560240" cy="577440"/>
          </a:xfrm>
          <a:prstGeom prst="rect">
            <a:avLst/>
          </a:prstGeom>
        </p:spPr>
        <p:txBody>
          <a:bodyPr tIns="91440" bIns="91440" anchor="b"/>
          <a:lstStyle/>
          <a:p>
            <a:r>
              <a:rPr lang="en-US" sz="22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288" name="PlaceHolder 5"/>
          <p:cNvSpPr>
            <a:spLocks noGrp="1"/>
          </p:cNvSpPr>
          <p:nvPr>
            <p:ph type="title"/>
          </p:nvPr>
        </p:nvSpPr>
        <p:spPr>
          <a:xfrm>
            <a:off x="5367240" y="347760"/>
            <a:ext cx="3166560" cy="572400"/>
          </a:xfrm>
          <a:prstGeom prst="rect">
            <a:avLst/>
          </a:prstGeom>
        </p:spPr>
        <p:txBody>
          <a:bodyPr tIns="91440" bIns="91440"/>
          <a:lstStyle/>
          <a:p>
            <a:r>
              <a:rPr lang="en-US" sz="36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289" name="PlaceHolder 6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  <p:sldLayoutId id="214748375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PlaceHolder 1"/>
          <p:cNvSpPr>
            <a:spLocks noGrp="1"/>
          </p:cNvSpPr>
          <p:nvPr>
            <p:ph type="title"/>
          </p:nvPr>
        </p:nvSpPr>
        <p:spPr>
          <a:xfrm>
            <a:off x="1619280" y="2354400"/>
            <a:ext cx="3690000" cy="452880"/>
          </a:xfrm>
          <a:prstGeom prst="rect">
            <a:avLst/>
          </a:prstGeom>
        </p:spPr>
        <p:txBody>
          <a:bodyPr tIns="91440" bIns="91440" anchor="b"/>
          <a:lstStyle/>
          <a:p>
            <a:r>
              <a:rPr lang="en-US" sz="40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327" name="PlaceHolder 2"/>
          <p:cNvSpPr>
            <a:spLocks noGrp="1"/>
          </p:cNvSpPr>
          <p:nvPr>
            <p:ph type="title"/>
          </p:nvPr>
        </p:nvSpPr>
        <p:spPr>
          <a:xfrm>
            <a:off x="1619640" y="3789720"/>
            <a:ext cx="2240280" cy="577440"/>
          </a:xfrm>
          <a:prstGeom prst="rect">
            <a:avLst/>
          </a:prstGeom>
        </p:spPr>
        <p:txBody>
          <a:bodyPr tIns="91440" bIns="91440" anchor="ctr"/>
          <a:lstStyle/>
          <a:p>
            <a:pPr>
              <a:lnSpc>
                <a:spcPct val="100000"/>
              </a:lnSpc>
            </a:pPr>
            <a:r>
              <a:rPr lang="en-US" sz="9600" b="0" strike="noStrike" spc="-1">
                <a:solidFill>
                  <a:srgbClr val="E2ECFF"/>
                </a:solidFill>
                <a:latin typeface="Dosis ExtraLight"/>
                <a:ea typeface="Dosis ExtraLight"/>
              </a:rPr>
              <a:t>xx%</a:t>
            </a:r>
            <a:endParaRPr lang="en-US" sz="9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  <p:sldLayoutId id="2147483761" r:id="rId9"/>
    <p:sldLayoutId id="2147483762" r:id="rId10"/>
    <p:sldLayoutId id="2147483763" r:id="rId11"/>
    <p:sldLayoutId id="214748376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PlaceHolder 1"/>
          <p:cNvSpPr>
            <a:spLocks noGrp="1"/>
          </p:cNvSpPr>
          <p:nvPr>
            <p:ph type="title"/>
          </p:nvPr>
        </p:nvSpPr>
        <p:spPr>
          <a:xfrm>
            <a:off x="2727000" y="1355400"/>
            <a:ext cx="3690000" cy="452880"/>
          </a:xfrm>
          <a:prstGeom prst="rect">
            <a:avLst/>
          </a:prstGeom>
        </p:spPr>
        <p:txBody>
          <a:bodyPr tIns="91440" bIns="91440" anchor="b"/>
          <a:lstStyle/>
          <a:p>
            <a:r>
              <a:rPr lang="en-US" sz="40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366" name="PlaceHolder 2"/>
          <p:cNvSpPr>
            <a:spLocks noGrp="1"/>
          </p:cNvSpPr>
          <p:nvPr>
            <p:ph type="title"/>
          </p:nvPr>
        </p:nvSpPr>
        <p:spPr>
          <a:xfrm>
            <a:off x="3452040" y="2126880"/>
            <a:ext cx="2240280" cy="577440"/>
          </a:xfrm>
          <a:prstGeom prst="rect">
            <a:avLst/>
          </a:prstGeom>
        </p:spPr>
        <p:txBody>
          <a:bodyPr tIns="91440" bIns="91440" anchor="ctr"/>
          <a:lstStyle/>
          <a:p>
            <a:pPr algn="ctr">
              <a:lnSpc>
                <a:spcPct val="100000"/>
              </a:lnSpc>
            </a:pPr>
            <a:r>
              <a:rPr lang="en-US" sz="9600" b="0" strike="noStrike" spc="-1">
                <a:solidFill>
                  <a:srgbClr val="E2ECFF"/>
                </a:solidFill>
                <a:latin typeface="Dosis ExtraLight"/>
                <a:ea typeface="Dosis ExtraLight"/>
              </a:rPr>
              <a:t>xx%</a:t>
            </a:r>
            <a:endParaRPr lang="en-US" sz="9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6" r:id="rId1"/>
    <p:sldLayoutId id="2147483767" r:id="rId2"/>
    <p:sldLayoutId id="2147483768" r:id="rId3"/>
    <p:sldLayoutId id="2147483769" r:id="rId4"/>
    <p:sldLayoutId id="2147483770" r:id="rId5"/>
    <p:sldLayoutId id="2147483771" r:id="rId6"/>
    <p:sldLayoutId id="2147483772" r:id="rId7"/>
    <p:sldLayoutId id="2147483773" r:id="rId8"/>
    <p:sldLayoutId id="2147483774" r:id="rId9"/>
    <p:sldLayoutId id="2147483775" r:id="rId10"/>
    <p:sldLayoutId id="2147483776" r:id="rId11"/>
    <p:sldLayoutId id="2147483777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PlaceHolder 1"/>
          <p:cNvSpPr>
            <a:spLocks noGrp="1"/>
          </p:cNvSpPr>
          <p:nvPr>
            <p:ph type="title"/>
          </p:nvPr>
        </p:nvSpPr>
        <p:spPr>
          <a:xfrm>
            <a:off x="3471840" y="344160"/>
            <a:ext cx="5056200" cy="848520"/>
          </a:xfrm>
          <a:prstGeom prst="rect">
            <a:avLst/>
          </a:prstGeom>
        </p:spPr>
        <p:txBody>
          <a:bodyPr tIns="91440" bIns="91440"/>
          <a:lstStyle/>
          <a:p>
            <a:r>
              <a:rPr lang="en-US" sz="36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40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80" r:id="rId2"/>
    <p:sldLayoutId id="2147483781" r:id="rId3"/>
    <p:sldLayoutId id="2147483782" r:id="rId4"/>
    <p:sldLayoutId id="2147483783" r:id="rId5"/>
    <p:sldLayoutId id="2147483784" r:id="rId6"/>
    <p:sldLayoutId id="2147483785" r:id="rId7"/>
    <p:sldLayoutId id="2147483786" r:id="rId8"/>
    <p:sldLayoutId id="2147483787" r:id="rId9"/>
    <p:sldLayoutId id="2147483788" r:id="rId10"/>
    <p:sldLayoutId id="2147483789" r:id="rId11"/>
    <p:sldLayoutId id="214748379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PlaceHolder 1"/>
          <p:cNvSpPr>
            <a:spLocks noGrp="1"/>
          </p:cNvSpPr>
          <p:nvPr>
            <p:ph type="body"/>
          </p:nvPr>
        </p:nvSpPr>
        <p:spPr>
          <a:xfrm>
            <a:off x="616680" y="1602720"/>
            <a:ext cx="3359160" cy="2908440"/>
          </a:xfrm>
          <a:prstGeom prst="rect">
            <a:avLst/>
          </a:prstGeom>
        </p:spPr>
        <p:txBody>
          <a:bodyPr tIns="91440" bIns="91440"/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443" name="PlaceHolder 2"/>
          <p:cNvSpPr>
            <a:spLocks noGrp="1"/>
          </p:cNvSpPr>
          <p:nvPr>
            <p:ph type="title"/>
          </p:nvPr>
        </p:nvSpPr>
        <p:spPr>
          <a:xfrm>
            <a:off x="603000" y="344160"/>
            <a:ext cx="3817080" cy="848520"/>
          </a:xfrm>
          <a:prstGeom prst="rect">
            <a:avLst/>
          </a:prstGeom>
        </p:spPr>
        <p:txBody>
          <a:bodyPr tIns="91440" bIns="91440"/>
          <a:lstStyle/>
          <a:p>
            <a:r>
              <a:rPr lang="en-US" sz="36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2" r:id="rId1"/>
    <p:sldLayoutId id="2147483793" r:id="rId2"/>
    <p:sldLayoutId id="2147483794" r:id="rId3"/>
    <p:sldLayoutId id="2147483795" r:id="rId4"/>
    <p:sldLayoutId id="2147483796" r:id="rId5"/>
    <p:sldLayoutId id="2147483797" r:id="rId6"/>
    <p:sldLayoutId id="2147483798" r:id="rId7"/>
    <p:sldLayoutId id="2147483799" r:id="rId8"/>
    <p:sldLayoutId id="2147483800" r:id="rId9"/>
    <p:sldLayoutId id="2147483801" r:id="rId10"/>
    <p:sldLayoutId id="2147483802" r:id="rId11"/>
    <p:sldLayoutId id="214748380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CustomShape 1"/>
          <p:cNvSpPr/>
          <p:nvPr/>
        </p:nvSpPr>
        <p:spPr>
          <a:xfrm>
            <a:off x="327240" y="374040"/>
            <a:ext cx="4517640" cy="25297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pSp>
        <p:nvGrpSpPr>
          <p:cNvPr id="481" name="Group 2"/>
          <p:cNvGrpSpPr/>
          <p:nvPr/>
        </p:nvGrpSpPr>
        <p:grpSpPr>
          <a:xfrm>
            <a:off x="4584600" y="824400"/>
            <a:ext cx="5170680" cy="3802320"/>
            <a:chOff x="4584600" y="824400"/>
            <a:chExt cx="5170680" cy="3802320"/>
          </a:xfrm>
        </p:grpSpPr>
        <p:sp>
          <p:nvSpPr>
            <p:cNvPr id="482" name="CustomShape 3"/>
            <p:cNvSpPr/>
            <p:nvPr/>
          </p:nvSpPr>
          <p:spPr>
            <a:xfrm>
              <a:off x="6769440" y="2710080"/>
              <a:ext cx="1887120" cy="1082520"/>
            </a:xfrm>
            <a:custGeom>
              <a:avLst/>
              <a:gdLst/>
              <a:ahLst/>
              <a:cxnLst/>
              <a:rect l="l" t="t" r="r" b="b"/>
              <a:pathLst>
                <a:path w="75500" h="43320">
                  <a:moveTo>
                    <a:pt x="15174" y="0"/>
                  </a:moveTo>
                  <a:cubicBezTo>
                    <a:pt x="14559" y="0"/>
                    <a:pt x="13944" y="136"/>
                    <a:pt x="13475" y="408"/>
                  </a:cubicBezTo>
                  <a:lnTo>
                    <a:pt x="937" y="7645"/>
                  </a:lnTo>
                  <a:cubicBezTo>
                    <a:pt x="0" y="8187"/>
                    <a:pt x="0" y="9066"/>
                    <a:pt x="937" y="9607"/>
                  </a:cubicBezTo>
                  <a:lnTo>
                    <a:pt x="58626" y="42912"/>
                  </a:lnTo>
                  <a:cubicBezTo>
                    <a:pt x="59095" y="43184"/>
                    <a:pt x="59710" y="43320"/>
                    <a:pt x="60326" y="43320"/>
                  </a:cubicBezTo>
                  <a:cubicBezTo>
                    <a:pt x="60940" y="43320"/>
                    <a:pt x="61554" y="43184"/>
                    <a:pt x="62023" y="42914"/>
                  </a:cubicBezTo>
                  <a:lnTo>
                    <a:pt x="74561" y="35674"/>
                  </a:lnTo>
                  <a:cubicBezTo>
                    <a:pt x="75500" y="35133"/>
                    <a:pt x="75500" y="34254"/>
                    <a:pt x="74561" y="33713"/>
                  </a:cubicBezTo>
                  <a:lnTo>
                    <a:pt x="16873" y="408"/>
                  </a:lnTo>
                  <a:cubicBezTo>
                    <a:pt x="16404" y="136"/>
                    <a:pt x="15789" y="0"/>
                    <a:pt x="15174" y="0"/>
                  </a:cubicBezTo>
                  <a:close/>
                </a:path>
              </a:pathLst>
            </a:custGeom>
            <a:solidFill>
              <a:srgbClr val="C1CFF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483" name="CustomShape 4"/>
            <p:cNvSpPr/>
            <p:nvPr/>
          </p:nvSpPr>
          <p:spPr>
            <a:xfrm>
              <a:off x="7234560" y="2441880"/>
              <a:ext cx="1887120" cy="1082520"/>
            </a:xfrm>
            <a:custGeom>
              <a:avLst/>
              <a:gdLst/>
              <a:ahLst/>
              <a:cxnLst/>
              <a:rect l="l" t="t" r="r" b="b"/>
              <a:pathLst>
                <a:path w="75500" h="43319">
                  <a:moveTo>
                    <a:pt x="15174" y="0"/>
                  </a:moveTo>
                  <a:cubicBezTo>
                    <a:pt x="14560" y="0"/>
                    <a:pt x="13945" y="135"/>
                    <a:pt x="13475" y="406"/>
                  </a:cubicBezTo>
                  <a:lnTo>
                    <a:pt x="938" y="7646"/>
                  </a:lnTo>
                  <a:cubicBezTo>
                    <a:pt x="0" y="8187"/>
                    <a:pt x="0" y="9066"/>
                    <a:pt x="938" y="9607"/>
                  </a:cubicBezTo>
                  <a:lnTo>
                    <a:pt x="58627" y="42913"/>
                  </a:lnTo>
                  <a:cubicBezTo>
                    <a:pt x="59096" y="43183"/>
                    <a:pt x="59711" y="43319"/>
                    <a:pt x="60326" y="43319"/>
                  </a:cubicBezTo>
                  <a:cubicBezTo>
                    <a:pt x="60940" y="43319"/>
                    <a:pt x="61555" y="43183"/>
                    <a:pt x="62023" y="42913"/>
                  </a:cubicBezTo>
                  <a:lnTo>
                    <a:pt x="74563" y="35675"/>
                  </a:lnTo>
                  <a:cubicBezTo>
                    <a:pt x="75500" y="35132"/>
                    <a:pt x="75500" y="34255"/>
                    <a:pt x="74563" y="33713"/>
                  </a:cubicBezTo>
                  <a:lnTo>
                    <a:pt x="16874" y="406"/>
                  </a:lnTo>
                  <a:cubicBezTo>
                    <a:pt x="16404" y="135"/>
                    <a:pt x="15789" y="0"/>
                    <a:pt x="15174" y="0"/>
                  </a:cubicBezTo>
                  <a:close/>
                </a:path>
              </a:pathLst>
            </a:custGeom>
            <a:solidFill>
              <a:srgbClr val="C1CFF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484" name="CustomShape 5"/>
            <p:cNvSpPr/>
            <p:nvPr/>
          </p:nvSpPr>
          <p:spPr>
            <a:xfrm>
              <a:off x="4591080" y="2873160"/>
              <a:ext cx="3057120" cy="1753560"/>
            </a:xfrm>
            <a:custGeom>
              <a:avLst/>
              <a:gdLst/>
              <a:ahLst/>
              <a:cxnLst/>
              <a:rect l="l" t="t" r="r" b="b"/>
              <a:pathLst>
                <a:path w="122293" h="70154">
                  <a:moveTo>
                    <a:pt x="65131" y="1"/>
                  </a:moveTo>
                  <a:cubicBezTo>
                    <a:pt x="64106" y="1"/>
                    <a:pt x="63081" y="226"/>
                    <a:pt x="62299" y="677"/>
                  </a:cubicBezTo>
                  <a:lnTo>
                    <a:pt x="1565" y="35744"/>
                  </a:lnTo>
                  <a:cubicBezTo>
                    <a:pt x="1" y="36644"/>
                    <a:pt x="1" y="38108"/>
                    <a:pt x="1565" y="39012"/>
                  </a:cubicBezTo>
                  <a:lnTo>
                    <a:pt x="54331" y="69477"/>
                  </a:lnTo>
                  <a:cubicBezTo>
                    <a:pt x="55113" y="69928"/>
                    <a:pt x="56138" y="70153"/>
                    <a:pt x="57163" y="70153"/>
                  </a:cubicBezTo>
                  <a:cubicBezTo>
                    <a:pt x="58187" y="70153"/>
                    <a:pt x="59212" y="69928"/>
                    <a:pt x="59994" y="69477"/>
                  </a:cubicBezTo>
                  <a:lnTo>
                    <a:pt x="120729" y="34410"/>
                  </a:lnTo>
                  <a:cubicBezTo>
                    <a:pt x="122292" y="33508"/>
                    <a:pt x="122292" y="32045"/>
                    <a:pt x="120729" y="31141"/>
                  </a:cubicBezTo>
                  <a:lnTo>
                    <a:pt x="67962" y="677"/>
                  </a:lnTo>
                  <a:cubicBezTo>
                    <a:pt x="67180" y="226"/>
                    <a:pt x="66155" y="1"/>
                    <a:pt x="65131" y="1"/>
                  </a:cubicBezTo>
                  <a:close/>
                </a:path>
              </a:pathLst>
            </a:custGeom>
            <a:solidFill>
              <a:srgbClr val="C1CFF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485" name="CustomShape 6"/>
            <p:cNvSpPr/>
            <p:nvPr/>
          </p:nvSpPr>
          <p:spPr>
            <a:xfrm>
              <a:off x="7626960" y="862560"/>
              <a:ext cx="199800" cy="306720"/>
            </a:xfrm>
            <a:custGeom>
              <a:avLst/>
              <a:gdLst/>
              <a:ahLst/>
              <a:cxnLst/>
              <a:rect l="l" t="t" r="r" b="b"/>
              <a:pathLst>
                <a:path w="8000" h="12290">
                  <a:moveTo>
                    <a:pt x="7968" y="1"/>
                  </a:moveTo>
                  <a:lnTo>
                    <a:pt x="0" y="4600"/>
                  </a:lnTo>
                  <a:lnTo>
                    <a:pt x="2" y="7670"/>
                  </a:lnTo>
                  <a:lnTo>
                    <a:pt x="8000" y="12289"/>
                  </a:lnTo>
                  <a:lnTo>
                    <a:pt x="7968" y="1"/>
                  </a:lnTo>
                  <a:close/>
                </a:path>
              </a:pathLst>
            </a:custGeom>
            <a:solidFill>
              <a:srgbClr val="7C2549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486" name="CustomShape 7"/>
            <p:cNvSpPr/>
            <p:nvPr/>
          </p:nvSpPr>
          <p:spPr>
            <a:xfrm>
              <a:off x="9029880" y="1542600"/>
              <a:ext cx="87120" cy="1754280"/>
            </a:xfrm>
            <a:custGeom>
              <a:avLst/>
              <a:gdLst/>
              <a:ahLst/>
              <a:cxnLst/>
              <a:rect l="l" t="t" r="r" b="b"/>
              <a:pathLst>
                <a:path w="3493" h="70186">
                  <a:moveTo>
                    <a:pt x="2706" y="1"/>
                  </a:moveTo>
                  <a:lnTo>
                    <a:pt x="11" y="1556"/>
                  </a:lnTo>
                  <a:cubicBezTo>
                    <a:pt x="525" y="2445"/>
                    <a:pt x="836" y="3443"/>
                    <a:pt x="838" y="4348"/>
                  </a:cubicBezTo>
                  <a:cubicBezTo>
                    <a:pt x="838" y="4348"/>
                    <a:pt x="841" y="7217"/>
                    <a:pt x="834" y="7219"/>
                  </a:cubicBezTo>
                  <a:lnTo>
                    <a:pt x="831" y="68072"/>
                  </a:lnTo>
                  <a:cubicBezTo>
                    <a:pt x="831" y="68583"/>
                    <a:pt x="821" y="69711"/>
                    <a:pt x="1" y="70185"/>
                  </a:cubicBezTo>
                  <a:lnTo>
                    <a:pt x="2159" y="68939"/>
                  </a:lnTo>
                  <a:cubicBezTo>
                    <a:pt x="2893" y="68516"/>
                    <a:pt x="3488" y="67440"/>
                    <a:pt x="3488" y="66538"/>
                  </a:cubicBezTo>
                  <a:lnTo>
                    <a:pt x="3489" y="5686"/>
                  </a:lnTo>
                  <a:cubicBezTo>
                    <a:pt x="3489" y="5686"/>
                    <a:pt x="3493" y="5663"/>
                    <a:pt x="3493" y="5625"/>
                  </a:cubicBezTo>
                  <a:cubicBezTo>
                    <a:pt x="3489" y="5581"/>
                    <a:pt x="3486" y="5523"/>
                    <a:pt x="3488" y="5448"/>
                  </a:cubicBezTo>
                  <a:cubicBezTo>
                    <a:pt x="3489" y="5386"/>
                    <a:pt x="3491" y="5324"/>
                    <a:pt x="3489" y="5242"/>
                  </a:cubicBezTo>
                  <a:cubicBezTo>
                    <a:pt x="3493" y="5165"/>
                    <a:pt x="3489" y="5083"/>
                    <a:pt x="3493" y="4983"/>
                  </a:cubicBezTo>
                  <a:cubicBezTo>
                    <a:pt x="3489" y="4796"/>
                    <a:pt x="3491" y="4577"/>
                    <a:pt x="3488" y="4336"/>
                  </a:cubicBezTo>
                  <a:lnTo>
                    <a:pt x="3488" y="3814"/>
                  </a:lnTo>
                  <a:cubicBezTo>
                    <a:pt x="3488" y="3446"/>
                    <a:pt x="3489" y="3043"/>
                    <a:pt x="3488" y="2622"/>
                  </a:cubicBezTo>
                  <a:cubicBezTo>
                    <a:pt x="3486" y="1770"/>
                    <a:pt x="3192" y="829"/>
                    <a:pt x="2706" y="1"/>
                  </a:cubicBezTo>
                  <a:close/>
                </a:path>
              </a:pathLst>
            </a:custGeom>
            <a:solidFill>
              <a:srgbClr val="BF2878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487" name="CustomShape 8"/>
            <p:cNvSpPr/>
            <p:nvPr/>
          </p:nvSpPr>
          <p:spPr>
            <a:xfrm>
              <a:off x="7826040" y="886680"/>
              <a:ext cx="1224360" cy="2414880"/>
            </a:xfrm>
            <a:custGeom>
              <a:avLst/>
              <a:gdLst/>
              <a:ahLst/>
              <a:cxnLst/>
              <a:rect l="l" t="t" r="r" b="b"/>
              <a:pathLst>
                <a:path w="48989" h="96610">
                  <a:moveTo>
                    <a:pt x="1036" y="1"/>
                  </a:moveTo>
                  <a:cubicBezTo>
                    <a:pt x="1026" y="1"/>
                    <a:pt x="1015" y="1"/>
                    <a:pt x="1005" y="1"/>
                  </a:cubicBezTo>
                  <a:cubicBezTo>
                    <a:pt x="903" y="3"/>
                    <a:pt x="801" y="8"/>
                    <a:pt x="699" y="20"/>
                  </a:cubicBezTo>
                  <a:cubicBezTo>
                    <a:pt x="599" y="28"/>
                    <a:pt x="501" y="45"/>
                    <a:pt x="404" y="70"/>
                  </a:cubicBezTo>
                  <a:cubicBezTo>
                    <a:pt x="320" y="90"/>
                    <a:pt x="238" y="113"/>
                    <a:pt x="158" y="143"/>
                  </a:cubicBezTo>
                  <a:cubicBezTo>
                    <a:pt x="136" y="146"/>
                    <a:pt x="115" y="155"/>
                    <a:pt x="100" y="170"/>
                  </a:cubicBezTo>
                  <a:cubicBezTo>
                    <a:pt x="66" y="178"/>
                    <a:pt x="34" y="188"/>
                    <a:pt x="4" y="203"/>
                  </a:cubicBezTo>
                  <a:lnTo>
                    <a:pt x="1" y="212"/>
                  </a:lnTo>
                  <a:lnTo>
                    <a:pt x="33" y="8256"/>
                  </a:lnTo>
                  <a:lnTo>
                    <a:pt x="39" y="11326"/>
                  </a:lnTo>
                  <a:lnTo>
                    <a:pt x="250" y="66734"/>
                  </a:lnTo>
                  <a:cubicBezTo>
                    <a:pt x="255" y="68535"/>
                    <a:pt x="1530" y="70729"/>
                    <a:pt x="3099" y="71628"/>
                  </a:cubicBezTo>
                  <a:lnTo>
                    <a:pt x="38362" y="91779"/>
                  </a:lnTo>
                  <a:lnTo>
                    <a:pt x="46148" y="96230"/>
                  </a:lnTo>
                  <a:cubicBezTo>
                    <a:pt x="46600" y="96487"/>
                    <a:pt x="47027" y="96609"/>
                    <a:pt x="47406" y="96609"/>
                  </a:cubicBezTo>
                  <a:cubicBezTo>
                    <a:pt x="48343" y="96609"/>
                    <a:pt x="48989" y="95867"/>
                    <a:pt x="48989" y="94583"/>
                  </a:cubicBezTo>
                  <a:lnTo>
                    <a:pt x="48989" y="33445"/>
                  </a:lnTo>
                  <a:lnTo>
                    <a:pt x="48989" y="30585"/>
                  </a:lnTo>
                  <a:cubicBezTo>
                    <a:pt x="48987" y="29679"/>
                    <a:pt x="48671" y="28677"/>
                    <a:pt x="48161" y="27793"/>
                  </a:cubicBezTo>
                  <a:cubicBezTo>
                    <a:pt x="47632" y="26876"/>
                    <a:pt x="46964" y="26171"/>
                    <a:pt x="46150" y="25684"/>
                  </a:cubicBezTo>
                  <a:lnTo>
                    <a:pt x="43672" y="24254"/>
                  </a:lnTo>
                  <a:lnTo>
                    <a:pt x="43669" y="24248"/>
                  </a:lnTo>
                  <a:lnTo>
                    <a:pt x="2135" y="272"/>
                  </a:lnTo>
                  <a:cubicBezTo>
                    <a:pt x="2071" y="240"/>
                    <a:pt x="1999" y="207"/>
                    <a:pt x="1929" y="178"/>
                  </a:cubicBezTo>
                  <a:cubicBezTo>
                    <a:pt x="1852" y="146"/>
                    <a:pt x="1774" y="120"/>
                    <a:pt x="1693" y="96"/>
                  </a:cubicBezTo>
                  <a:lnTo>
                    <a:pt x="1541" y="55"/>
                  </a:lnTo>
                  <a:cubicBezTo>
                    <a:pt x="1465" y="40"/>
                    <a:pt x="1388" y="28"/>
                    <a:pt x="1311" y="21"/>
                  </a:cubicBezTo>
                  <a:cubicBezTo>
                    <a:pt x="1221" y="8"/>
                    <a:pt x="1128" y="1"/>
                    <a:pt x="1036" y="1"/>
                  </a:cubicBezTo>
                  <a:close/>
                </a:path>
              </a:pathLst>
            </a:custGeom>
            <a:solidFill>
              <a:srgbClr val="8E2D59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488" name="CustomShape 9"/>
            <p:cNvSpPr/>
            <p:nvPr/>
          </p:nvSpPr>
          <p:spPr>
            <a:xfrm>
              <a:off x="7660080" y="926280"/>
              <a:ext cx="1346400" cy="2441520"/>
            </a:xfrm>
            <a:custGeom>
              <a:avLst/>
              <a:gdLst/>
              <a:ahLst/>
              <a:cxnLst/>
              <a:rect l="l" t="t" r="r" b="b"/>
              <a:pathLst>
                <a:path w="53875" h="97677">
                  <a:moveTo>
                    <a:pt x="7559" y="0"/>
                  </a:moveTo>
                  <a:lnTo>
                    <a:pt x="0" y="4356"/>
                  </a:lnTo>
                  <a:lnTo>
                    <a:pt x="46320" y="31102"/>
                  </a:lnTo>
                  <a:lnTo>
                    <a:pt x="46219" y="97676"/>
                  </a:lnTo>
                  <a:lnTo>
                    <a:pt x="53056" y="93728"/>
                  </a:lnTo>
                  <a:cubicBezTo>
                    <a:pt x="53562" y="93437"/>
                    <a:pt x="53873" y="92898"/>
                    <a:pt x="53873" y="92313"/>
                  </a:cubicBezTo>
                  <a:lnTo>
                    <a:pt x="53875" y="28626"/>
                  </a:lnTo>
                  <a:cubicBezTo>
                    <a:pt x="53875" y="27458"/>
                    <a:pt x="53253" y="26379"/>
                    <a:pt x="52241" y="25796"/>
                  </a:cubicBezTo>
                  <a:lnTo>
                    <a:pt x="75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489" name="CustomShape 10"/>
            <p:cNvSpPr/>
            <p:nvPr/>
          </p:nvSpPr>
          <p:spPr>
            <a:xfrm>
              <a:off x="8815680" y="1600920"/>
              <a:ext cx="191160" cy="1766880"/>
            </a:xfrm>
            <a:custGeom>
              <a:avLst/>
              <a:gdLst/>
              <a:ahLst/>
              <a:cxnLst/>
              <a:rect l="l" t="t" r="r" b="b"/>
              <a:pathLst>
                <a:path w="7658" h="70686">
                  <a:moveTo>
                    <a:pt x="7218" y="1"/>
                  </a:moveTo>
                  <a:lnTo>
                    <a:pt x="101" y="4111"/>
                  </a:lnTo>
                  <a:lnTo>
                    <a:pt x="0" y="70685"/>
                  </a:lnTo>
                  <a:lnTo>
                    <a:pt x="6837" y="66739"/>
                  </a:lnTo>
                  <a:cubicBezTo>
                    <a:pt x="7343" y="66446"/>
                    <a:pt x="7654" y="65907"/>
                    <a:pt x="7654" y="65324"/>
                  </a:cubicBezTo>
                  <a:lnTo>
                    <a:pt x="7656" y="1637"/>
                  </a:lnTo>
                  <a:cubicBezTo>
                    <a:pt x="7658" y="1062"/>
                    <a:pt x="7505" y="499"/>
                    <a:pt x="7218" y="1"/>
                  </a:cubicBezTo>
                  <a:close/>
                </a:path>
              </a:pathLst>
            </a:custGeom>
            <a:solidFill>
              <a:srgbClr val="DAE6EA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490" name="CustomShape 11"/>
            <p:cNvSpPr/>
            <p:nvPr/>
          </p:nvSpPr>
          <p:spPr>
            <a:xfrm>
              <a:off x="7663320" y="909720"/>
              <a:ext cx="217080" cy="121320"/>
            </a:xfrm>
            <a:custGeom>
              <a:avLst/>
              <a:gdLst/>
              <a:ahLst/>
              <a:cxnLst/>
              <a:rect l="l" t="t" r="r" b="b"/>
              <a:pathLst>
                <a:path w="8703" h="4861">
                  <a:moveTo>
                    <a:pt x="7752" y="0"/>
                  </a:moveTo>
                  <a:cubicBezTo>
                    <a:pt x="7441" y="0"/>
                    <a:pt x="7098" y="82"/>
                    <a:pt x="6826" y="240"/>
                  </a:cubicBezTo>
                  <a:lnTo>
                    <a:pt x="554" y="3854"/>
                  </a:lnTo>
                  <a:cubicBezTo>
                    <a:pt x="84" y="4124"/>
                    <a:pt x="1" y="4515"/>
                    <a:pt x="368" y="4727"/>
                  </a:cubicBezTo>
                  <a:cubicBezTo>
                    <a:pt x="523" y="4817"/>
                    <a:pt x="733" y="4860"/>
                    <a:pt x="959" y="4860"/>
                  </a:cubicBezTo>
                  <a:cubicBezTo>
                    <a:pt x="1270" y="4860"/>
                    <a:pt x="1612" y="4778"/>
                    <a:pt x="1884" y="4620"/>
                  </a:cubicBezTo>
                  <a:lnTo>
                    <a:pt x="8149" y="1003"/>
                  </a:lnTo>
                  <a:cubicBezTo>
                    <a:pt x="8619" y="733"/>
                    <a:pt x="8702" y="342"/>
                    <a:pt x="8336" y="131"/>
                  </a:cubicBezTo>
                  <a:cubicBezTo>
                    <a:pt x="8184" y="43"/>
                    <a:pt x="7976" y="0"/>
                    <a:pt x="7752" y="0"/>
                  </a:cubicBezTo>
                  <a:close/>
                </a:path>
              </a:pathLst>
            </a:custGeom>
            <a:solidFill>
              <a:srgbClr val="FFDB4C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491" name="CustomShape 12"/>
            <p:cNvSpPr/>
            <p:nvPr/>
          </p:nvSpPr>
          <p:spPr>
            <a:xfrm>
              <a:off x="8764200" y="1695960"/>
              <a:ext cx="87120" cy="1754280"/>
            </a:xfrm>
            <a:custGeom>
              <a:avLst/>
              <a:gdLst/>
              <a:ahLst/>
              <a:cxnLst/>
              <a:rect l="l" t="t" r="r" b="b"/>
              <a:pathLst>
                <a:path w="3496" h="70186">
                  <a:moveTo>
                    <a:pt x="2707" y="1"/>
                  </a:moveTo>
                  <a:lnTo>
                    <a:pt x="0" y="1563"/>
                  </a:lnTo>
                  <a:cubicBezTo>
                    <a:pt x="515" y="2453"/>
                    <a:pt x="831" y="3447"/>
                    <a:pt x="831" y="4361"/>
                  </a:cubicBezTo>
                  <a:cubicBezTo>
                    <a:pt x="831" y="4361"/>
                    <a:pt x="832" y="7215"/>
                    <a:pt x="836" y="7220"/>
                  </a:cubicBezTo>
                  <a:lnTo>
                    <a:pt x="831" y="37852"/>
                  </a:lnTo>
                  <a:lnTo>
                    <a:pt x="832" y="68072"/>
                  </a:lnTo>
                  <a:cubicBezTo>
                    <a:pt x="832" y="68553"/>
                    <a:pt x="849" y="69696"/>
                    <a:pt x="0" y="70185"/>
                  </a:cubicBezTo>
                  <a:cubicBezTo>
                    <a:pt x="0" y="70185"/>
                    <a:pt x="1816" y="69139"/>
                    <a:pt x="2159" y="68940"/>
                  </a:cubicBezTo>
                  <a:cubicBezTo>
                    <a:pt x="2892" y="68516"/>
                    <a:pt x="3487" y="67442"/>
                    <a:pt x="3487" y="66540"/>
                  </a:cubicBezTo>
                  <a:lnTo>
                    <a:pt x="3487" y="39391"/>
                  </a:lnTo>
                  <a:cubicBezTo>
                    <a:pt x="3487" y="39391"/>
                    <a:pt x="3492" y="5686"/>
                    <a:pt x="3491" y="5673"/>
                  </a:cubicBezTo>
                  <a:lnTo>
                    <a:pt x="3491" y="5553"/>
                  </a:lnTo>
                  <a:cubicBezTo>
                    <a:pt x="3494" y="5339"/>
                    <a:pt x="3496" y="4908"/>
                    <a:pt x="3491" y="4336"/>
                  </a:cubicBezTo>
                  <a:lnTo>
                    <a:pt x="3491" y="3815"/>
                  </a:lnTo>
                  <a:cubicBezTo>
                    <a:pt x="3489" y="3446"/>
                    <a:pt x="3491" y="3043"/>
                    <a:pt x="3489" y="2622"/>
                  </a:cubicBezTo>
                  <a:cubicBezTo>
                    <a:pt x="3487" y="1770"/>
                    <a:pt x="3193" y="829"/>
                    <a:pt x="2707" y="1"/>
                  </a:cubicBezTo>
                  <a:close/>
                </a:path>
              </a:pathLst>
            </a:custGeom>
            <a:solidFill>
              <a:srgbClr val="BF2878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492" name="CustomShape 13"/>
            <p:cNvSpPr/>
            <p:nvPr/>
          </p:nvSpPr>
          <p:spPr>
            <a:xfrm>
              <a:off x="7560720" y="991080"/>
              <a:ext cx="1224000" cy="2463840"/>
            </a:xfrm>
            <a:custGeom>
              <a:avLst/>
              <a:gdLst/>
              <a:ahLst/>
              <a:cxnLst/>
              <a:rect l="l" t="t" r="r" b="b"/>
              <a:pathLst>
                <a:path w="48980" h="98573">
                  <a:moveTo>
                    <a:pt x="5" y="0"/>
                  </a:moveTo>
                  <a:lnTo>
                    <a:pt x="5" y="0"/>
                  </a:lnTo>
                  <a:cubicBezTo>
                    <a:pt x="1" y="38"/>
                    <a:pt x="1" y="76"/>
                    <a:pt x="5" y="113"/>
                  </a:cubicBezTo>
                  <a:lnTo>
                    <a:pt x="5" y="113"/>
                  </a:lnTo>
                  <a:lnTo>
                    <a:pt x="5" y="0"/>
                  </a:lnTo>
                  <a:close/>
                  <a:moveTo>
                    <a:pt x="5" y="113"/>
                  </a:moveTo>
                  <a:lnTo>
                    <a:pt x="15" y="68295"/>
                  </a:lnTo>
                  <a:cubicBezTo>
                    <a:pt x="15" y="70099"/>
                    <a:pt x="1295" y="72290"/>
                    <a:pt x="2863" y="73189"/>
                  </a:cubicBezTo>
                  <a:lnTo>
                    <a:pt x="46139" y="98192"/>
                  </a:lnTo>
                  <a:cubicBezTo>
                    <a:pt x="46591" y="98450"/>
                    <a:pt x="47018" y="98573"/>
                    <a:pt x="47397" y="98573"/>
                  </a:cubicBezTo>
                  <a:cubicBezTo>
                    <a:pt x="48331" y="98573"/>
                    <a:pt x="48974" y="97830"/>
                    <a:pt x="48978" y="96545"/>
                  </a:cubicBezTo>
                  <a:lnTo>
                    <a:pt x="48980" y="87606"/>
                  </a:lnTo>
                  <a:lnTo>
                    <a:pt x="48976" y="35409"/>
                  </a:lnTo>
                  <a:lnTo>
                    <a:pt x="48978" y="32547"/>
                  </a:lnTo>
                  <a:cubicBezTo>
                    <a:pt x="48976" y="31643"/>
                    <a:pt x="48655" y="30642"/>
                    <a:pt x="48146" y="29758"/>
                  </a:cubicBezTo>
                  <a:cubicBezTo>
                    <a:pt x="47616" y="28814"/>
                    <a:pt x="46930" y="28138"/>
                    <a:pt x="46138" y="27642"/>
                  </a:cubicBezTo>
                  <a:lnTo>
                    <a:pt x="43668" y="26213"/>
                  </a:lnTo>
                  <a:lnTo>
                    <a:pt x="43665" y="26208"/>
                  </a:lnTo>
                  <a:lnTo>
                    <a:pt x="10657" y="7154"/>
                  </a:lnTo>
                  <a:lnTo>
                    <a:pt x="2831" y="2635"/>
                  </a:lnTo>
                  <a:lnTo>
                    <a:pt x="1178" y="1679"/>
                  </a:lnTo>
                  <a:cubicBezTo>
                    <a:pt x="973" y="1557"/>
                    <a:pt x="779" y="1417"/>
                    <a:pt x="602" y="1258"/>
                  </a:cubicBezTo>
                  <a:cubicBezTo>
                    <a:pt x="522" y="1185"/>
                    <a:pt x="448" y="1106"/>
                    <a:pt x="383" y="1021"/>
                  </a:cubicBezTo>
                  <a:cubicBezTo>
                    <a:pt x="316" y="942"/>
                    <a:pt x="256" y="857"/>
                    <a:pt x="206" y="769"/>
                  </a:cubicBezTo>
                  <a:cubicBezTo>
                    <a:pt x="174" y="712"/>
                    <a:pt x="146" y="652"/>
                    <a:pt x="119" y="592"/>
                  </a:cubicBezTo>
                  <a:cubicBezTo>
                    <a:pt x="94" y="535"/>
                    <a:pt x="74" y="475"/>
                    <a:pt x="62" y="414"/>
                  </a:cubicBezTo>
                  <a:cubicBezTo>
                    <a:pt x="46" y="373"/>
                    <a:pt x="36" y="331"/>
                    <a:pt x="34" y="287"/>
                  </a:cubicBezTo>
                  <a:cubicBezTo>
                    <a:pt x="19" y="247"/>
                    <a:pt x="12" y="204"/>
                    <a:pt x="14" y="162"/>
                  </a:cubicBezTo>
                  <a:cubicBezTo>
                    <a:pt x="10" y="146"/>
                    <a:pt x="7" y="129"/>
                    <a:pt x="5" y="113"/>
                  </a:cubicBezTo>
                  <a:close/>
                </a:path>
              </a:pathLst>
            </a:custGeom>
            <a:solidFill>
              <a:srgbClr val="E7478D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493" name="CustomShape 14"/>
            <p:cNvSpPr/>
            <p:nvPr/>
          </p:nvSpPr>
          <p:spPr>
            <a:xfrm>
              <a:off x="7560720" y="824400"/>
              <a:ext cx="1536480" cy="910080"/>
            </a:xfrm>
            <a:custGeom>
              <a:avLst/>
              <a:gdLst/>
              <a:ahLst/>
              <a:cxnLst/>
              <a:rect l="l" t="t" r="r" b="b"/>
              <a:pathLst>
                <a:path w="61472" h="36422">
                  <a:moveTo>
                    <a:pt x="11623" y="0"/>
                  </a:moveTo>
                  <a:cubicBezTo>
                    <a:pt x="10598" y="0"/>
                    <a:pt x="9573" y="226"/>
                    <a:pt x="8792" y="677"/>
                  </a:cubicBezTo>
                  <a:lnTo>
                    <a:pt x="1176" y="5074"/>
                  </a:lnTo>
                  <a:cubicBezTo>
                    <a:pt x="416" y="5512"/>
                    <a:pt x="30" y="6083"/>
                    <a:pt x="0" y="6658"/>
                  </a:cubicBezTo>
                  <a:lnTo>
                    <a:pt x="3" y="6665"/>
                  </a:lnTo>
                  <a:lnTo>
                    <a:pt x="3" y="6770"/>
                  </a:lnTo>
                  <a:cubicBezTo>
                    <a:pt x="7" y="6790"/>
                    <a:pt x="8" y="6805"/>
                    <a:pt x="12" y="6825"/>
                  </a:cubicBezTo>
                  <a:cubicBezTo>
                    <a:pt x="12" y="6867"/>
                    <a:pt x="18" y="6910"/>
                    <a:pt x="32" y="6950"/>
                  </a:cubicBezTo>
                  <a:cubicBezTo>
                    <a:pt x="34" y="6994"/>
                    <a:pt x="44" y="7037"/>
                    <a:pt x="60" y="7077"/>
                  </a:cubicBezTo>
                  <a:cubicBezTo>
                    <a:pt x="72" y="7139"/>
                    <a:pt x="90" y="7199"/>
                    <a:pt x="117" y="7256"/>
                  </a:cubicBezTo>
                  <a:cubicBezTo>
                    <a:pt x="144" y="7316"/>
                    <a:pt x="171" y="7375"/>
                    <a:pt x="204" y="7432"/>
                  </a:cubicBezTo>
                  <a:cubicBezTo>
                    <a:pt x="254" y="7522"/>
                    <a:pt x="314" y="7607"/>
                    <a:pt x="379" y="7686"/>
                  </a:cubicBezTo>
                  <a:cubicBezTo>
                    <a:pt x="446" y="7769"/>
                    <a:pt x="520" y="7848"/>
                    <a:pt x="600" y="7921"/>
                  </a:cubicBezTo>
                  <a:cubicBezTo>
                    <a:pt x="777" y="8080"/>
                    <a:pt x="971" y="8222"/>
                    <a:pt x="1175" y="8344"/>
                  </a:cubicBezTo>
                  <a:lnTo>
                    <a:pt x="2829" y="9298"/>
                  </a:lnTo>
                  <a:lnTo>
                    <a:pt x="10655" y="13817"/>
                  </a:lnTo>
                  <a:lnTo>
                    <a:pt x="43663" y="32871"/>
                  </a:lnTo>
                  <a:lnTo>
                    <a:pt x="43666" y="32876"/>
                  </a:lnTo>
                  <a:lnTo>
                    <a:pt x="46136" y="34305"/>
                  </a:lnTo>
                  <a:lnTo>
                    <a:pt x="46144" y="34306"/>
                  </a:lnTo>
                  <a:cubicBezTo>
                    <a:pt x="46928" y="34761"/>
                    <a:pt x="47629" y="35533"/>
                    <a:pt x="48144" y="36421"/>
                  </a:cubicBezTo>
                  <a:lnTo>
                    <a:pt x="50851" y="34859"/>
                  </a:lnTo>
                  <a:cubicBezTo>
                    <a:pt x="50374" y="34024"/>
                    <a:pt x="49708" y="33299"/>
                    <a:pt x="48971" y="32871"/>
                  </a:cubicBezTo>
                  <a:cubicBezTo>
                    <a:pt x="48607" y="32659"/>
                    <a:pt x="48258" y="32460"/>
                    <a:pt x="47938" y="32275"/>
                  </a:cubicBezTo>
                  <a:lnTo>
                    <a:pt x="47486" y="32014"/>
                  </a:lnTo>
                  <a:cubicBezTo>
                    <a:pt x="46994" y="31725"/>
                    <a:pt x="46622" y="31509"/>
                    <a:pt x="46433" y="31407"/>
                  </a:cubicBezTo>
                  <a:lnTo>
                    <a:pt x="46329" y="31346"/>
                  </a:lnTo>
                  <a:cubicBezTo>
                    <a:pt x="46324" y="31344"/>
                    <a:pt x="46321" y="31342"/>
                    <a:pt x="46318" y="31337"/>
                  </a:cubicBezTo>
                  <a:lnTo>
                    <a:pt x="10650" y="10746"/>
                  </a:lnTo>
                  <a:lnTo>
                    <a:pt x="4784" y="7361"/>
                  </a:lnTo>
                  <a:cubicBezTo>
                    <a:pt x="4162" y="7004"/>
                    <a:pt x="4162" y="6414"/>
                    <a:pt x="4785" y="6055"/>
                  </a:cubicBezTo>
                  <a:lnTo>
                    <a:pt x="10486" y="2763"/>
                  </a:lnTo>
                  <a:cubicBezTo>
                    <a:pt x="10528" y="2737"/>
                    <a:pt x="10571" y="2717"/>
                    <a:pt x="10618" y="2702"/>
                  </a:cubicBezTo>
                  <a:cubicBezTo>
                    <a:pt x="10646" y="2680"/>
                    <a:pt x="10680" y="2667"/>
                    <a:pt x="10715" y="2660"/>
                  </a:cubicBezTo>
                  <a:cubicBezTo>
                    <a:pt x="10732" y="2645"/>
                    <a:pt x="10752" y="2636"/>
                    <a:pt x="10775" y="2633"/>
                  </a:cubicBezTo>
                  <a:cubicBezTo>
                    <a:pt x="10855" y="2603"/>
                    <a:pt x="10935" y="2580"/>
                    <a:pt x="11019" y="2560"/>
                  </a:cubicBezTo>
                  <a:cubicBezTo>
                    <a:pt x="11116" y="2535"/>
                    <a:pt x="11214" y="2518"/>
                    <a:pt x="11315" y="2510"/>
                  </a:cubicBezTo>
                  <a:cubicBezTo>
                    <a:pt x="11417" y="2498"/>
                    <a:pt x="11519" y="2493"/>
                    <a:pt x="11622" y="2491"/>
                  </a:cubicBezTo>
                  <a:cubicBezTo>
                    <a:pt x="11632" y="2491"/>
                    <a:pt x="11643" y="2491"/>
                    <a:pt x="11653" y="2491"/>
                  </a:cubicBezTo>
                  <a:cubicBezTo>
                    <a:pt x="11744" y="2491"/>
                    <a:pt x="11836" y="2498"/>
                    <a:pt x="11928" y="2511"/>
                  </a:cubicBezTo>
                  <a:cubicBezTo>
                    <a:pt x="12005" y="2518"/>
                    <a:pt x="12082" y="2530"/>
                    <a:pt x="12157" y="2545"/>
                  </a:cubicBezTo>
                  <a:lnTo>
                    <a:pt x="12309" y="2586"/>
                  </a:lnTo>
                  <a:cubicBezTo>
                    <a:pt x="12391" y="2605"/>
                    <a:pt x="12469" y="2633"/>
                    <a:pt x="12546" y="2668"/>
                  </a:cubicBezTo>
                  <a:cubicBezTo>
                    <a:pt x="12615" y="2697"/>
                    <a:pt x="12686" y="2732"/>
                    <a:pt x="12750" y="2762"/>
                  </a:cubicBezTo>
                  <a:lnTo>
                    <a:pt x="54284" y="26738"/>
                  </a:lnTo>
                  <a:lnTo>
                    <a:pt x="54289" y="26734"/>
                  </a:lnTo>
                  <a:lnTo>
                    <a:pt x="56772" y="28171"/>
                  </a:lnTo>
                  <a:cubicBezTo>
                    <a:pt x="57555" y="28624"/>
                    <a:pt x="58264" y="29392"/>
                    <a:pt x="58777" y="30283"/>
                  </a:cubicBezTo>
                  <a:lnTo>
                    <a:pt x="61472" y="28726"/>
                  </a:lnTo>
                  <a:cubicBezTo>
                    <a:pt x="60997" y="27890"/>
                    <a:pt x="60329" y="27165"/>
                    <a:pt x="59592" y="26739"/>
                  </a:cubicBezTo>
                  <a:cubicBezTo>
                    <a:pt x="59228" y="26525"/>
                    <a:pt x="58879" y="26328"/>
                    <a:pt x="58560" y="26141"/>
                  </a:cubicBezTo>
                  <a:lnTo>
                    <a:pt x="58108" y="25882"/>
                  </a:lnTo>
                  <a:cubicBezTo>
                    <a:pt x="57901" y="25758"/>
                    <a:pt x="57711" y="25650"/>
                    <a:pt x="57549" y="25555"/>
                  </a:cubicBezTo>
                  <a:cubicBezTo>
                    <a:pt x="57462" y="25508"/>
                    <a:pt x="57392" y="25464"/>
                    <a:pt x="57325" y="25428"/>
                  </a:cubicBezTo>
                  <a:cubicBezTo>
                    <a:pt x="57255" y="25386"/>
                    <a:pt x="57200" y="25356"/>
                    <a:pt x="57146" y="25327"/>
                  </a:cubicBezTo>
                  <a:cubicBezTo>
                    <a:pt x="57079" y="25291"/>
                    <a:pt x="57031" y="25257"/>
                    <a:pt x="56994" y="25234"/>
                  </a:cubicBezTo>
                  <a:cubicBezTo>
                    <a:pt x="56961" y="25215"/>
                    <a:pt x="56939" y="25205"/>
                    <a:pt x="56939" y="25205"/>
                  </a:cubicBezTo>
                  <a:lnTo>
                    <a:pt x="14454" y="677"/>
                  </a:lnTo>
                  <a:cubicBezTo>
                    <a:pt x="13673" y="226"/>
                    <a:pt x="12648" y="0"/>
                    <a:pt x="11623" y="0"/>
                  </a:cubicBezTo>
                  <a:close/>
                </a:path>
              </a:pathLst>
            </a:custGeom>
            <a:solidFill>
              <a:srgbClr val="FF66A7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494" name="CustomShape 15"/>
            <p:cNvSpPr/>
            <p:nvPr/>
          </p:nvSpPr>
          <p:spPr>
            <a:xfrm>
              <a:off x="7185960" y="1221840"/>
              <a:ext cx="199800" cy="306720"/>
            </a:xfrm>
            <a:custGeom>
              <a:avLst/>
              <a:gdLst/>
              <a:ahLst/>
              <a:cxnLst/>
              <a:rect l="l" t="t" r="r" b="b"/>
              <a:pathLst>
                <a:path w="8000" h="12290">
                  <a:moveTo>
                    <a:pt x="7968" y="1"/>
                  </a:moveTo>
                  <a:lnTo>
                    <a:pt x="0" y="4602"/>
                  </a:lnTo>
                  <a:lnTo>
                    <a:pt x="2" y="7671"/>
                  </a:lnTo>
                  <a:lnTo>
                    <a:pt x="8000" y="12289"/>
                  </a:lnTo>
                  <a:lnTo>
                    <a:pt x="7968" y="1"/>
                  </a:lnTo>
                  <a:close/>
                </a:path>
              </a:pathLst>
            </a:custGeom>
            <a:solidFill>
              <a:srgbClr val="34518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495" name="CustomShape 16"/>
            <p:cNvSpPr/>
            <p:nvPr/>
          </p:nvSpPr>
          <p:spPr>
            <a:xfrm>
              <a:off x="8588880" y="1901880"/>
              <a:ext cx="87120" cy="1677240"/>
            </a:xfrm>
            <a:custGeom>
              <a:avLst/>
              <a:gdLst/>
              <a:ahLst/>
              <a:cxnLst/>
              <a:rect l="l" t="t" r="r" b="b"/>
              <a:pathLst>
                <a:path w="3493" h="67106">
                  <a:moveTo>
                    <a:pt x="2706" y="1"/>
                  </a:moveTo>
                  <a:lnTo>
                    <a:pt x="11" y="1556"/>
                  </a:lnTo>
                  <a:cubicBezTo>
                    <a:pt x="526" y="2447"/>
                    <a:pt x="836" y="3444"/>
                    <a:pt x="838" y="4348"/>
                  </a:cubicBezTo>
                  <a:cubicBezTo>
                    <a:pt x="838" y="4348"/>
                    <a:pt x="840" y="7217"/>
                    <a:pt x="835" y="7220"/>
                  </a:cubicBezTo>
                  <a:lnTo>
                    <a:pt x="831" y="64991"/>
                  </a:lnTo>
                  <a:cubicBezTo>
                    <a:pt x="831" y="65502"/>
                    <a:pt x="821" y="66631"/>
                    <a:pt x="1" y="67106"/>
                  </a:cubicBezTo>
                  <a:lnTo>
                    <a:pt x="2160" y="65860"/>
                  </a:lnTo>
                  <a:cubicBezTo>
                    <a:pt x="2893" y="65437"/>
                    <a:pt x="3488" y="64361"/>
                    <a:pt x="3488" y="63459"/>
                  </a:cubicBezTo>
                  <a:lnTo>
                    <a:pt x="3490" y="5688"/>
                  </a:lnTo>
                  <a:cubicBezTo>
                    <a:pt x="3490" y="5688"/>
                    <a:pt x="3493" y="5664"/>
                    <a:pt x="3493" y="5626"/>
                  </a:cubicBezTo>
                  <a:cubicBezTo>
                    <a:pt x="3490" y="5583"/>
                    <a:pt x="3486" y="5524"/>
                    <a:pt x="3488" y="5447"/>
                  </a:cubicBezTo>
                  <a:cubicBezTo>
                    <a:pt x="3490" y="5385"/>
                    <a:pt x="3491" y="5324"/>
                    <a:pt x="3490" y="5242"/>
                  </a:cubicBezTo>
                  <a:cubicBezTo>
                    <a:pt x="3491" y="5167"/>
                    <a:pt x="3490" y="5085"/>
                    <a:pt x="3491" y="4984"/>
                  </a:cubicBezTo>
                  <a:cubicBezTo>
                    <a:pt x="3488" y="4796"/>
                    <a:pt x="3491" y="4577"/>
                    <a:pt x="3488" y="4336"/>
                  </a:cubicBezTo>
                  <a:lnTo>
                    <a:pt x="3488" y="3815"/>
                  </a:lnTo>
                  <a:cubicBezTo>
                    <a:pt x="3488" y="3446"/>
                    <a:pt x="3490" y="3045"/>
                    <a:pt x="3488" y="2622"/>
                  </a:cubicBezTo>
                  <a:cubicBezTo>
                    <a:pt x="3486" y="1770"/>
                    <a:pt x="3192" y="829"/>
                    <a:pt x="2706" y="1"/>
                  </a:cubicBezTo>
                  <a:close/>
                </a:path>
              </a:pathLst>
            </a:custGeom>
            <a:solidFill>
              <a:srgbClr val="6F89D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496" name="CustomShape 17"/>
            <p:cNvSpPr/>
            <p:nvPr/>
          </p:nvSpPr>
          <p:spPr>
            <a:xfrm>
              <a:off x="7385040" y="1245960"/>
              <a:ext cx="1224360" cy="2337840"/>
            </a:xfrm>
            <a:custGeom>
              <a:avLst/>
              <a:gdLst/>
              <a:ahLst/>
              <a:cxnLst/>
              <a:rect l="l" t="t" r="r" b="b"/>
              <a:pathLst>
                <a:path w="48988" h="93528">
                  <a:moveTo>
                    <a:pt x="1049" y="0"/>
                  </a:moveTo>
                  <a:cubicBezTo>
                    <a:pt x="1034" y="0"/>
                    <a:pt x="1019" y="0"/>
                    <a:pt x="1004" y="1"/>
                  </a:cubicBezTo>
                  <a:cubicBezTo>
                    <a:pt x="902" y="1"/>
                    <a:pt x="800" y="8"/>
                    <a:pt x="699" y="19"/>
                  </a:cubicBezTo>
                  <a:cubicBezTo>
                    <a:pt x="598" y="26"/>
                    <a:pt x="500" y="43"/>
                    <a:pt x="403" y="69"/>
                  </a:cubicBezTo>
                  <a:cubicBezTo>
                    <a:pt x="319" y="88"/>
                    <a:pt x="237" y="113"/>
                    <a:pt x="157" y="143"/>
                  </a:cubicBezTo>
                  <a:cubicBezTo>
                    <a:pt x="135" y="145"/>
                    <a:pt x="114" y="155"/>
                    <a:pt x="99" y="170"/>
                  </a:cubicBezTo>
                  <a:cubicBezTo>
                    <a:pt x="65" y="176"/>
                    <a:pt x="34" y="188"/>
                    <a:pt x="3" y="201"/>
                  </a:cubicBezTo>
                  <a:lnTo>
                    <a:pt x="0" y="210"/>
                  </a:lnTo>
                  <a:lnTo>
                    <a:pt x="32" y="8255"/>
                  </a:lnTo>
                  <a:lnTo>
                    <a:pt x="39" y="11325"/>
                  </a:lnTo>
                  <a:lnTo>
                    <a:pt x="249" y="63651"/>
                  </a:lnTo>
                  <a:cubicBezTo>
                    <a:pt x="254" y="65452"/>
                    <a:pt x="1529" y="67646"/>
                    <a:pt x="3096" y="68545"/>
                  </a:cubicBezTo>
                  <a:lnTo>
                    <a:pt x="38361" y="88696"/>
                  </a:lnTo>
                  <a:lnTo>
                    <a:pt x="46147" y="93147"/>
                  </a:lnTo>
                  <a:cubicBezTo>
                    <a:pt x="46599" y="93405"/>
                    <a:pt x="47027" y="93527"/>
                    <a:pt x="47407" y="93527"/>
                  </a:cubicBezTo>
                  <a:cubicBezTo>
                    <a:pt x="48343" y="93527"/>
                    <a:pt x="48988" y="92784"/>
                    <a:pt x="48988" y="91500"/>
                  </a:cubicBezTo>
                  <a:lnTo>
                    <a:pt x="48988" y="33443"/>
                  </a:lnTo>
                  <a:lnTo>
                    <a:pt x="48988" y="30583"/>
                  </a:lnTo>
                  <a:cubicBezTo>
                    <a:pt x="48986" y="29677"/>
                    <a:pt x="48672" y="28673"/>
                    <a:pt x="48161" y="27791"/>
                  </a:cubicBezTo>
                  <a:cubicBezTo>
                    <a:pt x="47631" y="26875"/>
                    <a:pt x="46963" y="26170"/>
                    <a:pt x="46149" y="25683"/>
                  </a:cubicBezTo>
                  <a:lnTo>
                    <a:pt x="43671" y="24254"/>
                  </a:lnTo>
                  <a:lnTo>
                    <a:pt x="43668" y="24247"/>
                  </a:lnTo>
                  <a:lnTo>
                    <a:pt x="2134" y="272"/>
                  </a:lnTo>
                  <a:cubicBezTo>
                    <a:pt x="2070" y="240"/>
                    <a:pt x="1998" y="206"/>
                    <a:pt x="1928" y="178"/>
                  </a:cubicBezTo>
                  <a:cubicBezTo>
                    <a:pt x="1851" y="146"/>
                    <a:pt x="1773" y="118"/>
                    <a:pt x="1693" y="94"/>
                  </a:cubicBezTo>
                  <a:lnTo>
                    <a:pt x="1541" y="54"/>
                  </a:lnTo>
                  <a:cubicBezTo>
                    <a:pt x="1464" y="39"/>
                    <a:pt x="1387" y="28"/>
                    <a:pt x="1310" y="21"/>
                  </a:cubicBezTo>
                  <a:cubicBezTo>
                    <a:pt x="1225" y="8"/>
                    <a:pt x="1137" y="0"/>
                    <a:pt x="1049" y="0"/>
                  </a:cubicBezTo>
                  <a:close/>
                </a:path>
              </a:pathLst>
            </a:custGeom>
            <a:solidFill>
              <a:srgbClr val="4C68A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497" name="CustomShape 18"/>
            <p:cNvSpPr/>
            <p:nvPr/>
          </p:nvSpPr>
          <p:spPr>
            <a:xfrm>
              <a:off x="7219080" y="1285560"/>
              <a:ext cx="1346400" cy="2364480"/>
            </a:xfrm>
            <a:custGeom>
              <a:avLst/>
              <a:gdLst/>
              <a:ahLst/>
              <a:cxnLst/>
              <a:rect l="l" t="t" r="r" b="b"/>
              <a:pathLst>
                <a:path w="53875" h="94599">
                  <a:moveTo>
                    <a:pt x="7559" y="0"/>
                  </a:moveTo>
                  <a:lnTo>
                    <a:pt x="0" y="4356"/>
                  </a:lnTo>
                  <a:lnTo>
                    <a:pt x="46318" y="31102"/>
                  </a:lnTo>
                  <a:lnTo>
                    <a:pt x="46219" y="94598"/>
                  </a:lnTo>
                  <a:lnTo>
                    <a:pt x="53056" y="90650"/>
                  </a:lnTo>
                  <a:cubicBezTo>
                    <a:pt x="53563" y="90358"/>
                    <a:pt x="53873" y="89818"/>
                    <a:pt x="53873" y="89235"/>
                  </a:cubicBezTo>
                  <a:lnTo>
                    <a:pt x="53875" y="28627"/>
                  </a:lnTo>
                  <a:cubicBezTo>
                    <a:pt x="53875" y="27459"/>
                    <a:pt x="53252" y="26380"/>
                    <a:pt x="52241" y="25795"/>
                  </a:cubicBezTo>
                  <a:lnTo>
                    <a:pt x="75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498" name="CustomShape 19"/>
            <p:cNvSpPr/>
            <p:nvPr/>
          </p:nvSpPr>
          <p:spPr>
            <a:xfrm>
              <a:off x="8374680" y="1960200"/>
              <a:ext cx="191160" cy="1689840"/>
            </a:xfrm>
            <a:custGeom>
              <a:avLst/>
              <a:gdLst/>
              <a:ahLst/>
              <a:cxnLst/>
              <a:rect l="l" t="t" r="r" b="b"/>
              <a:pathLst>
                <a:path w="7656" h="67608">
                  <a:moveTo>
                    <a:pt x="7218" y="1"/>
                  </a:moveTo>
                  <a:lnTo>
                    <a:pt x="99" y="4111"/>
                  </a:lnTo>
                  <a:lnTo>
                    <a:pt x="0" y="67607"/>
                  </a:lnTo>
                  <a:lnTo>
                    <a:pt x="6837" y="63659"/>
                  </a:lnTo>
                  <a:cubicBezTo>
                    <a:pt x="7344" y="63367"/>
                    <a:pt x="7654" y="62829"/>
                    <a:pt x="7654" y="62244"/>
                  </a:cubicBezTo>
                  <a:lnTo>
                    <a:pt x="7656" y="1636"/>
                  </a:lnTo>
                  <a:cubicBezTo>
                    <a:pt x="7656" y="1062"/>
                    <a:pt x="7506" y="499"/>
                    <a:pt x="7218" y="1"/>
                  </a:cubicBezTo>
                  <a:close/>
                </a:path>
              </a:pathLst>
            </a:custGeom>
            <a:solidFill>
              <a:srgbClr val="DAE6EA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499" name="CustomShape 20"/>
            <p:cNvSpPr/>
            <p:nvPr/>
          </p:nvSpPr>
          <p:spPr>
            <a:xfrm>
              <a:off x="7222320" y="1269000"/>
              <a:ext cx="217080" cy="121320"/>
            </a:xfrm>
            <a:custGeom>
              <a:avLst/>
              <a:gdLst/>
              <a:ahLst/>
              <a:cxnLst/>
              <a:rect l="l" t="t" r="r" b="b"/>
              <a:pathLst>
                <a:path w="8703" h="4862">
                  <a:moveTo>
                    <a:pt x="7748" y="1"/>
                  </a:moveTo>
                  <a:cubicBezTo>
                    <a:pt x="7438" y="1"/>
                    <a:pt x="7097" y="83"/>
                    <a:pt x="6826" y="239"/>
                  </a:cubicBezTo>
                  <a:lnTo>
                    <a:pt x="554" y="3853"/>
                  </a:lnTo>
                  <a:cubicBezTo>
                    <a:pt x="84" y="4124"/>
                    <a:pt x="1" y="4517"/>
                    <a:pt x="368" y="4729"/>
                  </a:cubicBezTo>
                  <a:cubicBezTo>
                    <a:pt x="523" y="4818"/>
                    <a:pt x="733" y="4862"/>
                    <a:pt x="959" y="4862"/>
                  </a:cubicBezTo>
                  <a:cubicBezTo>
                    <a:pt x="1270" y="4862"/>
                    <a:pt x="1612" y="4780"/>
                    <a:pt x="1884" y="4622"/>
                  </a:cubicBezTo>
                  <a:lnTo>
                    <a:pt x="8149" y="1005"/>
                  </a:lnTo>
                  <a:cubicBezTo>
                    <a:pt x="8619" y="734"/>
                    <a:pt x="8702" y="343"/>
                    <a:pt x="8336" y="132"/>
                  </a:cubicBezTo>
                  <a:cubicBezTo>
                    <a:pt x="8182" y="44"/>
                    <a:pt x="7974" y="1"/>
                    <a:pt x="7748" y="1"/>
                  </a:cubicBezTo>
                  <a:close/>
                </a:path>
              </a:pathLst>
            </a:custGeom>
            <a:solidFill>
              <a:srgbClr val="FFDB4C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00" name="CustomShape 21"/>
            <p:cNvSpPr/>
            <p:nvPr/>
          </p:nvSpPr>
          <p:spPr>
            <a:xfrm>
              <a:off x="8323200" y="2055240"/>
              <a:ext cx="87120" cy="1677240"/>
            </a:xfrm>
            <a:custGeom>
              <a:avLst/>
              <a:gdLst/>
              <a:ahLst/>
              <a:cxnLst/>
              <a:rect l="l" t="t" r="r" b="b"/>
              <a:pathLst>
                <a:path w="3492" h="67104">
                  <a:moveTo>
                    <a:pt x="2707" y="0"/>
                  </a:moveTo>
                  <a:lnTo>
                    <a:pt x="0" y="1564"/>
                  </a:lnTo>
                  <a:cubicBezTo>
                    <a:pt x="513" y="2453"/>
                    <a:pt x="830" y="3447"/>
                    <a:pt x="830" y="4361"/>
                  </a:cubicBezTo>
                  <a:cubicBezTo>
                    <a:pt x="830" y="4361"/>
                    <a:pt x="830" y="7215"/>
                    <a:pt x="834" y="7220"/>
                  </a:cubicBezTo>
                  <a:lnTo>
                    <a:pt x="829" y="34771"/>
                  </a:lnTo>
                  <a:lnTo>
                    <a:pt x="830" y="64992"/>
                  </a:lnTo>
                  <a:cubicBezTo>
                    <a:pt x="830" y="65472"/>
                    <a:pt x="849" y="66614"/>
                    <a:pt x="0" y="67104"/>
                  </a:cubicBezTo>
                  <a:cubicBezTo>
                    <a:pt x="0" y="67104"/>
                    <a:pt x="1815" y="66058"/>
                    <a:pt x="2159" y="65859"/>
                  </a:cubicBezTo>
                  <a:cubicBezTo>
                    <a:pt x="2892" y="65437"/>
                    <a:pt x="3485" y="64361"/>
                    <a:pt x="3485" y="63458"/>
                  </a:cubicBezTo>
                  <a:lnTo>
                    <a:pt x="3485" y="36311"/>
                  </a:lnTo>
                  <a:cubicBezTo>
                    <a:pt x="3485" y="36311"/>
                    <a:pt x="3489" y="5688"/>
                    <a:pt x="3489" y="5673"/>
                  </a:cubicBezTo>
                  <a:lnTo>
                    <a:pt x="3489" y="5552"/>
                  </a:lnTo>
                  <a:cubicBezTo>
                    <a:pt x="3492" y="5340"/>
                    <a:pt x="3492" y="4907"/>
                    <a:pt x="3489" y="4338"/>
                  </a:cubicBezTo>
                  <a:lnTo>
                    <a:pt x="3489" y="3815"/>
                  </a:lnTo>
                  <a:cubicBezTo>
                    <a:pt x="3487" y="3445"/>
                    <a:pt x="3489" y="3044"/>
                    <a:pt x="3487" y="2623"/>
                  </a:cubicBezTo>
                  <a:cubicBezTo>
                    <a:pt x="3487" y="1770"/>
                    <a:pt x="3193" y="831"/>
                    <a:pt x="2707" y="0"/>
                  </a:cubicBezTo>
                  <a:close/>
                </a:path>
              </a:pathLst>
            </a:custGeom>
            <a:solidFill>
              <a:srgbClr val="6F89D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01" name="CustomShape 22"/>
            <p:cNvSpPr/>
            <p:nvPr/>
          </p:nvSpPr>
          <p:spPr>
            <a:xfrm>
              <a:off x="7119720" y="1350360"/>
              <a:ext cx="1224000" cy="2387160"/>
            </a:xfrm>
            <a:custGeom>
              <a:avLst/>
              <a:gdLst/>
              <a:ahLst/>
              <a:cxnLst/>
              <a:rect l="l" t="t" r="r" b="b"/>
              <a:pathLst>
                <a:path w="48980" h="95494">
                  <a:moveTo>
                    <a:pt x="4" y="1"/>
                  </a:moveTo>
                  <a:lnTo>
                    <a:pt x="4" y="1"/>
                  </a:lnTo>
                  <a:cubicBezTo>
                    <a:pt x="1" y="34"/>
                    <a:pt x="1" y="67"/>
                    <a:pt x="4" y="99"/>
                  </a:cubicBezTo>
                  <a:lnTo>
                    <a:pt x="4" y="99"/>
                  </a:lnTo>
                  <a:lnTo>
                    <a:pt x="4" y="1"/>
                  </a:lnTo>
                  <a:close/>
                  <a:moveTo>
                    <a:pt x="4" y="99"/>
                  </a:moveTo>
                  <a:lnTo>
                    <a:pt x="14" y="65217"/>
                  </a:lnTo>
                  <a:cubicBezTo>
                    <a:pt x="14" y="67021"/>
                    <a:pt x="1294" y="69211"/>
                    <a:pt x="2863" y="70110"/>
                  </a:cubicBezTo>
                  <a:lnTo>
                    <a:pt x="46139" y="95114"/>
                  </a:lnTo>
                  <a:cubicBezTo>
                    <a:pt x="46591" y="95371"/>
                    <a:pt x="47018" y="95493"/>
                    <a:pt x="47397" y="95493"/>
                  </a:cubicBezTo>
                  <a:cubicBezTo>
                    <a:pt x="48331" y="95493"/>
                    <a:pt x="48975" y="94752"/>
                    <a:pt x="48978" y="93466"/>
                  </a:cubicBezTo>
                  <a:lnTo>
                    <a:pt x="48980" y="84526"/>
                  </a:lnTo>
                  <a:lnTo>
                    <a:pt x="48976" y="35410"/>
                  </a:lnTo>
                  <a:lnTo>
                    <a:pt x="48976" y="32548"/>
                  </a:lnTo>
                  <a:cubicBezTo>
                    <a:pt x="48975" y="31644"/>
                    <a:pt x="48654" y="30643"/>
                    <a:pt x="48144" y="29759"/>
                  </a:cubicBezTo>
                  <a:cubicBezTo>
                    <a:pt x="47615" y="28815"/>
                    <a:pt x="46928" y="28139"/>
                    <a:pt x="46138" y="27642"/>
                  </a:cubicBezTo>
                  <a:lnTo>
                    <a:pt x="43667" y="26215"/>
                  </a:lnTo>
                  <a:lnTo>
                    <a:pt x="43663" y="26209"/>
                  </a:lnTo>
                  <a:lnTo>
                    <a:pt x="10657" y="7155"/>
                  </a:lnTo>
                  <a:lnTo>
                    <a:pt x="2833" y="2636"/>
                  </a:lnTo>
                  <a:lnTo>
                    <a:pt x="1178" y="1682"/>
                  </a:lnTo>
                  <a:cubicBezTo>
                    <a:pt x="973" y="1560"/>
                    <a:pt x="781" y="1418"/>
                    <a:pt x="602" y="1259"/>
                  </a:cubicBezTo>
                  <a:cubicBezTo>
                    <a:pt x="522" y="1185"/>
                    <a:pt x="450" y="1107"/>
                    <a:pt x="383" y="1023"/>
                  </a:cubicBezTo>
                  <a:cubicBezTo>
                    <a:pt x="316" y="943"/>
                    <a:pt x="258" y="860"/>
                    <a:pt x="206" y="769"/>
                  </a:cubicBezTo>
                  <a:cubicBezTo>
                    <a:pt x="174" y="713"/>
                    <a:pt x="146" y="652"/>
                    <a:pt x="119" y="594"/>
                  </a:cubicBezTo>
                  <a:cubicBezTo>
                    <a:pt x="94" y="535"/>
                    <a:pt x="74" y="477"/>
                    <a:pt x="62" y="415"/>
                  </a:cubicBezTo>
                  <a:cubicBezTo>
                    <a:pt x="46" y="375"/>
                    <a:pt x="36" y="332"/>
                    <a:pt x="34" y="288"/>
                  </a:cubicBezTo>
                  <a:cubicBezTo>
                    <a:pt x="17" y="248"/>
                    <a:pt x="11" y="205"/>
                    <a:pt x="14" y="163"/>
                  </a:cubicBezTo>
                  <a:cubicBezTo>
                    <a:pt x="9" y="142"/>
                    <a:pt x="6" y="120"/>
                    <a:pt x="4" y="99"/>
                  </a:cubicBezTo>
                  <a:close/>
                </a:path>
              </a:pathLst>
            </a:custGeom>
            <a:solidFill>
              <a:srgbClr val="7FA8E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02" name="CustomShape 23"/>
            <p:cNvSpPr/>
            <p:nvPr/>
          </p:nvSpPr>
          <p:spPr>
            <a:xfrm>
              <a:off x="7119720" y="1183680"/>
              <a:ext cx="1536480" cy="910080"/>
            </a:xfrm>
            <a:custGeom>
              <a:avLst/>
              <a:gdLst/>
              <a:ahLst/>
              <a:cxnLst/>
              <a:rect l="l" t="t" r="r" b="b"/>
              <a:pathLst>
                <a:path w="61472" h="36423">
                  <a:moveTo>
                    <a:pt x="11623" y="1"/>
                  </a:moveTo>
                  <a:cubicBezTo>
                    <a:pt x="10598" y="1"/>
                    <a:pt x="9573" y="226"/>
                    <a:pt x="8792" y="677"/>
                  </a:cubicBezTo>
                  <a:lnTo>
                    <a:pt x="1176" y="5075"/>
                  </a:lnTo>
                  <a:cubicBezTo>
                    <a:pt x="416" y="5513"/>
                    <a:pt x="30" y="6084"/>
                    <a:pt x="0" y="6660"/>
                  </a:cubicBezTo>
                  <a:lnTo>
                    <a:pt x="4" y="6666"/>
                  </a:lnTo>
                  <a:lnTo>
                    <a:pt x="4" y="6769"/>
                  </a:lnTo>
                  <a:cubicBezTo>
                    <a:pt x="7" y="6791"/>
                    <a:pt x="9" y="6804"/>
                    <a:pt x="12" y="6824"/>
                  </a:cubicBezTo>
                  <a:cubicBezTo>
                    <a:pt x="12" y="6868"/>
                    <a:pt x="19" y="6909"/>
                    <a:pt x="32" y="6950"/>
                  </a:cubicBezTo>
                  <a:cubicBezTo>
                    <a:pt x="34" y="6995"/>
                    <a:pt x="44" y="7036"/>
                    <a:pt x="59" y="7078"/>
                  </a:cubicBezTo>
                  <a:cubicBezTo>
                    <a:pt x="72" y="7138"/>
                    <a:pt x="90" y="7198"/>
                    <a:pt x="117" y="7255"/>
                  </a:cubicBezTo>
                  <a:cubicBezTo>
                    <a:pt x="144" y="7315"/>
                    <a:pt x="171" y="7376"/>
                    <a:pt x="204" y="7432"/>
                  </a:cubicBezTo>
                  <a:cubicBezTo>
                    <a:pt x="254" y="7521"/>
                    <a:pt x="314" y="7606"/>
                    <a:pt x="380" y="7685"/>
                  </a:cubicBezTo>
                  <a:cubicBezTo>
                    <a:pt x="446" y="7770"/>
                    <a:pt x="520" y="7848"/>
                    <a:pt x="600" y="7920"/>
                  </a:cubicBezTo>
                  <a:cubicBezTo>
                    <a:pt x="777" y="8081"/>
                    <a:pt x="969" y="8221"/>
                    <a:pt x="1175" y="8343"/>
                  </a:cubicBezTo>
                  <a:lnTo>
                    <a:pt x="2829" y="9299"/>
                  </a:lnTo>
                  <a:lnTo>
                    <a:pt x="10655" y="13818"/>
                  </a:lnTo>
                  <a:lnTo>
                    <a:pt x="43663" y="32872"/>
                  </a:lnTo>
                  <a:lnTo>
                    <a:pt x="43665" y="32877"/>
                  </a:lnTo>
                  <a:lnTo>
                    <a:pt x="46136" y="34304"/>
                  </a:lnTo>
                  <a:lnTo>
                    <a:pt x="46144" y="34307"/>
                  </a:lnTo>
                  <a:cubicBezTo>
                    <a:pt x="46928" y="34761"/>
                    <a:pt x="47629" y="35533"/>
                    <a:pt x="48144" y="36422"/>
                  </a:cubicBezTo>
                  <a:lnTo>
                    <a:pt x="50851" y="34858"/>
                  </a:lnTo>
                  <a:cubicBezTo>
                    <a:pt x="50375" y="34023"/>
                    <a:pt x="49708" y="33299"/>
                    <a:pt x="48971" y="32872"/>
                  </a:cubicBezTo>
                  <a:cubicBezTo>
                    <a:pt x="48607" y="32660"/>
                    <a:pt x="48258" y="32461"/>
                    <a:pt x="47939" y="32275"/>
                  </a:cubicBezTo>
                  <a:lnTo>
                    <a:pt x="47486" y="32015"/>
                  </a:lnTo>
                  <a:cubicBezTo>
                    <a:pt x="46995" y="31726"/>
                    <a:pt x="46622" y="31510"/>
                    <a:pt x="46433" y="31406"/>
                  </a:cubicBezTo>
                  <a:lnTo>
                    <a:pt x="46330" y="31346"/>
                  </a:lnTo>
                  <a:cubicBezTo>
                    <a:pt x="46325" y="31345"/>
                    <a:pt x="46321" y="31341"/>
                    <a:pt x="46318" y="31338"/>
                  </a:cubicBezTo>
                  <a:lnTo>
                    <a:pt x="10650" y="10749"/>
                  </a:lnTo>
                  <a:lnTo>
                    <a:pt x="4784" y="7362"/>
                  </a:lnTo>
                  <a:cubicBezTo>
                    <a:pt x="4162" y="7005"/>
                    <a:pt x="4162" y="6417"/>
                    <a:pt x="4785" y="6056"/>
                  </a:cubicBezTo>
                  <a:lnTo>
                    <a:pt x="10486" y="2764"/>
                  </a:lnTo>
                  <a:cubicBezTo>
                    <a:pt x="10528" y="2739"/>
                    <a:pt x="10571" y="2717"/>
                    <a:pt x="10618" y="2704"/>
                  </a:cubicBezTo>
                  <a:cubicBezTo>
                    <a:pt x="10647" y="2681"/>
                    <a:pt x="10680" y="2667"/>
                    <a:pt x="10715" y="2662"/>
                  </a:cubicBezTo>
                  <a:cubicBezTo>
                    <a:pt x="10732" y="2647"/>
                    <a:pt x="10752" y="2637"/>
                    <a:pt x="10775" y="2634"/>
                  </a:cubicBezTo>
                  <a:cubicBezTo>
                    <a:pt x="10854" y="2606"/>
                    <a:pt x="10936" y="2580"/>
                    <a:pt x="11019" y="2562"/>
                  </a:cubicBezTo>
                  <a:cubicBezTo>
                    <a:pt x="11116" y="2535"/>
                    <a:pt x="11215" y="2519"/>
                    <a:pt x="11315" y="2512"/>
                  </a:cubicBezTo>
                  <a:cubicBezTo>
                    <a:pt x="11417" y="2500"/>
                    <a:pt x="11519" y="2494"/>
                    <a:pt x="11622" y="2494"/>
                  </a:cubicBezTo>
                  <a:cubicBezTo>
                    <a:pt x="11637" y="2493"/>
                    <a:pt x="11652" y="2493"/>
                    <a:pt x="11667" y="2493"/>
                  </a:cubicBezTo>
                  <a:cubicBezTo>
                    <a:pt x="11754" y="2493"/>
                    <a:pt x="11841" y="2501"/>
                    <a:pt x="11928" y="2514"/>
                  </a:cubicBezTo>
                  <a:cubicBezTo>
                    <a:pt x="12005" y="2520"/>
                    <a:pt x="12082" y="2532"/>
                    <a:pt x="12157" y="2547"/>
                  </a:cubicBezTo>
                  <a:lnTo>
                    <a:pt x="12309" y="2587"/>
                  </a:lnTo>
                  <a:cubicBezTo>
                    <a:pt x="12391" y="2607"/>
                    <a:pt x="12469" y="2634"/>
                    <a:pt x="12546" y="2671"/>
                  </a:cubicBezTo>
                  <a:cubicBezTo>
                    <a:pt x="12615" y="2699"/>
                    <a:pt x="12687" y="2734"/>
                    <a:pt x="12750" y="2764"/>
                  </a:cubicBezTo>
                  <a:lnTo>
                    <a:pt x="54284" y="26740"/>
                  </a:lnTo>
                  <a:lnTo>
                    <a:pt x="54289" y="26737"/>
                  </a:lnTo>
                  <a:lnTo>
                    <a:pt x="56772" y="28174"/>
                  </a:lnTo>
                  <a:cubicBezTo>
                    <a:pt x="57556" y="28626"/>
                    <a:pt x="58264" y="29395"/>
                    <a:pt x="58777" y="30284"/>
                  </a:cubicBezTo>
                  <a:lnTo>
                    <a:pt x="61472" y="28728"/>
                  </a:lnTo>
                  <a:cubicBezTo>
                    <a:pt x="60996" y="27893"/>
                    <a:pt x="60329" y="27168"/>
                    <a:pt x="59592" y="26742"/>
                  </a:cubicBezTo>
                  <a:cubicBezTo>
                    <a:pt x="59228" y="26528"/>
                    <a:pt x="58879" y="26331"/>
                    <a:pt x="58560" y="26144"/>
                  </a:cubicBezTo>
                  <a:lnTo>
                    <a:pt x="58107" y="25885"/>
                  </a:lnTo>
                  <a:cubicBezTo>
                    <a:pt x="57901" y="25761"/>
                    <a:pt x="57711" y="25652"/>
                    <a:pt x="57549" y="25557"/>
                  </a:cubicBezTo>
                  <a:cubicBezTo>
                    <a:pt x="57462" y="25510"/>
                    <a:pt x="57392" y="25467"/>
                    <a:pt x="57325" y="25430"/>
                  </a:cubicBezTo>
                  <a:cubicBezTo>
                    <a:pt x="57255" y="25388"/>
                    <a:pt x="57200" y="25358"/>
                    <a:pt x="57146" y="25330"/>
                  </a:cubicBezTo>
                  <a:cubicBezTo>
                    <a:pt x="57079" y="25293"/>
                    <a:pt x="57031" y="25260"/>
                    <a:pt x="56994" y="25236"/>
                  </a:cubicBezTo>
                  <a:cubicBezTo>
                    <a:pt x="56961" y="25218"/>
                    <a:pt x="56939" y="25208"/>
                    <a:pt x="56939" y="25208"/>
                  </a:cubicBezTo>
                  <a:lnTo>
                    <a:pt x="14454" y="677"/>
                  </a:lnTo>
                  <a:cubicBezTo>
                    <a:pt x="13673" y="226"/>
                    <a:pt x="12648" y="1"/>
                    <a:pt x="11623" y="1"/>
                  </a:cubicBezTo>
                  <a:close/>
                </a:path>
              </a:pathLst>
            </a:custGeom>
            <a:solidFill>
              <a:srgbClr val="AACAF9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03" name="CustomShape 24"/>
            <p:cNvSpPr/>
            <p:nvPr/>
          </p:nvSpPr>
          <p:spPr>
            <a:xfrm>
              <a:off x="6020280" y="3539160"/>
              <a:ext cx="1618200" cy="1012320"/>
            </a:xfrm>
            <a:custGeom>
              <a:avLst/>
              <a:gdLst/>
              <a:ahLst/>
              <a:cxnLst/>
              <a:rect l="l" t="t" r="r" b="b"/>
              <a:pathLst>
                <a:path w="64739" h="40501">
                  <a:moveTo>
                    <a:pt x="64739" y="1"/>
                  </a:moveTo>
                  <a:cubicBezTo>
                    <a:pt x="64739" y="947"/>
                    <a:pt x="63766" y="1520"/>
                    <a:pt x="63324" y="1775"/>
                  </a:cubicBezTo>
                  <a:lnTo>
                    <a:pt x="5317" y="35271"/>
                  </a:lnTo>
                  <a:cubicBezTo>
                    <a:pt x="5317" y="35278"/>
                    <a:pt x="2831" y="36710"/>
                    <a:pt x="2831" y="36710"/>
                  </a:cubicBezTo>
                  <a:cubicBezTo>
                    <a:pt x="2046" y="37161"/>
                    <a:pt x="1027" y="37390"/>
                    <a:pt x="1" y="37390"/>
                  </a:cubicBezTo>
                  <a:lnTo>
                    <a:pt x="1" y="40501"/>
                  </a:lnTo>
                  <a:cubicBezTo>
                    <a:pt x="15" y="40501"/>
                    <a:pt x="30" y="40501"/>
                    <a:pt x="44" y="40501"/>
                  </a:cubicBezTo>
                  <a:cubicBezTo>
                    <a:pt x="990" y="40501"/>
                    <a:pt x="1933" y="40285"/>
                    <a:pt x="2661" y="39868"/>
                  </a:cubicBezTo>
                  <a:cubicBezTo>
                    <a:pt x="3027" y="39659"/>
                    <a:pt x="3374" y="39455"/>
                    <a:pt x="3695" y="39273"/>
                  </a:cubicBezTo>
                  <a:lnTo>
                    <a:pt x="4146" y="39010"/>
                  </a:lnTo>
                  <a:cubicBezTo>
                    <a:pt x="4355" y="38893"/>
                    <a:pt x="4544" y="38781"/>
                    <a:pt x="4707" y="38690"/>
                  </a:cubicBezTo>
                  <a:cubicBezTo>
                    <a:pt x="4793" y="38638"/>
                    <a:pt x="4864" y="38598"/>
                    <a:pt x="4930" y="38559"/>
                  </a:cubicBezTo>
                  <a:cubicBezTo>
                    <a:pt x="5001" y="38521"/>
                    <a:pt x="5053" y="38487"/>
                    <a:pt x="5107" y="38456"/>
                  </a:cubicBezTo>
                  <a:cubicBezTo>
                    <a:pt x="5172" y="38416"/>
                    <a:pt x="5224" y="38391"/>
                    <a:pt x="5264" y="38370"/>
                  </a:cubicBezTo>
                  <a:cubicBezTo>
                    <a:pt x="5295" y="38350"/>
                    <a:pt x="5316" y="38337"/>
                    <a:pt x="5316" y="38337"/>
                  </a:cubicBezTo>
                  <a:lnTo>
                    <a:pt x="63324" y="4845"/>
                  </a:lnTo>
                  <a:cubicBezTo>
                    <a:pt x="64106" y="4392"/>
                    <a:pt x="64739" y="3341"/>
                    <a:pt x="64739" y="2492"/>
                  </a:cubicBezTo>
                  <a:lnTo>
                    <a:pt x="64739" y="1"/>
                  </a:lnTo>
                  <a:close/>
                </a:path>
              </a:pathLst>
            </a:custGeom>
            <a:solidFill>
              <a:srgbClr val="5C5CC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04" name="CustomShape 25"/>
            <p:cNvSpPr/>
            <p:nvPr/>
          </p:nvSpPr>
          <p:spPr>
            <a:xfrm>
              <a:off x="4650840" y="2757960"/>
              <a:ext cx="2997360" cy="1715400"/>
            </a:xfrm>
            <a:custGeom>
              <a:avLst/>
              <a:gdLst/>
              <a:ahLst/>
              <a:cxnLst/>
              <a:rect l="l" t="t" r="r" b="b"/>
              <a:pathLst>
                <a:path w="119902" h="68635">
                  <a:moveTo>
                    <a:pt x="65859" y="1"/>
                  </a:moveTo>
                  <a:cubicBezTo>
                    <a:pt x="64842" y="1"/>
                    <a:pt x="63826" y="223"/>
                    <a:pt x="63050" y="667"/>
                  </a:cubicBezTo>
                  <a:lnTo>
                    <a:pt x="9651" y="31254"/>
                  </a:lnTo>
                  <a:lnTo>
                    <a:pt x="6992" y="32785"/>
                  </a:lnTo>
                  <a:lnTo>
                    <a:pt x="8" y="36780"/>
                  </a:lnTo>
                  <a:lnTo>
                    <a:pt x="1" y="36786"/>
                  </a:lnTo>
                  <a:cubicBezTo>
                    <a:pt x="4" y="36818"/>
                    <a:pt x="11" y="36851"/>
                    <a:pt x="21" y="36883"/>
                  </a:cubicBezTo>
                  <a:cubicBezTo>
                    <a:pt x="16" y="36905"/>
                    <a:pt x="19" y="36928"/>
                    <a:pt x="28" y="36948"/>
                  </a:cubicBezTo>
                  <a:cubicBezTo>
                    <a:pt x="41" y="37034"/>
                    <a:pt x="61" y="37115"/>
                    <a:pt x="86" y="37197"/>
                  </a:cubicBezTo>
                  <a:cubicBezTo>
                    <a:pt x="113" y="37294"/>
                    <a:pt x="148" y="37388"/>
                    <a:pt x="191" y="37478"/>
                  </a:cubicBezTo>
                  <a:cubicBezTo>
                    <a:pt x="232" y="37573"/>
                    <a:pt x="278" y="37665"/>
                    <a:pt x="328" y="37754"/>
                  </a:cubicBezTo>
                  <a:cubicBezTo>
                    <a:pt x="377" y="37844"/>
                    <a:pt x="434" y="37929"/>
                    <a:pt x="499" y="38008"/>
                  </a:cubicBezTo>
                  <a:cubicBezTo>
                    <a:pt x="542" y="38073"/>
                    <a:pt x="591" y="38133"/>
                    <a:pt x="643" y="38191"/>
                  </a:cubicBezTo>
                  <a:lnTo>
                    <a:pt x="753" y="38302"/>
                  </a:lnTo>
                  <a:cubicBezTo>
                    <a:pt x="813" y="38360"/>
                    <a:pt x="876" y="38415"/>
                    <a:pt x="943" y="38465"/>
                  </a:cubicBezTo>
                  <a:cubicBezTo>
                    <a:pt x="1002" y="38512"/>
                    <a:pt x="1067" y="38557"/>
                    <a:pt x="1125" y="38596"/>
                  </a:cubicBezTo>
                  <a:lnTo>
                    <a:pt x="49458" y="66516"/>
                  </a:lnTo>
                  <a:lnTo>
                    <a:pt x="49463" y="66516"/>
                  </a:lnTo>
                  <a:lnTo>
                    <a:pt x="51942" y="67948"/>
                  </a:lnTo>
                  <a:cubicBezTo>
                    <a:pt x="52771" y="68409"/>
                    <a:pt x="53715" y="68635"/>
                    <a:pt x="54773" y="68635"/>
                  </a:cubicBezTo>
                  <a:cubicBezTo>
                    <a:pt x="55794" y="68635"/>
                    <a:pt x="56819" y="68404"/>
                    <a:pt x="57605" y="67955"/>
                  </a:cubicBezTo>
                  <a:lnTo>
                    <a:pt x="60083" y="66523"/>
                  </a:lnTo>
                  <a:lnTo>
                    <a:pt x="118338" y="32890"/>
                  </a:lnTo>
                  <a:cubicBezTo>
                    <a:pt x="119902" y="31988"/>
                    <a:pt x="119902" y="30516"/>
                    <a:pt x="118345" y="29607"/>
                  </a:cubicBezTo>
                  <a:lnTo>
                    <a:pt x="110597" y="25089"/>
                  </a:lnTo>
                  <a:lnTo>
                    <a:pt x="68712" y="687"/>
                  </a:lnTo>
                  <a:cubicBezTo>
                    <a:pt x="67925" y="229"/>
                    <a:pt x="66891" y="1"/>
                    <a:pt x="65859" y="1"/>
                  </a:cubicBezTo>
                  <a:close/>
                </a:path>
              </a:pathLst>
            </a:custGeom>
            <a:solidFill>
              <a:srgbClr val="4949A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05" name="CustomShape 26"/>
            <p:cNvSpPr/>
            <p:nvPr/>
          </p:nvSpPr>
          <p:spPr>
            <a:xfrm>
              <a:off x="4692240" y="3318120"/>
              <a:ext cx="2900520" cy="1116000"/>
            </a:xfrm>
            <a:custGeom>
              <a:avLst/>
              <a:gdLst/>
              <a:ahLst/>
              <a:cxnLst/>
              <a:rect l="l" t="t" r="r" b="b"/>
              <a:pathLst>
                <a:path w="116038" h="44659">
                  <a:moveTo>
                    <a:pt x="116038" y="0"/>
                  </a:moveTo>
                  <a:lnTo>
                    <a:pt x="53123" y="36438"/>
                  </a:lnTo>
                  <a:lnTo>
                    <a:pt x="0" y="5761"/>
                  </a:lnTo>
                  <a:lnTo>
                    <a:pt x="7" y="14486"/>
                  </a:lnTo>
                  <a:lnTo>
                    <a:pt x="51489" y="44221"/>
                  </a:lnTo>
                  <a:cubicBezTo>
                    <a:pt x="51994" y="44512"/>
                    <a:pt x="52558" y="44658"/>
                    <a:pt x="53123" y="44658"/>
                  </a:cubicBezTo>
                  <a:cubicBezTo>
                    <a:pt x="53687" y="44658"/>
                    <a:pt x="54252" y="44512"/>
                    <a:pt x="54758" y="44221"/>
                  </a:cubicBezTo>
                  <a:lnTo>
                    <a:pt x="115221" y="9310"/>
                  </a:lnTo>
                  <a:cubicBezTo>
                    <a:pt x="115727" y="9017"/>
                    <a:pt x="116038" y="8478"/>
                    <a:pt x="116038" y="7895"/>
                  </a:cubicBezTo>
                  <a:lnTo>
                    <a:pt x="1160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06" name="CustomShape 27"/>
            <p:cNvSpPr/>
            <p:nvPr/>
          </p:nvSpPr>
          <p:spPr>
            <a:xfrm>
              <a:off x="6020280" y="3318120"/>
              <a:ext cx="1572480" cy="1116000"/>
            </a:xfrm>
            <a:custGeom>
              <a:avLst/>
              <a:gdLst/>
              <a:ahLst/>
              <a:cxnLst/>
              <a:rect l="l" t="t" r="r" b="b"/>
              <a:pathLst>
                <a:path w="62916" h="44661">
                  <a:moveTo>
                    <a:pt x="62916" y="0"/>
                  </a:moveTo>
                  <a:lnTo>
                    <a:pt x="1" y="36440"/>
                  </a:lnTo>
                  <a:lnTo>
                    <a:pt x="1" y="44661"/>
                  </a:lnTo>
                  <a:cubicBezTo>
                    <a:pt x="576" y="44661"/>
                    <a:pt x="1139" y="44508"/>
                    <a:pt x="1636" y="44223"/>
                  </a:cubicBezTo>
                  <a:lnTo>
                    <a:pt x="62099" y="9312"/>
                  </a:lnTo>
                  <a:cubicBezTo>
                    <a:pt x="62605" y="9019"/>
                    <a:pt x="62916" y="8480"/>
                    <a:pt x="62916" y="7895"/>
                  </a:cubicBezTo>
                  <a:lnTo>
                    <a:pt x="62916" y="0"/>
                  </a:lnTo>
                  <a:close/>
                </a:path>
              </a:pathLst>
            </a:custGeom>
            <a:solidFill>
              <a:srgbClr val="DAE6EA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07" name="CustomShape 28"/>
            <p:cNvSpPr/>
            <p:nvPr/>
          </p:nvSpPr>
          <p:spPr>
            <a:xfrm>
              <a:off x="6020280" y="3232440"/>
              <a:ext cx="1618200" cy="1012320"/>
            </a:xfrm>
            <a:custGeom>
              <a:avLst/>
              <a:gdLst/>
              <a:ahLst/>
              <a:cxnLst/>
              <a:rect l="l" t="t" r="r" b="b"/>
              <a:pathLst>
                <a:path w="64739" h="40502">
                  <a:moveTo>
                    <a:pt x="64739" y="0"/>
                  </a:moveTo>
                  <a:cubicBezTo>
                    <a:pt x="64739" y="979"/>
                    <a:pt x="63740" y="1537"/>
                    <a:pt x="63324" y="1776"/>
                  </a:cubicBezTo>
                  <a:lnTo>
                    <a:pt x="37152" y="16885"/>
                  </a:lnTo>
                  <a:lnTo>
                    <a:pt x="5317" y="35272"/>
                  </a:lnTo>
                  <a:cubicBezTo>
                    <a:pt x="5311" y="35272"/>
                    <a:pt x="2838" y="36697"/>
                    <a:pt x="2838" y="36697"/>
                  </a:cubicBezTo>
                  <a:cubicBezTo>
                    <a:pt x="2047" y="37155"/>
                    <a:pt x="1027" y="37377"/>
                    <a:pt x="1" y="37377"/>
                  </a:cubicBezTo>
                  <a:lnTo>
                    <a:pt x="1" y="40502"/>
                  </a:lnTo>
                  <a:cubicBezTo>
                    <a:pt x="15" y="40502"/>
                    <a:pt x="30" y="40502"/>
                    <a:pt x="44" y="40502"/>
                  </a:cubicBezTo>
                  <a:cubicBezTo>
                    <a:pt x="990" y="40502"/>
                    <a:pt x="1933" y="40286"/>
                    <a:pt x="2662" y="39868"/>
                  </a:cubicBezTo>
                  <a:cubicBezTo>
                    <a:pt x="3028" y="39659"/>
                    <a:pt x="3374" y="39456"/>
                    <a:pt x="3695" y="39272"/>
                  </a:cubicBezTo>
                  <a:lnTo>
                    <a:pt x="4146" y="39011"/>
                  </a:lnTo>
                  <a:cubicBezTo>
                    <a:pt x="4644" y="38730"/>
                    <a:pt x="5016" y="38513"/>
                    <a:pt x="5199" y="38403"/>
                  </a:cubicBezTo>
                  <a:lnTo>
                    <a:pt x="5304" y="38343"/>
                  </a:lnTo>
                  <a:cubicBezTo>
                    <a:pt x="5316" y="38338"/>
                    <a:pt x="39812" y="18415"/>
                    <a:pt x="39812" y="18415"/>
                  </a:cubicBezTo>
                  <a:lnTo>
                    <a:pt x="63324" y="4842"/>
                  </a:lnTo>
                  <a:cubicBezTo>
                    <a:pt x="64106" y="4391"/>
                    <a:pt x="64739" y="3338"/>
                    <a:pt x="64739" y="2491"/>
                  </a:cubicBezTo>
                  <a:cubicBezTo>
                    <a:pt x="64739" y="2095"/>
                    <a:pt x="64739" y="0"/>
                    <a:pt x="64739" y="0"/>
                  </a:cubicBezTo>
                  <a:close/>
                </a:path>
              </a:pathLst>
            </a:custGeom>
            <a:solidFill>
              <a:srgbClr val="5C5CC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08" name="CustomShape 29"/>
            <p:cNvSpPr/>
            <p:nvPr/>
          </p:nvSpPr>
          <p:spPr>
            <a:xfrm>
              <a:off x="4604400" y="2451240"/>
              <a:ext cx="3043800" cy="1715400"/>
            </a:xfrm>
            <a:custGeom>
              <a:avLst/>
              <a:gdLst/>
              <a:ahLst/>
              <a:cxnLst/>
              <a:rect l="l" t="t" r="r" b="b"/>
              <a:pathLst>
                <a:path w="121769" h="68631">
                  <a:moveTo>
                    <a:pt x="95" y="37825"/>
                  </a:moveTo>
                  <a:lnTo>
                    <a:pt x="95" y="37825"/>
                  </a:lnTo>
                  <a:cubicBezTo>
                    <a:pt x="61" y="37839"/>
                    <a:pt x="29" y="37858"/>
                    <a:pt x="0" y="37879"/>
                  </a:cubicBezTo>
                  <a:lnTo>
                    <a:pt x="95" y="37825"/>
                  </a:lnTo>
                  <a:close/>
                  <a:moveTo>
                    <a:pt x="67720" y="0"/>
                  </a:moveTo>
                  <a:cubicBezTo>
                    <a:pt x="66705" y="0"/>
                    <a:pt x="65692" y="222"/>
                    <a:pt x="64917" y="669"/>
                  </a:cubicBezTo>
                  <a:lnTo>
                    <a:pt x="95" y="37825"/>
                  </a:lnTo>
                  <a:lnTo>
                    <a:pt x="95" y="37825"/>
                  </a:lnTo>
                  <a:cubicBezTo>
                    <a:pt x="111" y="37818"/>
                    <a:pt x="127" y="37812"/>
                    <a:pt x="144" y="37808"/>
                  </a:cubicBezTo>
                  <a:cubicBezTo>
                    <a:pt x="179" y="37784"/>
                    <a:pt x="219" y="37767"/>
                    <a:pt x="261" y="37761"/>
                  </a:cubicBezTo>
                  <a:cubicBezTo>
                    <a:pt x="299" y="37741"/>
                    <a:pt x="341" y="37729"/>
                    <a:pt x="384" y="37722"/>
                  </a:cubicBezTo>
                  <a:cubicBezTo>
                    <a:pt x="444" y="37702"/>
                    <a:pt x="506" y="37689"/>
                    <a:pt x="568" y="37682"/>
                  </a:cubicBezTo>
                  <a:cubicBezTo>
                    <a:pt x="633" y="37677"/>
                    <a:pt x="698" y="37671"/>
                    <a:pt x="764" y="37671"/>
                  </a:cubicBezTo>
                  <a:cubicBezTo>
                    <a:pt x="772" y="37670"/>
                    <a:pt x="781" y="37670"/>
                    <a:pt x="789" y="37670"/>
                  </a:cubicBezTo>
                  <a:cubicBezTo>
                    <a:pt x="884" y="37670"/>
                    <a:pt x="979" y="37679"/>
                    <a:pt x="1071" y="37696"/>
                  </a:cubicBezTo>
                  <a:cubicBezTo>
                    <a:pt x="1178" y="37711"/>
                    <a:pt x="1283" y="37736"/>
                    <a:pt x="1385" y="37767"/>
                  </a:cubicBezTo>
                  <a:cubicBezTo>
                    <a:pt x="1611" y="37843"/>
                    <a:pt x="1831" y="37940"/>
                    <a:pt x="2038" y="38056"/>
                  </a:cubicBezTo>
                  <a:lnTo>
                    <a:pt x="3692" y="39010"/>
                  </a:lnTo>
                  <a:lnTo>
                    <a:pt x="11518" y="43528"/>
                  </a:lnTo>
                  <a:lnTo>
                    <a:pt x="51325" y="66525"/>
                  </a:lnTo>
                  <a:lnTo>
                    <a:pt x="51330" y="66525"/>
                  </a:lnTo>
                  <a:lnTo>
                    <a:pt x="53803" y="67950"/>
                  </a:lnTo>
                  <a:cubicBezTo>
                    <a:pt x="54610" y="68377"/>
                    <a:pt x="55516" y="68631"/>
                    <a:pt x="56569" y="68631"/>
                  </a:cubicBezTo>
                  <a:cubicBezTo>
                    <a:pt x="56592" y="68631"/>
                    <a:pt x="56616" y="68630"/>
                    <a:pt x="56640" y="68630"/>
                  </a:cubicBezTo>
                  <a:cubicBezTo>
                    <a:pt x="57661" y="68630"/>
                    <a:pt x="58686" y="68408"/>
                    <a:pt x="59472" y="67957"/>
                  </a:cubicBezTo>
                  <a:lnTo>
                    <a:pt x="61950" y="66525"/>
                  </a:lnTo>
                  <a:lnTo>
                    <a:pt x="112464" y="37363"/>
                  </a:lnTo>
                  <a:lnTo>
                    <a:pt x="120205" y="32890"/>
                  </a:lnTo>
                  <a:cubicBezTo>
                    <a:pt x="121769" y="31981"/>
                    <a:pt x="121769" y="30518"/>
                    <a:pt x="120212" y="29609"/>
                  </a:cubicBezTo>
                  <a:lnTo>
                    <a:pt x="70579" y="689"/>
                  </a:lnTo>
                  <a:cubicBezTo>
                    <a:pt x="69791" y="231"/>
                    <a:pt x="68755" y="0"/>
                    <a:pt x="67720" y="0"/>
                  </a:cubicBezTo>
                  <a:close/>
                </a:path>
              </a:pathLst>
            </a:custGeom>
            <a:solidFill>
              <a:srgbClr val="8989E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09" name="CustomShape 30"/>
            <p:cNvSpPr/>
            <p:nvPr/>
          </p:nvSpPr>
          <p:spPr>
            <a:xfrm>
              <a:off x="4777920" y="2462760"/>
              <a:ext cx="2769480" cy="1598040"/>
            </a:xfrm>
            <a:custGeom>
              <a:avLst/>
              <a:gdLst/>
              <a:ahLst/>
              <a:cxnLst/>
              <a:rect l="l" t="t" r="r" b="b"/>
              <a:pathLst>
                <a:path w="110793" h="63942">
                  <a:moveTo>
                    <a:pt x="63163" y="0"/>
                  </a:moveTo>
                  <a:lnTo>
                    <a:pt x="939" y="35924"/>
                  </a:lnTo>
                  <a:cubicBezTo>
                    <a:pt x="1" y="36467"/>
                    <a:pt x="1" y="37344"/>
                    <a:pt x="939" y="37887"/>
                  </a:cubicBezTo>
                  <a:lnTo>
                    <a:pt x="45332" y="63535"/>
                  </a:lnTo>
                  <a:cubicBezTo>
                    <a:pt x="45801" y="63806"/>
                    <a:pt x="46417" y="63942"/>
                    <a:pt x="47032" y="63942"/>
                  </a:cubicBezTo>
                  <a:cubicBezTo>
                    <a:pt x="47647" y="63942"/>
                    <a:pt x="48261" y="63806"/>
                    <a:pt x="48729" y="63535"/>
                  </a:cubicBezTo>
                  <a:lnTo>
                    <a:pt x="110792" y="27702"/>
                  </a:lnTo>
                  <a:lnTo>
                    <a:pt x="63629" y="222"/>
                  </a:lnTo>
                  <a:cubicBezTo>
                    <a:pt x="63484" y="137"/>
                    <a:pt x="63323" y="69"/>
                    <a:pt x="63163" y="0"/>
                  </a:cubicBezTo>
                  <a:close/>
                </a:path>
              </a:pathLst>
            </a:custGeom>
            <a:solidFill>
              <a:srgbClr val="C1CFF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10" name="CustomShape 31"/>
            <p:cNvSpPr/>
            <p:nvPr/>
          </p:nvSpPr>
          <p:spPr>
            <a:xfrm>
              <a:off x="4584600" y="3393000"/>
              <a:ext cx="1435320" cy="1158480"/>
            </a:xfrm>
            <a:custGeom>
              <a:avLst/>
              <a:gdLst/>
              <a:ahLst/>
              <a:cxnLst/>
              <a:rect l="l" t="t" r="r" b="b"/>
              <a:pathLst>
                <a:path w="57434" h="46350">
                  <a:moveTo>
                    <a:pt x="1581" y="0"/>
                  </a:moveTo>
                  <a:cubicBezTo>
                    <a:pt x="1573" y="0"/>
                    <a:pt x="1564" y="0"/>
                    <a:pt x="1556" y="1"/>
                  </a:cubicBezTo>
                  <a:cubicBezTo>
                    <a:pt x="1490" y="1"/>
                    <a:pt x="1425" y="7"/>
                    <a:pt x="1360" y="12"/>
                  </a:cubicBezTo>
                  <a:cubicBezTo>
                    <a:pt x="1297" y="19"/>
                    <a:pt x="1236" y="32"/>
                    <a:pt x="1176" y="52"/>
                  </a:cubicBezTo>
                  <a:cubicBezTo>
                    <a:pt x="1133" y="59"/>
                    <a:pt x="1091" y="71"/>
                    <a:pt x="1053" y="91"/>
                  </a:cubicBezTo>
                  <a:cubicBezTo>
                    <a:pt x="1011" y="101"/>
                    <a:pt x="971" y="116"/>
                    <a:pt x="934" y="138"/>
                  </a:cubicBezTo>
                  <a:cubicBezTo>
                    <a:pt x="916" y="144"/>
                    <a:pt x="902" y="151"/>
                    <a:pt x="882" y="158"/>
                  </a:cubicBezTo>
                  <a:lnTo>
                    <a:pt x="790" y="209"/>
                  </a:lnTo>
                  <a:lnTo>
                    <a:pt x="784" y="209"/>
                  </a:lnTo>
                  <a:cubicBezTo>
                    <a:pt x="301" y="523"/>
                    <a:pt x="0" y="1143"/>
                    <a:pt x="0" y="2020"/>
                  </a:cubicBezTo>
                  <a:lnTo>
                    <a:pt x="0" y="10814"/>
                  </a:lnTo>
                  <a:cubicBezTo>
                    <a:pt x="0" y="12618"/>
                    <a:pt x="1268" y="14815"/>
                    <a:pt x="2830" y="15718"/>
                  </a:cubicBezTo>
                  <a:lnTo>
                    <a:pt x="52117" y="44186"/>
                  </a:lnTo>
                  <a:cubicBezTo>
                    <a:pt x="52117" y="44186"/>
                    <a:pt x="52137" y="44199"/>
                    <a:pt x="52169" y="44219"/>
                  </a:cubicBezTo>
                  <a:cubicBezTo>
                    <a:pt x="52209" y="44238"/>
                    <a:pt x="52261" y="44265"/>
                    <a:pt x="52326" y="44303"/>
                  </a:cubicBezTo>
                  <a:cubicBezTo>
                    <a:pt x="52379" y="44336"/>
                    <a:pt x="52431" y="44368"/>
                    <a:pt x="52503" y="44408"/>
                  </a:cubicBezTo>
                  <a:cubicBezTo>
                    <a:pt x="52568" y="44447"/>
                    <a:pt x="52640" y="44487"/>
                    <a:pt x="52725" y="44539"/>
                  </a:cubicBezTo>
                  <a:cubicBezTo>
                    <a:pt x="52889" y="44629"/>
                    <a:pt x="53079" y="44741"/>
                    <a:pt x="53288" y="44859"/>
                  </a:cubicBezTo>
                  <a:lnTo>
                    <a:pt x="53739" y="45120"/>
                  </a:lnTo>
                  <a:cubicBezTo>
                    <a:pt x="54058" y="45304"/>
                    <a:pt x="54406" y="45508"/>
                    <a:pt x="54772" y="45717"/>
                  </a:cubicBezTo>
                  <a:cubicBezTo>
                    <a:pt x="55501" y="46134"/>
                    <a:pt x="56444" y="46350"/>
                    <a:pt x="57390" y="46350"/>
                  </a:cubicBezTo>
                  <a:cubicBezTo>
                    <a:pt x="57405" y="46350"/>
                    <a:pt x="57419" y="46350"/>
                    <a:pt x="57433" y="46350"/>
                  </a:cubicBezTo>
                  <a:lnTo>
                    <a:pt x="57433" y="43239"/>
                  </a:lnTo>
                  <a:cubicBezTo>
                    <a:pt x="56406" y="43239"/>
                    <a:pt x="55387" y="43010"/>
                    <a:pt x="54601" y="42559"/>
                  </a:cubicBezTo>
                  <a:lnTo>
                    <a:pt x="52117" y="41127"/>
                  </a:lnTo>
                  <a:lnTo>
                    <a:pt x="52117" y="41120"/>
                  </a:lnTo>
                  <a:lnTo>
                    <a:pt x="3784" y="13200"/>
                  </a:lnTo>
                  <a:cubicBezTo>
                    <a:pt x="3726" y="13161"/>
                    <a:pt x="3661" y="13114"/>
                    <a:pt x="3602" y="13069"/>
                  </a:cubicBezTo>
                  <a:cubicBezTo>
                    <a:pt x="3532" y="13023"/>
                    <a:pt x="3469" y="12967"/>
                    <a:pt x="3412" y="12906"/>
                  </a:cubicBezTo>
                  <a:lnTo>
                    <a:pt x="3302" y="12795"/>
                  </a:lnTo>
                  <a:cubicBezTo>
                    <a:pt x="3250" y="12737"/>
                    <a:pt x="3201" y="12675"/>
                    <a:pt x="3158" y="12612"/>
                  </a:cubicBezTo>
                  <a:cubicBezTo>
                    <a:pt x="3093" y="12531"/>
                    <a:pt x="3036" y="12446"/>
                    <a:pt x="2987" y="12358"/>
                  </a:cubicBezTo>
                  <a:cubicBezTo>
                    <a:pt x="2937" y="12267"/>
                    <a:pt x="2891" y="12177"/>
                    <a:pt x="2850" y="12082"/>
                  </a:cubicBezTo>
                  <a:cubicBezTo>
                    <a:pt x="2807" y="11992"/>
                    <a:pt x="2772" y="11898"/>
                    <a:pt x="2745" y="11801"/>
                  </a:cubicBezTo>
                  <a:cubicBezTo>
                    <a:pt x="2720" y="11719"/>
                    <a:pt x="2700" y="11638"/>
                    <a:pt x="2687" y="11552"/>
                  </a:cubicBezTo>
                  <a:cubicBezTo>
                    <a:pt x="2678" y="11532"/>
                    <a:pt x="2675" y="11509"/>
                    <a:pt x="2680" y="11487"/>
                  </a:cubicBezTo>
                  <a:cubicBezTo>
                    <a:pt x="2667" y="11454"/>
                    <a:pt x="2662" y="11419"/>
                    <a:pt x="2667" y="11384"/>
                  </a:cubicBezTo>
                  <a:cubicBezTo>
                    <a:pt x="2657" y="11335"/>
                    <a:pt x="2652" y="11287"/>
                    <a:pt x="2653" y="11240"/>
                  </a:cubicBezTo>
                  <a:lnTo>
                    <a:pt x="2653" y="4655"/>
                  </a:lnTo>
                  <a:cubicBezTo>
                    <a:pt x="2653" y="4144"/>
                    <a:pt x="2911" y="3848"/>
                    <a:pt x="3282" y="3848"/>
                  </a:cubicBezTo>
                  <a:cubicBezTo>
                    <a:pt x="3434" y="3848"/>
                    <a:pt x="3605" y="3897"/>
                    <a:pt x="3784" y="4002"/>
                  </a:cubicBezTo>
                  <a:lnTo>
                    <a:pt x="9651" y="7389"/>
                  </a:lnTo>
                  <a:lnTo>
                    <a:pt x="52117" y="31921"/>
                  </a:lnTo>
                  <a:cubicBezTo>
                    <a:pt x="52122" y="31921"/>
                    <a:pt x="52125" y="31924"/>
                    <a:pt x="52130" y="31928"/>
                  </a:cubicBezTo>
                  <a:lnTo>
                    <a:pt x="52234" y="31986"/>
                  </a:lnTo>
                  <a:cubicBezTo>
                    <a:pt x="52418" y="32096"/>
                    <a:pt x="52790" y="32313"/>
                    <a:pt x="53287" y="32594"/>
                  </a:cubicBezTo>
                  <a:lnTo>
                    <a:pt x="53738" y="32855"/>
                  </a:lnTo>
                  <a:cubicBezTo>
                    <a:pt x="54058" y="33039"/>
                    <a:pt x="54404" y="33242"/>
                    <a:pt x="54770" y="33451"/>
                  </a:cubicBezTo>
                  <a:cubicBezTo>
                    <a:pt x="55499" y="33869"/>
                    <a:pt x="56442" y="34085"/>
                    <a:pt x="57388" y="34085"/>
                  </a:cubicBezTo>
                  <a:cubicBezTo>
                    <a:pt x="57403" y="34085"/>
                    <a:pt x="57417" y="34085"/>
                    <a:pt x="57432" y="34085"/>
                  </a:cubicBezTo>
                  <a:lnTo>
                    <a:pt x="57432" y="30960"/>
                  </a:lnTo>
                  <a:cubicBezTo>
                    <a:pt x="56406" y="30960"/>
                    <a:pt x="55385" y="30738"/>
                    <a:pt x="54601" y="30287"/>
                  </a:cubicBezTo>
                  <a:lnTo>
                    <a:pt x="54595" y="30280"/>
                  </a:lnTo>
                  <a:lnTo>
                    <a:pt x="52122" y="28855"/>
                  </a:lnTo>
                  <a:lnTo>
                    <a:pt x="52117" y="28855"/>
                  </a:lnTo>
                  <a:lnTo>
                    <a:pt x="12310" y="5858"/>
                  </a:lnTo>
                  <a:lnTo>
                    <a:pt x="4484" y="1340"/>
                  </a:lnTo>
                  <a:lnTo>
                    <a:pt x="2830" y="386"/>
                  </a:lnTo>
                  <a:cubicBezTo>
                    <a:pt x="2622" y="270"/>
                    <a:pt x="2403" y="173"/>
                    <a:pt x="2175" y="97"/>
                  </a:cubicBezTo>
                  <a:cubicBezTo>
                    <a:pt x="2074" y="66"/>
                    <a:pt x="1968" y="41"/>
                    <a:pt x="1863" y="26"/>
                  </a:cubicBezTo>
                  <a:cubicBezTo>
                    <a:pt x="1770" y="9"/>
                    <a:pt x="1676" y="0"/>
                    <a:pt x="1581" y="0"/>
                  </a:cubicBezTo>
                  <a:close/>
                </a:path>
              </a:pathLst>
            </a:custGeom>
            <a:solidFill>
              <a:srgbClr val="706EDC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11" name="CustomShape 32"/>
            <p:cNvSpPr/>
            <p:nvPr/>
          </p:nvSpPr>
          <p:spPr>
            <a:xfrm>
              <a:off x="5953680" y="2963880"/>
              <a:ext cx="1618200" cy="1012320"/>
            </a:xfrm>
            <a:custGeom>
              <a:avLst/>
              <a:gdLst/>
              <a:ahLst/>
              <a:cxnLst/>
              <a:rect l="l" t="t" r="r" b="b"/>
              <a:pathLst>
                <a:path w="64739" h="40501">
                  <a:moveTo>
                    <a:pt x="64738" y="1"/>
                  </a:moveTo>
                  <a:cubicBezTo>
                    <a:pt x="64738" y="947"/>
                    <a:pt x="63766" y="1520"/>
                    <a:pt x="63323" y="1777"/>
                  </a:cubicBezTo>
                  <a:lnTo>
                    <a:pt x="5317" y="35269"/>
                  </a:lnTo>
                  <a:cubicBezTo>
                    <a:pt x="5317" y="35276"/>
                    <a:pt x="2831" y="36708"/>
                    <a:pt x="2831" y="36708"/>
                  </a:cubicBezTo>
                  <a:cubicBezTo>
                    <a:pt x="2045" y="37159"/>
                    <a:pt x="1026" y="37388"/>
                    <a:pt x="0" y="37388"/>
                  </a:cubicBezTo>
                  <a:lnTo>
                    <a:pt x="0" y="40501"/>
                  </a:lnTo>
                  <a:cubicBezTo>
                    <a:pt x="15" y="40501"/>
                    <a:pt x="29" y="40501"/>
                    <a:pt x="44" y="40501"/>
                  </a:cubicBezTo>
                  <a:cubicBezTo>
                    <a:pt x="990" y="40501"/>
                    <a:pt x="1933" y="40285"/>
                    <a:pt x="2660" y="39866"/>
                  </a:cubicBezTo>
                  <a:cubicBezTo>
                    <a:pt x="3026" y="39657"/>
                    <a:pt x="3374" y="39455"/>
                    <a:pt x="3694" y="39271"/>
                  </a:cubicBezTo>
                  <a:lnTo>
                    <a:pt x="4145" y="39009"/>
                  </a:lnTo>
                  <a:cubicBezTo>
                    <a:pt x="4354" y="38892"/>
                    <a:pt x="4543" y="38780"/>
                    <a:pt x="4707" y="38690"/>
                  </a:cubicBezTo>
                  <a:cubicBezTo>
                    <a:pt x="4792" y="38636"/>
                    <a:pt x="4864" y="38598"/>
                    <a:pt x="4929" y="38558"/>
                  </a:cubicBezTo>
                  <a:cubicBezTo>
                    <a:pt x="5001" y="38519"/>
                    <a:pt x="5054" y="38486"/>
                    <a:pt x="5106" y="38454"/>
                  </a:cubicBezTo>
                  <a:cubicBezTo>
                    <a:pt x="5171" y="38414"/>
                    <a:pt x="5223" y="38389"/>
                    <a:pt x="5263" y="38369"/>
                  </a:cubicBezTo>
                  <a:cubicBezTo>
                    <a:pt x="5295" y="38349"/>
                    <a:pt x="5315" y="38337"/>
                    <a:pt x="5315" y="38337"/>
                  </a:cubicBezTo>
                  <a:lnTo>
                    <a:pt x="63323" y="4843"/>
                  </a:lnTo>
                  <a:cubicBezTo>
                    <a:pt x="64105" y="4392"/>
                    <a:pt x="64738" y="3339"/>
                    <a:pt x="64738" y="2492"/>
                  </a:cubicBezTo>
                  <a:lnTo>
                    <a:pt x="64738" y="1"/>
                  </a:lnTo>
                  <a:close/>
                </a:path>
              </a:pathLst>
            </a:custGeom>
            <a:solidFill>
              <a:srgbClr val="6F89D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12" name="CustomShape 33"/>
            <p:cNvSpPr/>
            <p:nvPr/>
          </p:nvSpPr>
          <p:spPr>
            <a:xfrm>
              <a:off x="4825440" y="2399040"/>
              <a:ext cx="2756160" cy="1499400"/>
            </a:xfrm>
            <a:custGeom>
              <a:avLst/>
              <a:gdLst/>
              <a:ahLst/>
              <a:cxnLst/>
              <a:rect l="l" t="t" r="r" b="b"/>
              <a:pathLst>
                <a:path w="110257" h="59988">
                  <a:moveTo>
                    <a:pt x="65374" y="1"/>
                  </a:moveTo>
                  <a:cubicBezTo>
                    <a:pt x="64356" y="1"/>
                    <a:pt x="63341" y="223"/>
                    <a:pt x="62565" y="668"/>
                  </a:cubicBezTo>
                  <a:lnTo>
                    <a:pt x="9651" y="31310"/>
                  </a:lnTo>
                  <a:lnTo>
                    <a:pt x="6990" y="32838"/>
                  </a:lnTo>
                  <a:lnTo>
                    <a:pt x="6" y="33706"/>
                  </a:lnTo>
                  <a:lnTo>
                    <a:pt x="1" y="33712"/>
                  </a:lnTo>
                  <a:cubicBezTo>
                    <a:pt x="3" y="33746"/>
                    <a:pt x="9" y="33779"/>
                    <a:pt x="19" y="33811"/>
                  </a:cubicBezTo>
                  <a:cubicBezTo>
                    <a:pt x="14" y="33833"/>
                    <a:pt x="18" y="33856"/>
                    <a:pt x="26" y="33876"/>
                  </a:cubicBezTo>
                  <a:cubicBezTo>
                    <a:pt x="41" y="33960"/>
                    <a:pt x="59" y="34043"/>
                    <a:pt x="84" y="34125"/>
                  </a:cubicBezTo>
                  <a:cubicBezTo>
                    <a:pt x="111" y="34222"/>
                    <a:pt x="146" y="34315"/>
                    <a:pt x="190" y="34406"/>
                  </a:cubicBezTo>
                  <a:cubicBezTo>
                    <a:pt x="230" y="34499"/>
                    <a:pt x="277" y="34591"/>
                    <a:pt x="327" y="34680"/>
                  </a:cubicBezTo>
                  <a:cubicBezTo>
                    <a:pt x="375" y="34770"/>
                    <a:pt x="432" y="34855"/>
                    <a:pt x="497" y="34935"/>
                  </a:cubicBezTo>
                  <a:cubicBezTo>
                    <a:pt x="541" y="34999"/>
                    <a:pt x="589" y="35061"/>
                    <a:pt x="641" y="35119"/>
                  </a:cubicBezTo>
                  <a:lnTo>
                    <a:pt x="751" y="35229"/>
                  </a:lnTo>
                  <a:cubicBezTo>
                    <a:pt x="811" y="35288"/>
                    <a:pt x="875" y="35343"/>
                    <a:pt x="942" y="35393"/>
                  </a:cubicBezTo>
                  <a:cubicBezTo>
                    <a:pt x="1000" y="35438"/>
                    <a:pt x="1065" y="35485"/>
                    <a:pt x="1125" y="35523"/>
                  </a:cubicBezTo>
                  <a:lnTo>
                    <a:pt x="39811" y="57868"/>
                  </a:lnTo>
                  <a:lnTo>
                    <a:pt x="39817" y="57868"/>
                  </a:lnTo>
                  <a:lnTo>
                    <a:pt x="42297" y="59300"/>
                  </a:lnTo>
                  <a:cubicBezTo>
                    <a:pt x="43123" y="59760"/>
                    <a:pt x="44063" y="59987"/>
                    <a:pt x="45116" y="59987"/>
                  </a:cubicBezTo>
                  <a:cubicBezTo>
                    <a:pt x="45119" y="59987"/>
                    <a:pt x="45123" y="59987"/>
                    <a:pt x="45127" y="59987"/>
                  </a:cubicBezTo>
                  <a:cubicBezTo>
                    <a:pt x="46148" y="59987"/>
                    <a:pt x="47174" y="59758"/>
                    <a:pt x="47959" y="59307"/>
                  </a:cubicBezTo>
                  <a:lnTo>
                    <a:pt x="50437" y="57875"/>
                  </a:lnTo>
                  <a:lnTo>
                    <a:pt x="108692" y="24242"/>
                  </a:lnTo>
                  <a:cubicBezTo>
                    <a:pt x="110256" y="23340"/>
                    <a:pt x="110256" y="21870"/>
                    <a:pt x="108699" y="20961"/>
                  </a:cubicBezTo>
                  <a:lnTo>
                    <a:pt x="100952" y="19569"/>
                  </a:lnTo>
                  <a:lnTo>
                    <a:pt x="68228" y="688"/>
                  </a:lnTo>
                  <a:cubicBezTo>
                    <a:pt x="67441" y="230"/>
                    <a:pt x="66406" y="1"/>
                    <a:pt x="65374" y="1"/>
                  </a:cubicBezTo>
                  <a:close/>
                </a:path>
              </a:pathLst>
            </a:custGeom>
            <a:solidFill>
              <a:srgbClr val="4C68A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13" name="CustomShape 34"/>
            <p:cNvSpPr/>
            <p:nvPr/>
          </p:nvSpPr>
          <p:spPr>
            <a:xfrm>
              <a:off x="4866840" y="2821320"/>
              <a:ext cx="2659680" cy="1037880"/>
            </a:xfrm>
            <a:custGeom>
              <a:avLst/>
              <a:gdLst/>
              <a:ahLst/>
              <a:cxnLst/>
              <a:rect l="l" t="t" r="r" b="b"/>
              <a:pathLst>
                <a:path w="106395" h="41532">
                  <a:moveTo>
                    <a:pt x="106394" y="0"/>
                  </a:moveTo>
                  <a:lnTo>
                    <a:pt x="43479" y="36438"/>
                  </a:lnTo>
                  <a:lnTo>
                    <a:pt x="0" y="11335"/>
                  </a:lnTo>
                  <a:lnTo>
                    <a:pt x="7" y="16934"/>
                  </a:lnTo>
                  <a:lnTo>
                    <a:pt x="41845" y="41093"/>
                  </a:lnTo>
                  <a:cubicBezTo>
                    <a:pt x="42351" y="41385"/>
                    <a:pt x="42915" y="41532"/>
                    <a:pt x="43479" y="41532"/>
                  </a:cubicBezTo>
                  <a:cubicBezTo>
                    <a:pt x="44044" y="41532"/>
                    <a:pt x="44609" y="41385"/>
                    <a:pt x="45115" y="41093"/>
                  </a:cubicBezTo>
                  <a:lnTo>
                    <a:pt x="105577" y="6182"/>
                  </a:lnTo>
                  <a:cubicBezTo>
                    <a:pt x="106082" y="5890"/>
                    <a:pt x="106394" y="5350"/>
                    <a:pt x="106394" y="4767"/>
                  </a:cubicBezTo>
                  <a:lnTo>
                    <a:pt x="10639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14" name="CustomShape 35"/>
            <p:cNvSpPr/>
            <p:nvPr/>
          </p:nvSpPr>
          <p:spPr>
            <a:xfrm>
              <a:off x="5953680" y="2821320"/>
              <a:ext cx="1572480" cy="1037880"/>
            </a:xfrm>
            <a:custGeom>
              <a:avLst/>
              <a:gdLst/>
              <a:ahLst/>
              <a:cxnLst/>
              <a:rect l="l" t="t" r="r" b="b"/>
              <a:pathLst>
                <a:path w="62916" h="41531">
                  <a:moveTo>
                    <a:pt x="62915" y="0"/>
                  </a:moveTo>
                  <a:lnTo>
                    <a:pt x="0" y="36438"/>
                  </a:lnTo>
                  <a:lnTo>
                    <a:pt x="0" y="41531"/>
                  </a:lnTo>
                  <a:cubicBezTo>
                    <a:pt x="575" y="41531"/>
                    <a:pt x="1138" y="41380"/>
                    <a:pt x="1636" y="41093"/>
                  </a:cubicBezTo>
                  <a:lnTo>
                    <a:pt x="62098" y="6182"/>
                  </a:lnTo>
                  <a:cubicBezTo>
                    <a:pt x="62603" y="5890"/>
                    <a:pt x="62915" y="5350"/>
                    <a:pt x="62915" y="4767"/>
                  </a:cubicBezTo>
                  <a:lnTo>
                    <a:pt x="62915" y="0"/>
                  </a:lnTo>
                  <a:close/>
                </a:path>
              </a:pathLst>
            </a:custGeom>
            <a:solidFill>
              <a:srgbClr val="DAE6EA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15" name="CustomShape 36"/>
            <p:cNvSpPr/>
            <p:nvPr/>
          </p:nvSpPr>
          <p:spPr>
            <a:xfrm>
              <a:off x="4850280" y="3117240"/>
              <a:ext cx="32760" cy="155160"/>
            </a:xfrm>
            <a:custGeom>
              <a:avLst/>
              <a:gdLst/>
              <a:ahLst/>
              <a:cxnLst/>
              <a:rect l="l" t="t" r="r" b="b"/>
              <a:pathLst>
                <a:path w="1331" h="6217">
                  <a:moveTo>
                    <a:pt x="422" y="0"/>
                  </a:moveTo>
                  <a:cubicBezTo>
                    <a:pt x="174" y="0"/>
                    <a:pt x="0" y="254"/>
                    <a:pt x="0" y="670"/>
                  </a:cubicBezTo>
                  <a:lnTo>
                    <a:pt x="5" y="4781"/>
                  </a:lnTo>
                  <a:cubicBezTo>
                    <a:pt x="5" y="5323"/>
                    <a:pt x="303" y="5933"/>
                    <a:pt x="669" y="6145"/>
                  </a:cubicBezTo>
                  <a:cubicBezTo>
                    <a:pt x="753" y="6194"/>
                    <a:pt x="834" y="6217"/>
                    <a:pt x="909" y="6217"/>
                  </a:cubicBezTo>
                  <a:cubicBezTo>
                    <a:pt x="1156" y="6217"/>
                    <a:pt x="1330" y="5963"/>
                    <a:pt x="1330" y="5547"/>
                  </a:cubicBezTo>
                  <a:lnTo>
                    <a:pt x="1330" y="1438"/>
                  </a:lnTo>
                  <a:cubicBezTo>
                    <a:pt x="1330" y="897"/>
                    <a:pt x="1033" y="285"/>
                    <a:pt x="665" y="73"/>
                  </a:cubicBezTo>
                  <a:cubicBezTo>
                    <a:pt x="579" y="24"/>
                    <a:pt x="497" y="0"/>
                    <a:pt x="422" y="0"/>
                  </a:cubicBezTo>
                  <a:close/>
                </a:path>
              </a:pathLst>
            </a:custGeom>
            <a:solidFill>
              <a:srgbClr val="FFDB4C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16" name="CustomShape 37"/>
            <p:cNvSpPr/>
            <p:nvPr/>
          </p:nvSpPr>
          <p:spPr>
            <a:xfrm>
              <a:off x="5953680" y="2735640"/>
              <a:ext cx="1618200" cy="1012320"/>
            </a:xfrm>
            <a:custGeom>
              <a:avLst/>
              <a:gdLst/>
              <a:ahLst/>
              <a:cxnLst/>
              <a:rect l="l" t="t" r="r" b="b"/>
              <a:pathLst>
                <a:path w="64739" h="40501">
                  <a:moveTo>
                    <a:pt x="64738" y="1"/>
                  </a:moveTo>
                  <a:cubicBezTo>
                    <a:pt x="64738" y="980"/>
                    <a:pt x="63739" y="1536"/>
                    <a:pt x="63323" y="1777"/>
                  </a:cubicBezTo>
                  <a:lnTo>
                    <a:pt x="37152" y="16886"/>
                  </a:lnTo>
                  <a:lnTo>
                    <a:pt x="5317" y="35271"/>
                  </a:lnTo>
                  <a:cubicBezTo>
                    <a:pt x="5310" y="35271"/>
                    <a:pt x="2839" y="36696"/>
                    <a:pt x="2839" y="36696"/>
                  </a:cubicBezTo>
                  <a:cubicBezTo>
                    <a:pt x="2047" y="37154"/>
                    <a:pt x="1028" y="37376"/>
                    <a:pt x="0" y="37376"/>
                  </a:cubicBezTo>
                  <a:lnTo>
                    <a:pt x="0" y="40501"/>
                  </a:lnTo>
                  <a:cubicBezTo>
                    <a:pt x="15" y="40501"/>
                    <a:pt x="29" y="40501"/>
                    <a:pt x="44" y="40501"/>
                  </a:cubicBezTo>
                  <a:cubicBezTo>
                    <a:pt x="990" y="40501"/>
                    <a:pt x="1933" y="40285"/>
                    <a:pt x="2662" y="39867"/>
                  </a:cubicBezTo>
                  <a:cubicBezTo>
                    <a:pt x="3028" y="39658"/>
                    <a:pt x="3374" y="39455"/>
                    <a:pt x="3694" y="39272"/>
                  </a:cubicBezTo>
                  <a:lnTo>
                    <a:pt x="4145" y="39010"/>
                  </a:lnTo>
                  <a:cubicBezTo>
                    <a:pt x="4642" y="38729"/>
                    <a:pt x="5014" y="38514"/>
                    <a:pt x="5198" y="38402"/>
                  </a:cubicBezTo>
                  <a:lnTo>
                    <a:pt x="5302" y="38344"/>
                  </a:lnTo>
                  <a:cubicBezTo>
                    <a:pt x="5315" y="38337"/>
                    <a:pt x="39812" y="18414"/>
                    <a:pt x="39812" y="18414"/>
                  </a:cubicBezTo>
                  <a:lnTo>
                    <a:pt x="63321" y="4843"/>
                  </a:lnTo>
                  <a:cubicBezTo>
                    <a:pt x="64103" y="4390"/>
                    <a:pt x="64738" y="3339"/>
                    <a:pt x="64738" y="2492"/>
                  </a:cubicBezTo>
                  <a:lnTo>
                    <a:pt x="64738" y="1"/>
                  </a:lnTo>
                  <a:close/>
                </a:path>
              </a:pathLst>
            </a:custGeom>
            <a:solidFill>
              <a:srgbClr val="6F89D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17" name="CustomShape 38"/>
            <p:cNvSpPr/>
            <p:nvPr/>
          </p:nvSpPr>
          <p:spPr>
            <a:xfrm>
              <a:off x="4779000" y="2092320"/>
              <a:ext cx="2802960" cy="1577520"/>
            </a:xfrm>
            <a:custGeom>
              <a:avLst/>
              <a:gdLst/>
              <a:ahLst/>
              <a:cxnLst/>
              <a:rect l="l" t="t" r="r" b="b"/>
              <a:pathLst>
                <a:path w="112126" h="63112">
                  <a:moveTo>
                    <a:pt x="86" y="37884"/>
                  </a:moveTo>
                  <a:cubicBezTo>
                    <a:pt x="56" y="37898"/>
                    <a:pt x="27" y="37914"/>
                    <a:pt x="0" y="37934"/>
                  </a:cubicBezTo>
                  <a:lnTo>
                    <a:pt x="86" y="37884"/>
                  </a:lnTo>
                  <a:close/>
                  <a:moveTo>
                    <a:pt x="67240" y="1"/>
                  </a:moveTo>
                  <a:cubicBezTo>
                    <a:pt x="66223" y="1"/>
                    <a:pt x="65209" y="223"/>
                    <a:pt x="64434" y="671"/>
                  </a:cubicBezTo>
                  <a:lnTo>
                    <a:pt x="86" y="37884"/>
                  </a:lnTo>
                  <a:lnTo>
                    <a:pt x="86" y="37884"/>
                  </a:lnTo>
                  <a:cubicBezTo>
                    <a:pt x="105" y="37876"/>
                    <a:pt x="124" y="37869"/>
                    <a:pt x="144" y="37862"/>
                  </a:cubicBezTo>
                  <a:cubicBezTo>
                    <a:pt x="179" y="37839"/>
                    <a:pt x="219" y="37824"/>
                    <a:pt x="261" y="37817"/>
                  </a:cubicBezTo>
                  <a:cubicBezTo>
                    <a:pt x="299" y="37797"/>
                    <a:pt x="343" y="37784"/>
                    <a:pt x="386" y="37779"/>
                  </a:cubicBezTo>
                  <a:cubicBezTo>
                    <a:pt x="445" y="37759"/>
                    <a:pt x="507" y="37745"/>
                    <a:pt x="568" y="37739"/>
                  </a:cubicBezTo>
                  <a:cubicBezTo>
                    <a:pt x="633" y="37732"/>
                    <a:pt x="699" y="37725"/>
                    <a:pt x="765" y="37725"/>
                  </a:cubicBezTo>
                  <a:cubicBezTo>
                    <a:pt x="867" y="37725"/>
                    <a:pt x="971" y="37734"/>
                    <a:pt x="1071" y="37752"/>
                  </a:cubicBezTo>
                  <a:cubicBezTo>
                    <a:pt x="1178" y="37767"/>
                    <a:pt x="1283" y="37790"/>
                    <a:pt x="1385" y="37824"/>
                  </a:cubicBezTo>
                  <a:cubicBezTo>
                    <a:pt x="1613" y="37899"/>
                    <a:pt x="1831" y="37994"/>
                    <a:pt x="2039" y="38111"/>
                  </a:cubicBezTo>
                  <a:lnTo>
                    <a:pt x="3693" y="39065"/>
                  </a:lnTo>
                  <a:lnTo>
                    <a:pt x="11520" y="43585"/>
                  </a:lnTo>
                  <a:lnTo>
                    <a:pt x="41680" y="61006"/>
                  </a:lnTo>
                  <a:lnTo>
                    <a:pt x="41688" y="61006"/>
                  </a:lnTo>
                  <a:lnTo>
                    <a:pt x="44159" y="62431"/>
                  </a:lnTo>
                  <a:cubicBezTo>
                    <a:pt x="44964" y="62858"/>
                    <a:pt x="45867" y="63112"/>
                    <a:pt x="46915" y="63112"/>
                  </a:cubicBezTo>
                  <a:cubicBezTo>
                    <a:pt x="46942" y="63112"/>
                    <a:pt x="46969" y="63111"/>
                    <a:pt x="46996" y="63111"/>
                  </a:cubicBezTo>
                  <a:cubicBezTo>
                    <a:pt x="48017" y="63111"/>
                    <a:pt x="49043" y="62889"/>
                    <a:pt x="49828" y="62438"/>
                  </a:cubicBezTo>
                  <a:lnTo>
                    <a:pt x="52306" y="61006"/>
                  </a:lnTo>
                  <a:lnTo>
                    <a:pt x="102821" y="31844"/>
                  </a:lnTo>
                  <a:lnTo>
                    <a:pt x="110561" y="27373"/>
                  </a:lnTo>
                  <a:cubicBezTo>
                    <a:pt x="112125" y="26464"/>
                    <a:pt x="112125" y="24999"/>
                    <a:pt x="110568" y="24090"/>
                  </a:cubicBezTo>
                  <a:lnTo>
                    <a:pt x="70097" y="689"/>
                  </a:lnTo>
                  <a:cubicBezTo>
                    <a:pt x="69309" y="231"/>
                    <a:pt x="68273" y="1"/>
                    <a:pt x="67240" y="1"/>
                  </a:cubicBezTo>
                  <a:close/>
                </a:path>
              </a:pathLst>
            </a:custGeom>
            <a:solidFill>
              <a:srgbClr val="AACAF9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18" name="CustomShape 39"/>
            <p:cNvSpPr/>
            <p:nvPr/>
          </p:nvSpPr>
          <p:spPr>
            <a:xfrm>
              <a:off x="4976640" y="2250000"/>
              <a:ext cx="2352240" cy="1350360"/>
            </a:xfrm>
            <a:custGeom>
              <a:avLst/>
              <a:gdLst/>
              <a:ahLst/>
              <a:cxnLst/>
              <a:rect l="l" t="t" r="r" b="b"/>
              <a:pathLst>
                <a:path w="94103" h="54028">
                  <a:moveTo>
                    <a:pt x="55033" y="0"/>
                  </a:moveTo>
                  <a:cubicBezTo>
                    <a:pt x="54416" y="0"/>
                    <a:pt x="53798" y="136"/>
                    <a:pt x="53327" y="408"/>
                  </a:cubicBezTo>
                  <a:lnTo>
                    <a:pt x="938" y="30646"/>
                  </a:lnTo>
                  <a:cubicBezTo>
                    <a:pt x="1" y="31189"/>
                    <a:pt x="1" y="32070"/>
                    <a:pt x="936" y="32613"/>
                  </a:cubicBezTo>
                  <a:lnTo>
                    <a:pt x="37164" y="53619"/>
                  </a:lnTo>
                  <a:cubicBezTo>
                    <a:pt x="37633" y="53891"/>
                    <a:pt x="38249" y="54027"/>
                    <a:pt x="38864" y="54027"/>
                  </a:cubicBezTo>
                  <a:cubicBezTo>
                    <a:pt x="39478" y="54027"/>
                    <a:pt x="40091" y="53892"/>
                    <a:pt x="40559" y="53621"/>
                  </a:cubicBezTo>
                  <a:lnTo>
                    <a:pt x="93164" y="23263"/>
                  </a:lnTo>
                  <a:cubicBezTo>
                    <a:pt x="94103" y="22720"/>
                    <a:pt x="94101" y="21843"/>
                    <a:pt x="93161" y="21305"/>
                  </a:cubicBezTo>
                  <a:lnTo>
                    <a:pt x="56726" y="403"/>
                  </a:lnTo>
                  <a:cubicBezTo>
                    <a:pt x="56258" y="134"/>
                    <a:pt x="55646" y="0"/>
                    <a:pt x="55033" y="0"/>
                  </a:cubicBezTo>
                  <a:close/>
                </a:path>
              </a:pathLst>
            </a:custGeom>
            <a:solidFill>
              <a:srgbClr val="C1CFF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19" name="CustomShape 40"/>
            <p:cNvSpPr/>
            <p:nvPr/>
          </p:nvSpPr>
          <p:spPr>
            <a:xfrm>
              <a:off x="4759200" y="3035160"/>
              <a:ext cx="1194480" cy="941040"/>
            </a:xfrm>
            <a:custGeom>
              <a:avLst/>
              <a:gdLst/>
              <a:ahLst/>
              <a:cxnLst/>
              <a:rect l="l" t="t" r="r" b="b"/>
              <a:pathLst>
                <a:path w="47789" h="37650">
                  <a:moveTo>
                    <a:pt x="1556" y="0"/>
                  </a:moveTo>
                  <a:cubicBezTo>
                    <a:pt x="1491" y="0"/>
                    <a:pt x="1425" y="7"/>
                    <a:pt x="1360" y="14"/>
                  </a:cubicBezTo>
                  <a:cubicBezTo>
                    <a:pt x="1297" y="20"/>
                    <a:pt x="1237" y="34"/>
                    <a:pt x="1177" y="54"/>
                  </a:cubicBezTo>
                  <a:cubicBezTo>
                    <a:pt x="1133" y="59"/>
                    <a:pt x="1091" y="72"/>
                    <a:pt x="1053" y="92"/>
                  </a:cubicBezTo>
                  <a:cubicBezTo>
                    <a:pt x="1011" y="102"/>
                    <a:pt x="971" y="117"/>
                    <a:pt x="934" y="139"/>
                  </a:cubicBezTo>
                  <a:cubicBezTo>
                    <a:pt x="916" y="144"/>
                    <a:pt x="903" y="151"/>
                    <a:pt x="882" y="157"/>
                  </a:cubicBezTo>
                  <a:lnTo>
                    <a:pt x="791" y="211"/>
                  </a:lnTo>
                  <a:lnTo>
                    <a:pt x="784" y="211"/>
                  </a:lnTo>
                  <a:cubicBezTo>
                    <a:pt x="301" y="525"/>
                    <a:pt x="0" y="1145"/>
                    <a:pt x="0" y="2022"/>
                  </a:cubicBezTo>
                  <a:lnTo>
                    <a:pt x="0" y="7688"/>
                  </a:lnTo>
                  <a:cubicBezTo>
                    <a:pt x="0" y="9492"/>
                    <a:pt x="1268" y="11689"/>
                    <a:pt x="2831" y="12591"/>
                  </a:cubicBezTo>
                  <a:lnTo>
                    <a:pt x="42473" y="35484"/>
                  </a:lnTo>
                  <a:cubicBezTo>
                    <a:pt x="42473" y="35484"/>
                    <a:pt x="42492" y="35498"/>
                    <a:pt x="42525" y="35518"/>
                  </a:cubicBezTo>
                  <a:cubicBezTo>
                    <a:pt x="42564" y="35538"/>
                    <a:pt x="42617" y="35563"/>
                    <a:pt x="42682" y="35603"/>
                  </a:cubicBezTo>
                  <a:cubicBezTo>
                    <a:pt x="42734" y="35635"/>
                    <a:pt x="42788" y="35668"/>
                    <a:pt x="42859" y="35707"/>
                  </a:cubicBezTo>
                  <a:cubicBezTo>
                    <a:pt x="42925" y="35747"/>
                    <a:pt x="42996" y="35785"/>
                    <a:pt x="43082" y="35839"/>
                  </a:cubicBezTo>
                  <a:cubicBezTo>
                    <a:pt x="43244" y="35929"/>
                    <a:pt x="43434" y="36041"/>
                    <a:pt x="43643" y="36158"/>
                  </a:cubicBezTo>
                  <a:lnTo>
                    <a:pt x="44094" y="36420"/>
                  </a:lnTo>
                  <a:cubicBezTo>
                    <a:pt x="44415" y="36602"/>
                    <a:pt x="44761" y="36806"/>
                    <a:pt x="45127" y="37015"/>
                  </a:cubicBezTo>
                  <a:cubicBezTo>
                    <a:pt x="45858" y="37436"/>
                    <a:pt x="46806" y="37650"/>
                    <a:pt x="47755" y="37650"/>
                  </a:cubicBezTo>
                  <a:cubicBezTo>
                    <a:pt x="47766" y="37650"/>
                    <a:pt x="47777" y="37650"/>
                    <a:pt x="47788" y="37650"/>
                  </a:cubicBezTo>
                  <a:lnTo>
                    <a:pt x="47788" y="34537"/>
                  </a:lnTo>
                  <a:cubicBezTo>
                    <a:pt x="46762" y="34537"/>
                    <a:pt x="45741" y="34308"/>
                    <a:pt x="44958" y="33857"/>
                  </a:cubicBezTo>
                  <a:lnTo>
                    <a:pt x="42472" y="32425"/>
                  </a:lnTo>
                  <a:lnTo>
                    <a:pt x="42472" y="32418"/>
                  </a:lnTo>
                  <a:lnTo>
                    <a:pt x="3786" y="10073"/>
                  </a:lnTo>
                  <a:cubicBezTo>
                    <a:pt x="3726" y="10035"/>
                    <a:pt x="3661" y="9990"/>
                    <a:pt x="3603" y="9943"/>
                  </a:cubicBezTo>
                  <a:cubicBezTo>
                    <a:pt x="3532" y="9896"/>
                    <a:pt x="3469" y="9841"/>
                    <a:pt x="3412" y="9779"/>
                  </a:cubicBezTo>
                  <a:lnTo>
                    <a:pt x="3302" y="9669"/>
                  </a:lnTo>
                  <a:cubicBezTo>
                    <a:pt x="3250" y="9611"/>
                    <a:pt x="3202" y="9549"/>
                    <a:pt x="3158" y="9485"/>
                  </a:cubicBezTo>
                  <a:cubicBezTo>
                    <a:pt x="3093" y="9405"/>
                    <a:pt x="3036" y="9320"/>
                    <a:pt x="2988" y="9231"/>
                  </a:cubicBezTo>
                  <a:cubicBezTo>
                    <a:pt x="2938" y="9141"/>
                    <a:pt x="2891" y="9051"/>
                    <a:pt x="2851" y="8956"/>
                  </a:cubicBezTo>
                  <a:cubicBezTo>
                    <a:pt x="2807" y="8865"/>
                    <a:pt x="2772" y="8772"/>
                    <a:pt x="2745" y="8675"/>
                  </a:cubicBezTo>
                  <a:cubicBezTo>
                    <a:pt x="2720" y="8593"/>
                    <a:pt x="2702" y="8511"/>
                    <a:pt x="2687" y="8426"/>
                  </a:cubicBezTo>
                  <a:cubicBezTo>
                    <a:pt x="2679" y="8406"/>
                    <a:pt x="2675" y="8383"/>
                    <a:pt x="2680" y="8361"/>
                  </a:cubicBezTo>
                  <a:cubicBezTo>
                    <a:pt x="2667" y="8327"/>
                    <a:pt x="2662" y="8292"/>
                    <a:pt x="2667" y="8257"/>
                  </a:cubicBezTo>
                  <a:cubicBezTo>
                    <a:pt x="2657" y="8209"/>
                    <a:pt x="2654" y="8160"/>
                    <a:pt x="2655" y="8114"/>
                  </a:cubicBezTo>
                  <a:lnTo>
                    <a:pt x="2655" y="4657"/>
                  </a:lnTo>
                  <a:cubicBezTo>
                    <a:pt x="2655" y="4146"/>
                    <a:pt x="2913" y="3849"/>
                    <a:pt x="3285" y="3849"/>
                  </a:cubicBezTo>
                  <a:cubicBezTo>
                    <a:pt x="3436" y="3849"/>
                    <a:pt x="3607" y="3898"/>
                    <a:pt x="3786" y="4002"/>
                  </a:cubicBezTo>
                  <a:lnTo>
                    <a:pt x="9651" y="7390"/>
                  </a:lnTo>
                  <a:lnTo>
                    <a:pt x="42472" y="26347"/>
                  </a:lnTo>
                  <a:cubicBezTo>
                    <a:pt x="42477" y="26347"/>
                    <a:pt x="42482" y="26350"/>
                    <a:pt x="42485" y="26354"/>
                  </a:cubicBezTo>
                  <a:lnTo>
                    <a:pt x="42590" y="26412"/>
                  </a:lnTo>
                  <a:cubicBezTo>
                    <a:pt x="42772" y="26524"/>
                    <a:pt x="43145" y="26739"/>
                    <a:pt x="43643" y="27020"/>
                  </a:cubicBezTo>
                  <a:lnTo>
                    <a:pt x="44094" y="27282"/>
                  </a:lnTo>
                  <a:cubicBezTo>
                    <a:pt x="44413" y="27465"/>
                    <a:pt x="44761" y="27668"/>
                    <a:pt x="45127" y="27877"/>
                  </a:cubicBezTo>
                  <a:cubicBezTo>
                    <a:pt x="45856" y="28295"/>
                    <a:pt x="46799" y="28511"/>
                    <a:pt x="47745" y="28511"/>
                  </a:cubicBezTo>
                  <a:cubicBezTo>
                    <a:pt x="47759" y="28511"/>
                    <a:pt x="47774" y="28511"/>
                    <a:pt x="47788" y="28511"/>
                  </a:cubicBezTo>
                  <a:lnTo>
                    <a:pt x="47788" y="25386"/>
                  </a:lnTo>
                  <a:cubicBezTo>
                    <a:pt x="46761" y="25386"/>
                    <a:pt x="45741" y="25164"/>
                    <a:pt x="44956" y="24713"/>
                  </a:cubicBezTo>
                  <a:lnTo>
                    <a:pt x="44950" y="24706"/>
                  </a:lnTo>
                  <a:lnTo>
                    <a:pt x="42478" y="23281"/>
                  </a:lnTo>
                  <a:lnTo>
                    <a:pt x="42472" y="23281"/>
                  </a:lnTo>
                  <a:lnTo>
                    <a:pt x="12312" y="5860"/>
                  </a:lnTo>
                  <a:lnTo>
                    <a:pt x="4485" y="1342"/>
                  </a:lnTo>
                  <a:lnTo>
                    <a:pt x="2831" y="386"/>
                  </a:lnTo>
                  <a:cubicBezTo>
                    <a:pt x="2622" y="269"/>
                    <a:pt x="2403" y="174"/>
                    <a:pt x="2177" y="99"/>
                  </a:cubicBezTo>
                  <a:cubicBezTo>
                    <a:pt x="2074" y="67"/>
                    <a:pt x="1970" y="42"/>
                    <a:pt x="1863" y="27"/>
                  </a:cubicBezTo>
                  <a:cubicBezTo>
                    <a:pt x="1761" y="9"/>
                    <a:pt x="1659" y="0"/>
                    <a:pt x="1556" y="0"/>
                  </a:cubicBezTo>
                  <a:close/>
                </a:path>
              </a:pathLst>
            </a:custGeom>
            <a:solidFill>
              <a:srgbClr val="7FA8E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20" name="CustomShape 41"/>
            <p:cNvSpPr/>
            <p:nvPr/>
          </p:nvSpPr>
          <p:spPr>
            <a:xfrm>
              <a:off x="4994640" y="2602080"/>
              <a:ext cx="266040" cy="306360"/>
            </a:xfrm>
            <a:custGeom>
              <a:avLst/>
              <a:gdLst/>
              <a:ahLst/>
              <a:cxnLst/>
              <a:rect l="l" t="t" r="r" b="b"/>
              <a:pathLst>
                <a:path w="10659" h="12269">
                  <a:moveTo>
                    <a:pt x="2658" y="0"/>
                  </a:moveTo>
                  <a:lnTo>
                    <a:pt x="0" y="1534"/>
                  </a:lnTo>
                  <a:lnTo>
                    <a:pt x="0" y="12269"/>
                  </a:lnTo>
                  <a:lnTo>
                    <a:pt x="10658" y="7686"/>
                  </a:lnTo>
                  <a:lnTo>
                    <a:pt x="2658" y="0"/>
                  </a:lnTo>
                  <a:close/>
                </a:path>
              </a:pathLst>
            </a:custGeom>
            <a:solidFill>
              <a:srgbClr val="8E2D59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21" name="CustomShape 42"/>
            <p:cNvSpPr/>
            <p:nvPr/>
          </p:nvSpPr>
          <p:spPr>
            <a:xfrm>
              <a:off x="5953680" y="2651400"/>
              <a:ext cx="1362960" cy="865080"/>
            </a:xfrm>
            <a:custGeom>
              <a:avLst/>
              <a:gdLst/>
              <a:ahLst/>
              <a:cxnLst/>
              <a:rect l="l" t="t" r="r" b="b"/>
              <a:pathLst>
                <a:path w="54537" h="34613">
                  <a:moveTo>
                    <a:pt x="54537" y="1"/>
                  </a:moveTo>
                  <a:cubicBezTo>
                    <a:pt x="54537" y="946"/>
                    <a:pt x="53564" y="1519"/>
                    <a:pt x="53120" y="1775"/>
                  </a:cubicBezTo>
                  <a:lnTo>
                    <a:pt x="5317" y="29383"/>
                  </a:lnTo>
                  <a:cubicBezTo>
                    <a:pt x="5317" y="29390"/>
                    <a:pt x="2831" y="30822"/>
                    <a:pt x="2831" y="30822"/>
                  </a:cubicBezTo>
                  <a:cubicBezTo>
                    <a:pt x="2047" y="31273"/>
                    <a:pt x="1026" y="31502"/>
                    <a:pt x="1" y="31502"/>
                  </a:cubicBezTo>
                  <a:lnTo>
                    <a:pt x="1" y="34613"/>
                  </a:lnTo>
                  <a:cubicBezTo>
                    <a:pt x="15" y="34613"/>
                    <a:pt x="29" y="34613"/>
                    <a:pt x="44" y="34613"/>
                  </a:cubicBezTo>
                  <a:cubicBezTo>
                    <a:pt x="990" y="34613"/>
                    <a:pt x="1933" y="34397"/>
                    <a:pt x="2660" y="33979"/>
                  </a:cubicBezTo>
                  <a:cubicBezTo>
                    <a:pt x="3028" y="33771"/>
                    <a:pt x="3374" y="33567"/>
                    <a:pt x="3695" y="33385"/>
                  </a:cubicBezTo>
                  <a:lnTo>
                    <a:pt x="4146" y="33122"/>
                  </a:lnTo>
                  <a:cubicBezTo>
                    <a:pt x="4355" y="33005"/>
                    <a:pt x="4543" y="32893"/>
                    <a:pt x="4707" y="32802"/>
                  </a:cubicBezTo>
                  <a:cubicBezTo>
                    <a:pt x="4792" y="32750"/>
                    <a:pt x="4864" y="32711"/>
                    <a:pt x="4929" y="32671"/>
                  </a:cubicBezTo>
                  <a:cubicBezTo>
                    <a:pt x="5001" y="32633"/>
                    <a:pt x="5055" y="32599"/>
                    <a:pt x="5106" y="32566"/>
                  </a:cubicBezTo>
                  <a:cubicBezTo>
                    <a:pt x="5172" y="32528"/>
                    <a:pt x="5223" y="32501"/>
                    <a:pt x="5264" y="32482"/>
                  </a:cubicBezTo>
                  <a:cubicBezTo>
                    <a:pt x="5295" y="32462"/>
                    <a:pt x="5315" y="32449"/>
                    <a:pt x="5315" y="32449"/>
                  </a:cubicBezTo>
                  <a:lnTo>
                    <a:pt x="53122" y="4843"/>
                  </a:lnTo>
                  <a:cubicBezTo>
                    <a:pt x="53904" y="4392"/>
                    <a:pt x="54537" y="3339"/>
                    <a:pt x="54537" y="2492"/>
                  </a:cubicBezTo>
                  <a:lnTo>
                    <a:pt x="54537" y="1"/>
                  </a:lnTo>
                  <a:close/>
                </a:path>
              </a:pathLst>
            </a:custGeom>
            <a:solidFill>
              <a:srgbClr val="BF2878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22" name="CustomShape 43"/>
            <p:cNvSpPr/>
            <p:nvPr/>
          </p:nvSpPr>
          <p:spPr>
            <a:xfrm>
              <a:off x="5019840" y="2081880"/>
              <a:ext cx="2306520" cy="1356480"/>
            </a:xfrm>
            <a:custGeom>
              <a:avLst/>
              <a:gdLst/>
              <a:ahLst/>
              <a:cxnLst/>
              <a:rect l="l" t="t" r="r" b="b"/>
              <a:pathLst>
                <a:path w="92281" h="54278">
                  <a:moveTo>
                    <a:pt x="55173" y="1"/>
                  </a:moveTo>
                  <a:cubicBezTo>
                    <a:pt x="54155" y="1"/>
                    <a:pt x="53139" y="223"/>
                    <a:pt x="52363" y="669"/>
                  </a:cubicBezTo>
                  <a:lnTo>
                    <a:pt x="9651" y="25423"/>
                  </a:lnTo>
                  <a:lnTo>
                    <a:pt x="9651" y="28491"/>
                  </a:lnTo>
                  <a:lnTo>
                    <a:pt x="7" y="32482"/>
                  </a:lnTo>
                  <a:lnTo>
                    <a:pt x="1" y="32489"/>
                  </a:lnTo>
                  <a:cubicBezTo>
                    <a:pt x="4" y="32522"/>
                    <a:pt x="11" y="32556"/>
                    <a:pt x="21" y="32588"/>
                  </a:cubicBezTo>
                  <a:cubicBezTo>
                    <a:pt x="16" y="32609"/>
                    <a:pt x="17" y="32633"/>
                    <a:pt x="27" y="32653"/>
                  </a:cubicBezTo>
                  <a:cubicBezTo>
                    <a:pt x="41" y="32736"/>
                    <a:pt x="61" y="32820"/>
                    <a:pt x="86" y="32902"/>
                  </a:cubicBezTo>
                  <a:cubicBezTo>
                    <a:pt x="113" y="32999"/>
                    <a:pt x="148" y="33092"/>
                    <a:pt x="190" y="33182"/>
                  </a:cubicBezTo>
                  <a:cubicBezTo>
                    <a:pt x="231" y="33276"/>
                    <a:pt x="276" y="33368"/>
                    <a:pt x="328" y="33456"/>
                  </a:cubicBezTo>
                  <a:cubicBezTo>
                    <a:pt x="377" y="33547"/>
                    <a:pt x="433" y="33632"/>
                    <a:pt x="497" y="33712"/>
                  </a:cubicBezTo>
                  <a:cubicBezTo>
                    <a:pt x="542" y="33776"/>
                    <a:pt x="590" y="33837"/>
                    <a:pt x="641" y="33896"/>
                  </a:cubicBezTo>
                  <a:lnTo>
                    <a:pt x="753" y="34006"/>
                  </a:lnTo>
                  <a:cubicBezTo>
                    <a:pt x="813" y="34065"/>
                    <a:pt x="876" y="34120"/>
                    <a:pt x="941" y="34170"/>
                  </a:cubicBezTo>
                  <a:cubicBezTo>
                    <a:pt x="1002" y="34215"/>
                    <a:pt x="1067" y="34262"/>
                    <a:pt x="1125" y="34300"/>
                  </a:cubicBezTo>
                  <a:lnTo>
                    <a:pt x="32040" y="52159"/>
                  </a:lnTo>
                  <a:lnTo>
                    <a:pt x="32046" y="52159"/>
                  </a:lnTo>
                  <a:lnTo>
                    <a:pt x="34524" y="53591"/>
                  </a:lnTo>
                  <a:cubicBezTo>
                    <a:pt x="35351" y="54052"/>
                    <a:pt x="36297" y="54278"/>
                    <a:pt x="37355" y="54278"/>
                  </a:cubicBezTo>
                  <a:cubicBezTo>
                    <a:pt x="38374" y="54278"/>
                    <a:pt x="39401" y="54047"/>
                    <a:pt x="40185" y="53598"/>
                  </a:cubicBezTo>
                  <a:lnTo>
                    <a:pt x="42663" y="52166"/>
                  </a:lnTo>
                  <a:lnTo>
                    <a:pt x="90718" y="24419"/>
                  </a:lnTo>
                  <a:cubicBezTo>
                    <a:pt x="92280" y="23517"/>
                    <a:pt x="92280" y="22045"/>
                    <a:pt x="90725" y="21136"/>
                  </a:cubicBezTo>
                  <a:lnTo>
                    <a:pt x="84312" y="17377"/>
                  </a:lnTo>
                  <a:lnTo>
                    <a:pt x="58026" y="687"/>
                  </a:lnTo>
                  <a:cubicBezTo>
                    <a:pt x="57239" y="230"/>
                    <a:pt x="56205" y="1"/>
                    <a:pt x="55173" y="1"/>
                  </a:cubicBezTo>
                  <a:close/>
                </a:path>
              </a:pathLst>
            </a:custGeom>
            <a:solidFill>
              <a:srgbClr val="AF2A6E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23" name="CustomShape 44"/>
            <p:cNvSpPr/>
            <p:nvPr/>
          </p:nvSpPr>
          <p:spPr>
            <a:xfrm>
              <a:off x="5060880" y="2391840"/>
              <a:ext cx="2210040" cy="1007280"/>
            </a:xfrm>
            <a:custGeom>
              <a:avLst/>
              <a:gdLst/>
              <a:ahLst/>
              <a:cxnLst/>
              <a:rect l="l" t="t" r="r" b="b"/>
              <a:pathLst>
                <a:path w="88419" h="40309">
                  <a:moveTo>
                    <a:pt x="88418" y="1"/>
                  </a:moveTo>
                  <a:lnTo>
                    <a:pt x="35705" y="30554"/>
                  </a:lnTo>
                  <a:lnTo>
                    <a:pt x="0" y="9937"/>
                  </a:lnTo>
                  <a:lnTo>
                    <a:pt x="8" y="20197"/>
                  </a:lnTo>
                  <a:lnTo>
                    <a:pt x="34071" y="39871"/>
                  </a:lnTo>
                  <a:cubicBezTo>
                    <a:pt x="34577" y="40162"/>
                    <a:pt x="35142" y="40308"/>
                    <a:pt x="35706" y="40308"/>
                  </a:cubicBezTo>
                  <a:cubicBezTo>
                    <a:pt x="36271" y="40308"/>
                    <a:pt x="36835" y="40162"/>
                    <a:pt x="37341" y="39871"/>
                  </a:cubicBezTo>
                  <a:lnTo>
                    <a:pt x="87601" y="10846"/>
                  </a:lnTo>
                  <a:cubicBezTo>
                    <a:pt x="88107" y="10554"/>
                    <a:pt x="88418" y="10014"/>
                    <a:pt x="88418" y="9431"/>
                  </a:cubicBezTo>
                  <a:lnTo>
                    <a:pt x="884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24" name="CustomShape 45"/>
            <p:cNvSpPr/>
            <p:nvPr/>
          </p:nvSpPr>
          <p:spPr>
            <a:xfrm>
              <a:off x="5953680" y="2391840"/>
              <a:ext cx="1317600" cy="1007280"/>
            </a:xfrm>
            <a:custGeom>
              <a:avLst/>
              <a:gdLst/>
              <a:ahLst/>
              <a:cxnLst/>
              <a:rect l="l" t="t" r="r" b="b"/>
              <a:pathLst>
                <a:path w="52714" h="40309">
                  <a:moveTo>
                    <a:pt x="52714" y="1"/>
                  </a:moveTo>
                  <a:lnTo>
                    <a:pt x="1" y="30554"/>
                  </a:lnTo>
                  <a:lnTo>
                    <a:pt x="1" y="40309"/>
                  </a:lnTo>
                  <a:cubicBezTo>
                    <a:pt x="574" y="40309"/>
                    <a:pt x="1138" y="40158"/>
                    <a:pt x="1635" y="39871"/>
                  </a:cubicBezTo>
                  <a:lnTo>
                    <a:pt x="51895" y="10846"/>
                  </a:lnTo>
                  <a:cubicBezTo>
                    <a:pt x="52401" y="10554"/>
                    <a:pt x="52714" y="10014"/>
                    <a:pt x="52714" y="9431"/>
                  </a:cubicBezTo>
                  <a:lnTo>
                    <a:pt x="52714" y="1"/>
                  </a:lnTo>
                  <a:close/>
                </a:path>
              </a:pathLst>
            </a:custGeom>
            <a:solidFill>
              <a:srgbClr val="DAE6EA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25" name="CustomShape 46"/>
            <p:cNvSpPr/>
            <p:nvPr/>
          </p:nvSpPr>
          <p:spPr>
            <a:xfrm>
              <a:off x="5044320" y="2652840"/>
              <a:ext cx="32760" cy="271440"/>
            </a:xfrm>
            <a:custGeom>
              <a:avLst/>
              <a:gdLst/>
              <a:ahLst/>
              <a:cxnLst/>
              <a:rect l="l" t="t" r="r" b="b"/>
              <a:pathLst>
                <a:path w="1331" h="10879">
                  <a:moveTo>
                    <a:pt x="422" y="0"/>
                  </a:moveTo>
                  <a:cubicBezTo>
                    <a:pt x="175" y="0"/>
                    <a:pt x="0" y="254"/>
                    <a:pt x="0" y="670"/>
                  </a:cubicBezTo>
                  <a:lnTo>
                    <a:pt x="5" y="9443"/>
                  </a:lnTo>
                  <a:cubicBezTo>
                    <a:pt x="5" y="9984"/>
                    <a:pt x="303" y="10596"/>
                    <a:pt x="668" y="10807"/>
                  </a:cubicBezTo>
                  <a:cubicBezTo>
                    <a:pt x="753" y="10855"/>
                    <a:pt x="834" y="10878"/>
                    <a:pt x="909" y="10878"/>
                  </a:cubicBezTo>
                  <a:cubicBezTo>
                    <a:pt x="1156" y="10878"/>
                    <a:pt x="1330" y="10624"/>
                    <a:pt x="1330" y="10208"/>
                  </a:cubicBezTo>
                  <a:lnTo>
                    <a:pt x="1330" y="1438"/>
                  </a:lnTo>
                  <a:cubicBezTo>
                    <a:pt x="1330" y="897"/>
                    <a:pt x="1033" y="286"/>
                    <a:pt x="665" y="73"/>
                  </a:cubicBezTo>
                  <a:cubicBezTo>
                    <a:pt x="579" y="24"/>
                    <a:pt x="497" y="0"/>
                    <a:pt x="422" y="0"/>
                  </a:cubicBezTo>
                  <a:close/>
                </a:path>
              </a:pathLst>
            </a:custGeom>
            <a:solidFill>
              <a:srgbClr val="FFDB4C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26" name="CustomShape 47"/>
            <p:cNvSpPr/>
            <p:nvPr/>
          </p:nvSpPr>
          <p:spPr>
            <a:xfrm>
              <a:off x="5953680" y="2306160"/>
              <a:ext cx="1362960" cy="865080"/>
            </a:xfrm>
            <a:custGeom>
              <a:avLst/>
              <a:gdLst/>
              <a:ahLst/>
              <a:cxnLst/>
              <a:rect l="l" t="t" r="r" b="b"/>
              <a:pathLst>
                <a:path w="54537" h="34616">
                  <a:moveTo>
                    <a:pt x="54537" y="0"/>
                  </a:moveTo>
                  <a:cubicBezTo>
                    <a:pt x="54537" y="979"/>
                    <a:pt x="53538" y="1538"/>
                    <a:pt x="53122" y="1776"/>
                  </a:cubicBezTo>
                  <a:lnTo>
                    <a:pt x="34504" y="12533"/>
                  </a:lnTo>
                  <a:lnTo>
                    <a:pt x="5317" y="29384"/>
                  </a:lnTo>
                  <a:cubicBezTo>
                    <a:pt x="5310" y="29384"/>
                    <a:pt x="2839" y="30810"/>
                    <a:pt x="2839" y="30810"/>
                  </a:cubicBezTo>
                  <a:cubicBezTo>
                    <a:pt x="2047" y="31267"/>
                    <a:pt x="1028" y="31490"/>
                    <a:pt x="1" y="31490"/>
                  </a:cubicBezTo>
                  <a:lnTo>
                    <a:pt x="1" y="34616"/>
                  </a:lnTo>
                  <a:cubicBezTo>
                    <a:pt x="15" y="34616"/>
                    <a:pt x="29" y="34616"/>
                    <a:pt x="44" y="34616"/>
                  </a:cubicBezTo>
                  <a:cubicBezTo>
                    <a:pt x="990" y="34616"/>
                    <a:pt x="1933" y="34400"/>
                    <a:pt x="2662" y="33981"/>
                  </a:cubicBezTo>
                  <a:cubicBezTo>
                    <a:pt x="3028" y="33772"/>
                    <a:pt x="3374" y="33570"/>
                    <a:pt x="3695" y="33386"/>
                  </a:cubicBezTo>
                  <a:lnTo>
                    <a:pt x="4146" y="33124"/>
                  </a:lnTo>
                  <a:cubicBezTo>
                    <a:pt x="4642" y="32843"/>
                    <a:pt x="5015" y="32627"/>
                    <a:pt x="5198" y="32517"/>
                  </a:cubicBezTo>
                  <a:lnTo>
                    <a:pt x="5302" y="32457"/>
                  </a:lnTo>
                  <a:cubicBezTo>
                    <a:pt x="5315" y="32450"/>
                    <a:pt x="37164" y="14063"/>
                    <a:pt x="37164" y="14063"/>
                  </a:cubicBezTo>
                  <a:lnTo>
                    <a:pt x="53120" y="4842"/>
                  </a:lnTo>
                  <a:cubicBezTo>
                    <a:pt x="53902" y="4391"/>
                    <a:pt x="54537" y="3339"/>
                    <a:pt x="54537" y="2492"/>
                  </a:cubicBezTo>
                  <a:lnTo>
                    <a:pt x="54537" y="0"/>
                  </a:lnTo>
                  <a:close/>
                </a:path>
              </a:pathLst>
            </a:custGeom>
            <a:solidFill>
              <a:srgbClr val="BF2878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27" name="CustomShape 48"/>
            <p:cNvSpPr/>
            <p:nvPr/>
          </p:nvSpPr>
          <p:spPr>
            <a:xfrm>
              <a:off x="4973040" y="1775160"/>
              <a:ext cx="2353320" cy="1317960"/>
            </a:xfrm>
            <a:custGeom>
              <a:avLst/>
              <a:gdLst/>
              <a:ahLst/>
              <a:cxnLst/>
              <a:rect l="l" t="t" r="r" b="b"/>
              <a:pathLst>
                <a:path w="94150" h="52739">
                  <a:moveTo>
                    <a:pt x="86" y="31999"/>
                  </a:moveTo>
                  <a:cubicBezTo>
                    <a:pt x="56" y="32012"/>
                    <a:pt x="27" y="32029"/>
                    <a:pt x="0" y="32048"/>
                  </a:cubicBezTo>
                  <a:lnTo>
                    <a:pt x="86" y="31999"/>
                  </a:lnTo>
                  <a:close/>
                  <a:moveTo>
                    <a:pt x="57035" y="0"/>
                  </a:moveTo>
                  <a:cubicBezTo>
                    <a:pt x="56019" y="0"/>
                    <a:pt x="55006" y="222"/>
                    <a:pt x="54232" y="669"/>
                  </a:cubicBezTo>
                  <a:lnTo>
                    <a:pt x="86" y="31999"/>
                  </a:lnTo>
                  <a:lnTo>
                    <a:pt x="86" y="31999"/>
                  </a:lnTo>
                  <a:cubicBezTo>
                    <a:pt x="105" y="31990"/>
                    <a:pt x="124" y="31983"/>
                    <a:pt x="144" y="31977"/>
                  </a:cubicBezTo>
                  <a:cubicBezTo>
                    <a:pt x="179" y="31953"/>
                    <a:pt x="219" y="31938"/>
                    <a:pt x="261" y="31931"/>
                  </a:cubicBezTo>
                  <a:cubicBezTo>
                    <a:pt x="301" y="31911"/>
                    <a:pt x="343" y="31898"/>
                    <a:pt x="386" y="31891"/>
                  </a:cubicBezTo>
                  <a:cubicBezTo>
                    <a:pt x="446" y="31871"/>
                    <a:pt x="506" y="31858"/>
                    <a:pt x="570" y="31853"/>
                  </a:cubicBezTo>
                  <a:cubicBezTo>
                    <a:pt x="635" y="31845"/>
                    <a:pt x="700" y="31841"/>
                    <a:pt x="765" y="31839"/>
                  </a:cubicBezTo>
                  <a:cubicBezTo>
                    <a:pt x="773" y="31839"/>
                    <a:pt x="780" y="31839"/>
                    <a:pt x="788" y="31839"/>
                  </a:cubicBezTo>
                  <a:cubicBezTo>
                    <a:pt x="884" y="31839"/>
                    <a:pt x="978" y="31849"/>
                    <a:pt x="1073" y="31865"/>
                  </a:cubicBezTo>
                  <a:cubicBezTo>
                    <a:pt x="1180" y="31881"/>
                    <a:pt x="1283" y="31905"/>
                    <a:pt x="1387" y="31938"/>
                  </a:cubicBezTo>
                  <a:cubicBezTo>
                    <a:pt x="1612" y="32012"/>
                    <a:pt x="1831" y="32108"/>
                    <a:pt x="2040" y="32225"/>
                  </a:cubicBezTo>
                  <a:lnTo>
                    <a:pt x="3694" y="33179"/>
                  </a:lnTo>
                  <a:lnTo>
                    <a:pt x="11520" y="37697"/>
                  </a:lnTo>
                  <a:lnTo>
                    <a:pt x="33907" y="50632"/>
                  </a:lnTo>
                  <a:lnTo>
                    <a:pt x="33914" y="50632"/>
                  </a:lnTo>
                  <a:lnTo>
                    <a:pt x="36385" y="52058"/>
                  </a:lnTo>
                  <a:cubicBezTo>
                    <a:pt x="37190" y="52484"/>
                    <a:pt x="38094" y="52738"/>
                    <a:pt x="39143" y="52738"/>
                  </a:cubicBezTo>
                  <a:cubicBezTo>
                    <a:pt x="39170" y="52738"/>
                    <a:pt x="39197" y="52738"/>
                    <a:pt x="39224" y="52738"/>
                  </a:cubicBezTo>
                  <a:cubicBezTo>
                    <a:pt x="40243" y="52738"/>
                    <a:pt x="41270" y="52515"/>
                    <a:pt x="42054" y="52064"/>
                  </a:cubicBezTo>
                  <a:lnTo>
                    <a:pt x="44532" y="50632"/>
                  </a:lnTo>
                  <a:lnTo>
                    <a:pt x="84844" y="27358"/>
                  </a:lnTo>
                  <a:lnTo>
                    <a:pt x="92587" y="22886"/>
                  </a:lnTo>
                  <a:cubicBezTo>
                    <a:pt x="94149" y="21977"/>
                    <a:pt x="94149" y="20513"/>
                    <a:pt x="92594" y="19603"/>
                  </a:cubicBezTo>
                  <a:lnTo>
                    <a:pt x="59895" y="689"/>
                  </a:lnTo>
                  <a:cubicBezTo>
                    <a:pt x="59106" y="231"/>
                    <a:pt x="58069" y="0"/>
                    <a:pt x="57035" y="0"/>
                  </a:cubicBezTo>
                  <a:close/>
                </a:path>
              </a:pathLst>
            </a:custGeom>
            <a:solidFill>
              <a:srgbClr val="FF66A7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28" name="CustomShape 49"/>
            <p:cNvSpPr/>
            <p:nvPr/>
          </p:nvSpPr>
          <p:spPr>
            <a:xfrm>
              <a:off x="5283360" y="2059200"/>
              <a:ext cx="1578960" cy="848880"/>
            </a:xfrm>
            <a:custGeom>
              <a:avLst/>
              <a:gdLst/>
              <a:ahLst/>
              <a:cxnLst/>
              <a:rect l="l" t="t" r="r" b="b"/>
              <a:pathLst>
                <a:path w="63166" h="33975">
                  <a:moveTo>
                    <a:pt x="31368" y="1"/>
                  </a:moveTo>
                  <a:cubicBezTo>
                    <a:pt x="28100" y="1"/>
                    <a:pt x="24831" y="313"/>
                    <a:pt x="21709" y="938"/>
                  </a:cubicBezTo>
                  <a:lnTo>
                    <a:pt x="3547" y="11446"/>
                  </a:lnTo>
                  <a:cubicBezTo>
                    <a:pt x="0" y="17395"/>
                    <a:pt x="2336" y="24254"/>
                    <a:pt x="10559" y="29002"/>
                  </a:cubicBezTo>
                  <a:cubicBezTo>
                    <a:pt x="16303" y="32318"/>
                    <a:pt x="23828" y="33975"/>
                    <a:pt x="31354" y="33975"/>
                  </a:cubicBezTo>
                  <a:cubicBezTo>
                    <a:pt x="35770" y="33975"/>
                    <a:pt x="40187" y="33404"/>
                    <a:pt x="44244" y="32264"/>
                  </a:cubicBezTo>
                  <a:lnTo>
                    <a:pt x="57824" y="24423"/>
                  </a:lnTo>
                  <a:cubicBezTo>
                    <a:pt x="63166" y="18089"/>
                    <a:pt x="61288" y="10238"/>
                    <a:pt x="52174" y="4976"/>
                  </a:cubicBezTo>
                  <a:cubicBezTo>
                    <a:pt x="46429" y="1659"/>
                    <a:pt x="38899" y="1"/>
                    <a:pt x="31368" y="1"/>
                  </a:cubicBezTo>
                  <a:close/>
                </a:path>
              </a:pathLst>
            </a:custGeom>
            <a:solidFill>
              <a:srgbClr val="C1CFF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29" name="CustomShape 50"/>
            <p:cNvSpPr/>
            <p:nvPr/>
          </p:nvSpPr>
          <p:spPr>
            <a:xfrm>
              <a:off x="4953240" y="2571120"/>
              <a:ext cx="1000080" cy="945360"/>
            </a:xfrm>
            <a:custGeom>
              <a:avLst/>
              <a:gdLst/>
              <a:ahLst/>
              <a:cxnLst/>
              <a:rect l="l" t="t" r="r" b="b"/>
              <a:pathLst>
                <a:path w="40018" h="37824">
                  <a:moveTo>
                    <a:pt x="1580" y="0"/>
                  </a:moveTo>
                  <a:cubicBezTo>
                    <a:pt x="1572" y="0"/>
                    <a:pt x="1565" y="0"/>
                    <a:pt x="1557" y="0"/>
                  </a:cubicBezTo>
                  <a:cubicBezTo>
                    <a:pt x="1490" y="0"/>
                    <a:pt x="1425" y="6"/>
                    <a:pt x="1360" y="14"/>
                  </a:cubicBezTo>
                  <a:cubicBezTo>
                    <a:pt x="1298" y="19"/>
                    <a:pt x="1237" y="32"/>
                    <a:pt x="1178" y="52"/>
                  </a:cubicBezTo>
                  <a:cubicBezTo>
                    <a:pt x="1133" y="59"/>
                    <a:pt x="1091" y="72"/>
                    <a:pt x="1053" y="91"/>
                  </a:cubicBezTo>
                  <a:cubicBezTo>
                    <a:pt x="1011" y="101"/>
                    <a:pt x="971" y="117"/>
                    <a:pt x="934" y="138"/>
                  </a:cubicBezTo>
                  <a:cubicBezTo>
                    <a:pt x="916" y="144"/>
                    <a:pt x="902" y="151"/>
                    <a:pt x="882" y="158"/>
                  </a:cubicBezTo>
                  <a:lnTo>
                    <a:pt x="790" y="209"/>
                  </a:lnTo>
                  <a:lnTo>
                    <a:pt x="784" y="209"/>
                  </a:lnTo>
                  <a:cubicBezTo>
                    <a:pt x="301" y="523"/>
                    <a:pt x="0" y="1145"/>
                    <a:pt x="0" y="2020"/>
                  </a:cubicBezTo>
                  <a:lnTo>
                    <a:pt x="0" y="12349"/>
                  </a:lnTo>
                  <a:cubicBezTo>
                    <a:pt x="0" y="14154"/>
                    <a:pt x="1268" y="16351"/>
                    <a:pt x="2830" y="17253"/>
                  </a:cubicBezTo>
                  <a:lnTo>
                    <a:pt x="34701" y="35660"/>
                  </a:lnTo>
                  <a:cubicBezTo>
                    <a:pt x="34701" y="35660"/>
                    <a:pt x="34719" y="35673"/>
                    <a:pt x="34753" y="35693"/>
                  </a:cubicBezTo>
                  <a:cubicBezTo>
                    <a:pt x="34791" y="35714"/>
                    <a:pt x="34844" y="35739"/>
                    <a:pt x="34910" y="35779"/>
                  </a:cubicBezTo>
                  <a:cubicBezTo>
                    <a:pt x="34961" y="35810"/>
                    <a:pt x="35015" y="35844"/>
                    <a:pt x="35087" y="35882"/>
                  </a:cubicBezTo>
                  <a:cubicBezTo>
                    <a:pt x="35152" y="35922"/>
                    <a:pt x="35224" y="35961"/>
                    <a:pt x="35309" y="36014"/>
                  </a:cubicBezTo>
                  <a:cubicBezTo>
                    <a:pt x="35471" y="36104"/>
                    <a:pt x="35661" y="36216"/>
                    <a:pt x="35870" y="36335"/>
                  </a:cubicBezTo>
                  <a:lnTo>
                    <a:pt x="36321" y="36596"/>
                  </a:lnTo>
                  <a:cubicBezTo>
                    <a:pt x="36642" y="36778"/>
                    <a:pt x="36988" y="36982"/>
                    <a:pt x="37354" y="37190"/>
                  </a:cubicBezTo>
                  <a:cubicBezTo>
                    <a:pt x="38083" y="37608"/>
                    <a:pt x="39026" y="37824"/>
                    <a:pt x="39972" y="37824"/>
                  </a:cubicBezTo>
                  <a:cubicBezTo>
                    <a:pt x="39987" y="37824"/>
                    <a:pt x="40001" y="37824"/>
                    <a:pt x="40016" y="37824"/>
                  </a:cubicBezTo>
                  <a:lnTo>
                    <a:pt x="40016" y="34713"/>
                  </a:lnTo>
                  <a:cubicBezTo>
                    <a:pt x="38990" y="34713"/>
                    <a:pt x="37969" y="34484"/>
                    <a:pt x="37185" y="34033"/>
                  </a:cubicBezTo>
                  <a:lnTo>
                    <a:pt x="34699" y="32601"/>
                  </a:lnTo>
                  <a:lnTo>
                    <a:pt x="34699" y="32594"/>
                  </a:lnTo>
                  <a:lnTo>
                    <a:pt x="3786" y="14735"/>
                  </a:lnTo>
                  <a:cubicBezTo>
                    <a:pt x="3726" y="14697"/>
                    <a:pt x="3661" y="14650"/>
                    <a:pt x="3602" y="14605"/>
                  </a:cubicBezTo>
                  <a:cubicBezTo>
                    <a:pt x="3534" y="14558"/>
                    <a:pt x="3470" y="14503"/>
                    <a:pt x="3414" y="14441"/>
                  </a:cubicBezTo>
                  <a:lnTo>
                    <a:pt x="3302" y="14331"/>
                  </a:lnTo>
                  <a:cubicBezTo>
                    <a:pt x="3250" y="14272"/>
                    <a:pt x="3201" y="14211"/>
                    <a:pt x="3158" y="14147"/>
                  </a:cubicBezTo>
                  <a:cubicBezTo>
                    <a:pt x="3094" y="14067"/>
                    <a:pt x="3038" y="13982"/>
                    <a:pt x="2988" y="13891"/>
                  </a:cubicBezTo>
                  <a:cubicBezTo>
                    <a:pt x="2937" y="13803"/>
                    <a:pt x="2891" y="13711"/>
                    <a:pt x="2851" y="13617"/>
                  </a:cubicBezTo>
                  <a:cubicBezTo>
                    <a:pt x="2807" y="13527"/>
                    <a:pt x="2772" y="13434"/>
                    <a:pt x="2745" y="13337"/>
                  </a:cubicBezTo>
                  <a:cubicBezTo>
                    <a:pt x="2722" y="13255"/>
                    <a:pt x="2702" y="13171"/>
                    <a:pt x="2687" y="13088"/>
                  </a:cubicBezTo>
                  <a:cubicBezTo>
                    <a:pt x="2678" y="13068"/>
                    <a:pt x="2677" y="13044"/>
                    <a:pt x="2680" y="13023"/>
                  </a:cubicBezTo>
                  <a:cubicBezTo>
                    <a:pt x="2667" y="12989"/>
                    <a:pt x="2663" y="12954"/>
                    <a:pt x="2667" y="12917"/>
                  </a:cubicBezTo>
                  <a:cubicBezTo>
                    <a:pt x="2657" y="12871"/>
                    <a:pt x="2653" y="12822"/>
                    <a:pt x="2655" y="12774"/>
                  </a:cubicBezTo>
                  <a:lnTo>
                    <a:pt x="2655" y="4655"/>
                  </a:lnTo>
                  <a:cubicBezTo>
                    <a:pt x="2655" y="4145"/>
                    <a:pt x="2912" y="3849"/>
                    <a:pt x="3284" y="3849"/>
                  </a:cubicBezTo>
                  <a:cubicBezTo>
                    <a:pt x="3436" y="3849"/>
                    <a:pt x="3606" y="3898"/>
                    <a:pt x="3786" y="4002"/>
                  </a:cubicBezTo>
                  <a:lnTo>
                    <a:pt x="9651" y="7389"/>
                  </a:lnTo>
                  <a:lnTo>
                    <a:pt x="34701" y="21859"/>
                  </a:lnTo>
                  <a:cubicBezTo>
                    <a:pt x="34706" y="21861"/>
                    <a:pt x="34711" y="21863"/>
                    <a:pt x="34714" y="21866"/>
                  </a:cubicBezTo>
                  <a:lnTo>
                    <a:pt x="34819" y="21926"/>
                  </a:lnTo>
                  <a:cubicBezTo>
                    <a:pt x="35001" y="22036"/>
                    <a:pt x="35374" y="22252"/>
                    <a:pt x="35872" y="22533"/>
                  </a:cubicBezTo>
                  <a:lnTo>
                    <a:pt x="36323" y="22795"/>
                  </a:lnTo>
                  <a:cubicBezTo>
                    <a:pt x="36642" y="22979"/>
                    <a:pt x="36990" y="23181"/>
                    <a:pt x="37356" y="23390"/>
                  </a:cubicBezTo>
                  <a:cubicBezTo>
                    <a:pt x="38085" y="23809"/>
                    <a:pt x="39028" y="24025"/>
                    <a:pt x="39974" y="24025"/>
                  </a:cubicBezTo>
                  <a:cubicBezTo>
                    <a:pt x="39988" y="24025"/>
                    <a:pt x="40003" y="24025"/>
                    <a:pt x="40017" y="24025"/>
                  </a:cubicBezTo>
                  <a:lnTo>
                    <a:pt x="40017" y="20899"/>
                  </a:lnTo>
                  <a:cubicBezTo>
                    <a:pt x="38990" y="20899"/>
                    <a:pt x="37970" y="20676"/>
                    <a:pt x="37185" y="20225"/>
                  </a:cubicBezTo>
                  <a:lnTo>
                    <a:pt x="37179" y="20219"/>
                  </a:lnTo>
                  <a:lnTo>
                    <a:pt x="34707" y="18793"/>
                  </a:lnTo>
                  <a:lnTo>
                    <a:pt x="34701" y="18793"/>
                  </a:lnTo>
                  <a:lnTo>
                    <a:pt x="12312" y="5858"/>
                  </a:lnTo>
                  <a:lnTo>
                    <a:pt x="4485" y="1340"/>
                  </a:lnTo>
                  <a:lnTo>
                    <a:pt x="2830" y="386"/>
                  </a:lnTo>
                  <a:cubicBezTo>
                    <a:pt x="2623" y="269"/>
                    <a:pt x="2404" y="173"/>
                    <a:pt x="2177" y="97"/>
                  </a:cubicBezTo>
                  <a:cubicBezTo>
                    <a:pt x="2075" y="66"/>
                    <a:pt x="1970" y="42"/>
                    <a:pt x="1865" y="26"/>
                  </a:cubicBezTo>
                  <a:cubicBezTo>
                    <a:pt x="1770" y="10"/>
                    <a:pt x="1674" y="0"/>
                    <a:pt x="1580" y="0"/>
                  </a:cubicBezTo>
                  <a:close/>
                </a:path>
              </a:pathLst>
            </a:custGeom>
            <a:solidFill>
              <a:srgbClr val="E7478D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30" name="CustomShape 51"/>
            <p:cNvSpPr/>
            <p:nvPr/>
          </p:nvSpPr>
          <p:spPr>
            <a:xfrm>
              <a:off x="5456520" y="1641600"/>
              <a:ext cx="1222560" cy="1179000"/>
            </a:xfrm>
            <a:custGeom>
              <a:avLst/>
              <a:gdLst/>
              <a:ahLst/>
              <a:cxnLst/>
              <a:rect l="l" t="t" r="r" b="b"/>
              <a:pathLst>
                <a:path w="48917" h="47177">
                  <a:moveTo>
                    <a:pt x="24459" y="0"/>
                  </a:moveTo>
                  <a:cubicBezTo>
                    <a:pt x="18213" y="0"/>
                    <a:pt x="11967" y="1376"/>
                    <a:pt x="7202" y="4127"/>
                  </a:cubicBezTo>
                  <a:cubicBezTo>
                    <a:pt x="2380" y="6912"/>
                    <a:pt x="0" y="10571"/>
                    <a:pt x="59" y="14218"/>
                  </a:cubicBezTo>
                  <a:lnTo>
                    <a:pt x="56" y="14218"/>
                  </a:lnTo>
                  <a:lnTo>
                    <a:pt x="56" y="33001"/>
                  </a:lnTo>
                  <a:cubicBezTo>
                    <a:pt x="17" y="36635"/>
                    <a:pt x="2396" y="40277"/>
                    <a:pt x="7200" y="43049"/>
                  </a:cubicBezTo>
                  <a:cubicBezTo>
                    <a:pt x="11966" y="45801"/>
                    <a:pt x="18212" y="47177"/>
                    <a:pt x="24458" y="47177"/>
                  </a:cubicBezTo>
                  <a:cubicBezTo>
                    <a:pt x="30705" y="47177"/>
                    <a:pt x="36951" y="45801"/>
                    <a:pt x="41717" y="43049"/>
                  </a:cubicBezTo>
                  <a:cubicBezTo>
                    <a:pt x="46472" y="40304"/>
                    <a:pt x="48854" y="36709"/>
                    <a:pt x="48864" y="33110"/>
                  </a:cubicBezTo>
                  <a:lnTo>
                    <a:pt x="48864" y="33073"/>
                  </a:lnTo>
                  <a:lnTo>
                    <a:pt x="48864" y="14218"/>
                  </a:lnTo>
                  <a:lnTo>
                    <a:pt x="48859" y="14218"/>
                  </a:lnTo>
                  <a:cubicBezTo>
                    <a:pt x="48916" y="10571"/>
                    <a:pt x="46539" y="6912"/>
                    <a:pt x="41717" y="4127"/>
                  </a:cubicBezTo>
                  <a:cubicBezTo>
                    <a:pt x="36952" y="1376"/>
                    <a:pt x="30705" y="0"/>
                    <a:pt x="24459" y="0"/>
                  </a:cubicBezTo>
                  <a:close/>
                </a:path>
              </a:pathLst>
            </a:custGeom>
            <a:solidFill>
              <a:srgbClr val="34459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31" name="CustomShape 52"/>
            <p:cNvSpPr/>
            <p:nvPr/>
          </p:nvSpPr>
          <p:spPr>
            <a:xfrm>
              <a:off x="5456520" y="1641600"/>
              <a:ext cx="1222560" cy="1179000"/>
            </a:xfrm>
            <a:custGeom>
              <a:avLst/>
              <a:gdLst/>
              <a:ahLst/>
              <a:cxnLst/>
              <a:rect l="l" t="t" r="r" b="b"/>
              <a:pathLst>
                <a:path w="48917" h="47177">
                  <a:moveTo>
                    <a:pt x="24459" y="0"/>
                  </a:moveTo>
                  <a:cubicBezTo>
                    <a:pt x="18213" y="0"/>
                    <a:pt x="11967" y="1376"/>
                    <a:pt x="7202" y="4127"/>
                  </a:cubicBezTo>
                  <a:cubicBezTo>
                    <a:pt x="2380" y="6912"/>
                    <a:pt x="0" y="10571"/>
                    <a:pt x="59" y="14218"/>
                  </a:cubicBezTo>
                  <a:lnTo>
                    <a:pt x="56" y="14218"/>
                  </a:lnTo>
                  <a:lnTo>
                    <a:pt x="56" y="33001"/>
                  </a:lnTo>
                  <a:cubicBezTo>
                    <a:pt x="17" y="36635"/>
                    <a:pt x="2396" y="40277"/>
                    <a:pt x="7200" y="43049"/>
                  </a:cubicBezTo>
                  <a:cubicBezTo>
                    <a:pt x="11966" y="45801"/>
                    <a:pt x="18212" y="47177"/>
                    <a:pt x="24458" y="47177"/>
                  </a:cubicBezTo>
                  <a:cubicBezTo>
                    <a:pt x="30705" y="47177"/>
                    <a:pt x="36951" y="45801"/>
                    <a:pt x="41717" y="43049"/>
                  </a:cubicBezTo>
                  <a:cubicBezTo>
                    <a:pt x="46472" y="40304"/>
                    <a:pt x="48854" y="36709"/>
                    <a:pt x="48864" y="33110"/>
                  </a:cubicBezTo>
                  <a:lnTo>
                    <a:pt x="48864" y="33073"/>
                  </a:lnTo>
                  <a:lnTo>
                    <a:pt x="48864" y="14218"/>
                  </a:lnTo>
                  <a:lnTo>
                    <a:pt x="48859" y="14218"/>
                  </a:lnTo>
                  <a:cubicBezTo>
                    <a:pt x="48916" y="10571"/>
                    <a:pt x="46539" y="6912"/>
                    <a:pt x="41717" y="4127"/>
                  </a:cubicBezTo>
                  <a:cubicBezTo>
                    <a:pt x="36952" y="1376"/>
                    <a:pt x="30705" y="0"/>
                    <a:pt x="24459" y="0"/>
                  </a:cubicBezTo>
                  <a:close/>
                </a:path>
              </a:pathLst>
            </a:custGeom>
            <a:solidFill>
              <a:srgbClr val="34459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32" name="CustomShape 53"/>
            <p:cNvSpPr/>
            <p:nvPr/>
          </p:nvSpPr>
          <p:spPr>
            <a:xfrm>
              <a:off x="5061240" y="1412640"/>
              <a:ext cx="2013120" cy="1162080"/>
            </a:xfrm>
            <a:custGeom>
              <a:avLst/>
              <a:gdLst/>
              <a:ahLst/>
              <a:cxnLst/>
              <a:rect l="l" t="t" r="r" b="b"/>
              <a:pathLst>
                <a:path w="80538" h="46499">
                  <a:moveTo>
                    <a:pt x="40270" y="0"/>
                  </a:moveTo>
                  <a:lnTo>
                    <a:pt x="1" y="23249"/>
                  </a:lnTo>
                  <a:lnTo>
                    <a:pt x="40270" y="46498"/>
                  </a:lnTo>
                  <a:lnTo>
                    <a:pt x="80538" y="23249"/>
                  </a:lnTo>
                  <a:lnTo>
                    <a:pt x="40270" y="0"/>
                  </a:lnTo>
                  <a:close/>
                </a:path>
              </a:pathLst>
            </a:custGeom>
            <a:solidFill>
              <a:srgbClr val="3E54A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33" name="CustomShape 54"/>
            <p:cNvSpPr/>
            <p:nvPr/>
          </p:nvSpPr>
          <p:spPr>
            <a:xfrm>
              <a:off x="6047280" y="1999080"/>
              <a:ext cx="524520" cy="305280"/>
            </a:xfrm>
            <a:custGeom>
              <a:avLst/>
              <a:gdLst/>
              <a:ahLst/>
              <a:cxnLst/>
              <a:rect l="l" t="t" r="r" b="b"/>
              <a:pathLst>
                <a:path w="20989" h="12229">
                  <a:moveTo>
                    <a:pt x="809" y="1"/>
                  </a:moveTo>
                  <a:cubicBezTo>
                    <a:pt x="563" y="1"/>
                    <a:pt x="323" y="129"/>
                    <a:pt x="192" y="359"/>
                  </a:cubicBezTo>
                  <a:cubicBezTo>
                    <a:pt x="0" y="696"/>
                    <a:pt x="115" y="1128"/>
                    <a:pt x="453" y="1321"/>
                  </a:cubicBezTo>
                  <a:lnTo>
                    <a:pt x="19568" y="12228"/>
                  </a:lnTo>
                  <a:lnTo>
                    <a:pt x="20989" y="11408"/>
                  </a:lnTo>
                  <a:lnTo>
                    <a:pt x="1155" y="92"/>
                  </a:lnTo>
                  <a:cubicBezTo>
                    <a:pt x="1045" y="30"/>
                    <a:pt x="926" y="1"/>
                    <a:pt x="809" y="1"/>
                  </a:cubicBezTo>
                  <a:close/>
                </a:path>
              </a:pathLst>
            </a:custGeom>
            <a:solidFill>
              <a:srgbClr val="2E449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34" name="CustomShape 55"/>
            <p:cNvSpPr/>
            <p:nvPr/>
          </p:nvSpPr>
          <p:spPr>
            <a:xfrm>
              <a:off x="5061240" y="1993680"/>
              <a:ext cx="1006560" cy="622440"/>
            </a:xfrm>
            <a:custGeom>
              <a:avLst/>
              <a:gdLst/>
              <a:ahLst/>
              <a:cxnLst/>
              <a:rect l="l" t="t" r="r" b="b"/>
              <a:pathLst>
                <a:path w="40271" h="24910">
                  <a:moveTo>
                    <a:pt x="1" y="0"/>
                  </a:moveTo>
                  <a:lnTo>
                    <a:pt x="1" y="1661"/>
                  </a:lnTo>
                  <a:lnTo>
                    <a:pt x="40270" y="24910"/>
                  </a:lnTo>
                  <a:lnTo>
                    <a:pt x="40270" y="2324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2257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35" name="CustomShape 56"/>
            <p:cNvSpPr/>
            <p:nvPr/>
          </p:nvSpPr>
          <p:spPr>
            <a:xfrm>
              <a:off x="6068160" y="1993680"/>
              <a:ext cx="1006200" cy="622440"/>
            </a:xfrm>
            <a:custGeom>
              <a:avLst/>
              <a:gdLst/>
              <a:ahLst/>
              <a:cxnLst/>
              <a:rect l="l" t="t" r="r" b="b"/>
              <a:pathLst>
                <a:path w="40268" h="24910">
                  <a:moveTo>
                    <a:pt x="40268" y="0"/>
                  </a:moveTo>
                  <a:lnTo>
                    <a:pt x="0" y="23249"/>
                  </a:lnTo>
                  <a:lnTo>
                    <a:pt x="0" y="24910"/>
                  </a:lnTo>
                  <a:lnTo>
                    <a:pt x="40268" y="1661"/>
                  </a:lnTo>
                  <a:lnTo>
                    <a:pt x="40268" y="0"/>
                  </a:lnTo>
                  <a:close/>
                </a:path>
              </a:pathLst>
            </a:custGeom>
            <a:solidFill>
              <a:srgbClr val="2E449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36" name="CustomShape 57"/>
            <p:cNvSpPr/>
            <p:nvPr/>
          </p:nvSpPr>
          <p:spPr>
            <a:xfrm>
              <a:off x="5456880" y="2263680"/>
              <a:ext cx="1220400" cy="414720"/>
            </a:xfrm>
            <a:custGeom>
              <a:avLst/>
              <a:gdLst/>
              <a:ahLst/>
              <a:cxnLst/>
              <a:rect l="l" t="t" r="r" b="b"/>
              <a:pathLst>
                <a:path w="48835" h="16609">
                  <a:moveTo>
                    <a:pt x="1" y="1"/>
                  </a:moveTo>
                  <a:lnTo>
                    <a:pt x="24451" y="16608"/>
                  </a:lnTo>
                  <a:lnTo>
                    <a:pt x="48835" y="39"/>
                  </a:lnTo>
                  <a:lnTo>
                    <a:pt x="24451" y="1411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31F6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37" name="CustomShape 58"/>
            <p:cNvSpPr/>
            <p:nvPr/>
          </p:nvSpPr>
          <p:spPr>
            <a:xfrm>
              <a:off x="6535440" y="2800800"/>
              <a:ext cx="143640" cy="334440"/>
            </a:xfrm>
            <a:custGeom>
              <a:avLst/>
              <a:gdLst/>
              <a:ahLst/>
              <a:cxnLst/>
              <a:rect l="l" t="t" r="r" b="b"/>
              <a:pathLst>
                <a:path w="5754" h="13392">
                  <a:moveTo>
                    <a:pt x="1812" y="0"/>
                  </a:moveTo>
                  <a:lnTo>
                    <a:pt x="1" y="11731"/>
                  </a:lnTo>
                  <a:cubicBezTo>
                    <a:pt x="1" y="12838"/>
                    <a:pt x="1439" y="13391"/>
                    <a:pt x="2877" y="13391"/>
                  </a:cubicBezTo>
                  <a:cubicBezTo>
                    <a:pt x="4315" y="13391"/>
                    <a:pt x="5753" y="12838"/>
                    <a:pt x="5753" y="11731"/>
                  </a:cubicBezTo>
                  <a:lnTo>
                    <a:pt x="4026" y="0"/>
                  </a:lnTo>
                  <a:cubicBezTo>
                    <a:pt x="3788" y="177"/>
                    <a:pt x="3358" y="271"/>
                    <a:pt x="2922" y="271"/>
                  </a:cubicBezTo>
                  <a:cubicBezTo>
                    <a:pt x="2502" y="271"/>
                    <a:pt x="2077" y="184"/>
                    <a:pt x="1812" y="0"/>
                  </a:cubicBezTo>
                  <a:close/>
                </a:path>
              </a:pathLst>
            </a:custGeom>
            <a:solidFill>
              <a:srgbClr val="FFDB4C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38" name="CustomShape 59"/>
            <p:cNvSpPr/>
            <p:nvPr/>
          </p:nvSpPr>
          <p:spPr>
            <a:xfrm>
              <a:off x="6638400" y="2968200"/>
              <a:ext cx="17640" cy="160560"/>
            </a:xfrm>
            <a:custGeom>
              <a:avLst/>
              <a:gdLst/>
              <a:ahLst/>
              <a:cxnLst/>
              <a:rect l="l" t="t" r="r" b="b"/>
              <a:pathLst>
                <a:path w="714" h="6440">
                  <a:moveTo>
                    <a:pt x="0" y="0"/>
                  </a:moveTo>
                  <a:lnTo>
                    <a:pt x="361" y="6439"/>
                  </a:lnTo>
                  <a:cubicBezTo>
                    <a:pt x="481" y="6398"/>
                    <a:pt x="598" y="6348"/>
                    <a:pt x="714" y="629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DB72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39" name="CustomShape 60"/>
            <p:cNvSpPr/>
            <p:nvPr/>
          </p:nvSpPr>
          <p:spPr>
            <a:xfrm>
              <a:off x="6561360" y="2868840"/>
              <a:ext cx="27720" cy="261000"/>
            </a:xfrm>
            <a:custGeom>
              <a:avLst/>
              <a:gdLst/>
              <a:ahLst/>
              <a:cxnLst/>
              <a:rect l="l" t="t" r="r" b="b"/>
              <a:pathLst>
                <a:path w="1130" h="10457">
                  <a:moveTo>
                    <a:pt x="1130" y="1"/>
                  </a:moveTo>
                  <a:lnTo>
                    <a:pt x="0" y="10316"/>
                  </a:lnTo>
                  <a:cubicBezTo>
                    <a:pt x="121" y="10370"/>
                    <a:pt x="243" y="10417"/>
                    <a:pt x="368" y="10457"/>
                  </a:cubicBezTo>
                  <a:lnTo>
                    <a:pt x="1130" y="1"/>
                  </a:lnTo>
                  <a:close/>
                </a:path>
              </a:pathLst>
            </a:custGeom>
            <a:solidFill>
              <a:srgbClr val="FDB72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40" name="CustomShape 61"/>
            <p:cNvSpPr/>
            <p:nvPr/>
          </p:nvSpPr>
          <p:spPr>
            <a:xfrm>
              <a:off x="6602760" y="2927880"/>
              <a:ext cx="8640" cy="207360"/>
            </a:xfrm>
            <a:custGeom>
              <a:avLst/>
              <a:gdLst/>
              <a:ahLst/>
              <a:cxnLst/>
              <a:rect l="l" t="t" r="r" b="b"/>
              <a:pathLst>
                <a:path w="362" h="8305">
                  <a:moveTo>
                    <a:pt x="177" y="0"/>
                  </a:moveTo>
                  <a:lnTo>
                    <a:pt x="0" y="8301"/>
                  </a:lnTo>
                  <a:cubicBezTo>
                    <a:pt x="60" y="8303"/>
                    <a:pt x="121" y="8305"/>
                    <a:pt x="181" y="8305"/>
                  </a:cubicBezTo>
                  <a:cubicBezTo>
                    <a:pt x="241" y="8305"/>
                    <a:pt x="301" y="8303"/>
                    <a:pt x="361" y="8301"/>
                  </a:cubicBezTo>
                  <a:lnTo>
                    <a:pt x="177" y="0"/>
                  </a:lnTo>
                  <a:close/>
                </a:path>
              </a:pathLst>
            </a:custGeom>
            <a:solidFill>
              <a:srgbClr val="FDB72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41" name="CustomShape 62"/>
            <p:cNvSpPr/>
            <p:nvPr/>
          </p:nvSpPr>
          <p:spPr>
            <a:xfrm>
              <a:off x="6569640" y="2782800"/>
              <a:ext cx="77760" cy="42120"/>
            </a:xfrm>
            <a:custGeom>
              <a:avLst/>
              <a:gdLst/>
              <a:ahLst/>
              <a:cxnLst/>
              <a:rect l="l" t="t" r="r" b="b"/>
              <a:pathLst>
                <a:path w="3123" h="1695">
                  <a:moveTo>
                    <a:pt x="2318" y="1"/>
                  </a:moveTo>
                  <a:cubicBezTo>
                    <a:pt x="2168" y="1"/>
                    <a:pt x="2016" y="49"/>
                    <a:pt x="1887" y="147"/>
                  </a:cubicBezTo>
                  <a:cubicBezTo>
                    <a:pt x="1780" y="227"/>
                    <a:pt x="1683" y="278"/>
                    <a:pt x="1571" y="278"/>
                  </a:cubicBezTo>
                  <a:cubicBezTo>
                    <a:pt x="1469" y="278"/>
                    <a:pt x="1354" y="235"/>
                    <a:pt x="1208" y="134"/>
                  </a:cubicBezTo>
                  <a:cubicBezTo>
                    <a:pt x="1085" y="48"/>
                    <a:pt x="944" y="7"/>
                    <a:pt x="804" y="7"/>
                  </a:cubicBezTo>
                  <a:cubicBezTo>
                    <a:pt x="580" y="7"/>
                    <a:pt x="360" y="114"/>
                    <a:pt x="223" y="313"/>
                  </a:cubicBezTo>
                  <a:cubicBezTo>
                    <a:pt x="0" y="634"/>
                    <a:pt x="80" y="1075"/>
                    <a:pt x="403" y="1299"/>
                  </a:cubicBezTo>
                  <a:cubicBezTo>
                    <a:pt x="784" y="1563"/>
                    <a:pt x="1180" y="1695"/>
                    <a:pt x="1573" y="1695"/>
                  </a:cubicBezTo>
                  <a:cubicBezTo>
                    <a:pt x="1970" y="1695"/>
                    <a:pt x="2364" y="1558"/>
                    <a:pt x="2734" y="1284"/>
                  </a:cubicBezTo>
                  <a:cubicBezTo>
                    <a:pt x="3055" y="1051"/>
                    <a:pt x="3123" y="602"/>
                    <a:pt x="2886" y="286"/>
                  </a:cubicBezTo>
                  <a:cubicBezTo>
                    <a:pt x="2747" y="99"/>
                    <a:pt x="2534" y="1"/>
                    <a:pt x="2318" y="1"/>
                  </a:cubicBezTo>
                  <a:close/>
                </a:path>
              </a:pathLst>
            </a:custGeom>
            <a:solidFill>
              <a:srgbClr val="FC961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42" name="CustomShape 63"/>
            <p:cNvSpPr/>
            <p:nvPr/>
          </p:nvSpPr>
          <p:spPr>
            <a:xfrm>
              <a:off x="6046920" y="1979280"/>
              <a:ext cx="577800" cy="799920"/>
            </a:xfrm>
            <a:custGeom>
              <a:avLst/>
              <a:gdLst/>
              <a:ahLst/>
              <a:cxnLst/>
              <a:rect l="l" t="t" r="r" b="b"/>
              <a:pathLst>
                <a:path w="23123" h="32011">
                  <a:moveTo>
                    <a:pt x="810" y="0"/>
                  </a:moveTo>
                  <a:cubicBezTo>
                    <a:pt x="564" y="0"/>
                    <a:pt x="325" y="129"/>
                    <a:pt x="194" y="357"/>
                  </a:cubicBezTo>
                  <a:cubicBezTo>
                    <a:pt x="0" y="698"/>
                    <a:pt x="119" y="1131"/>
                    <a:pt x="458" y="1323"/>
                  </a:cubicBezTo>
                  <a:lnTo>
                    <a:pt x="20638" y="12836"/>
                  </a:lnTo>
                  <a:cubicBezTo>
                    <a:pt x="21298" y="13214"/>
                    <a:pt x="21705" y="13917"/>
                    <a:pt x="21705" y="14678"/>
                  </a:cubicBezTo>
                  <a:lnTo>
                    <a:pt x="21705" y="31304"/>
                  </a:lnTo>
                  <a:cubicBezTo>
                    <a:pt x="21705" y="31695"/>
                    <a:pt x="22023" y="32010"/>
                    <a:pt x="22414" y="32010"/>
                  </a:cubicBezTo>
                  <a:cubicBezTo>
                    <a:pt x="22805" y="32010"/>
                    <a:pt x="23122" y="31695"/>
                    <a:pt x="23122" y="31304"/>
                  </a:cubicBezTo>
                  <a:lnTo>
                    <a:pt x="23122" y="14678"/>
                  </a:lnTo>
                  <a:cubicBezTo>
                    <a:pt x="23120" y="13408"/>
                    <a:pt x="22440" y="12237"/>
                    <a:pt x="21339" y="11607"/>
                  </a:cubicBezTo>
                  <a:lnTo>
                    <a:pt x="1160" y="93"/>
                  </a:lnTo>
                  <a:cubicBezTo>
                    <a:pt x="1049" y="30"/>
                    <a:pt x="929" y="0"/>
                    <a:pt x="810" y="0"/>
                  </a:cubicBezTo>
                  <a:close/>
                </a:path>
              </a:pathLst>
            </a:custGeom>
            <a:solidFill>
              <a:srgbClr val="BBDF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43" name="CustomShape 64"/>
            <p:cNvSpPr/>
            <p:nvPr/>
          </p:nvSpPr>
          <p:spPr>
            <a:xfrm>
              <a:off x="6568560" y="2723040"/>
              <a:ext cx="80640" cy="77400"/>
            </a:xfrm>
            <a:custGeom>
              <a:avLst/>
              <a:gdLst/>
              <a:ahLst/>
              <a:cxnLst/>
              <a:rect l="l" t="t" r="r" b="b"/>
              <a:pathLst>
                <a:path w="3233" h="3110">
                  <a:moveTo>
                    <a:pt x="1554" y="1"/>
                  </a:moveTo>
                  <a:cubicBezTo>
                    <a:pt x="1354" y="1"/>
                    <a:pt x="1152" y="39"/>
                    <a:pt x="960" y="119"/>
                  </a:cubicBezTo>
                  <a:cubicBezTo>
                    <a:pt x="380" y="359"/>
                    <a:pt x="1" y="926"/>
                    <a:pt x="1" y="1556"/>
                  </a:cubicBezTo>
                  <a:cubicBezTo>
                    <a:pt x="1" y="2413"/>
                    <a:pt x="698" y="3109"/>
                    <a:pt x="1556" y="3109"/>
                  </a:cubicBezTo>
                  <a:cubicBezTo>
                    <a:pt x="2185" y="3109"/>
                    <a:pt x="2751" y="2730"/>
                    <a:pt x="2992" y="2150"/>
                  </a:cubicBezTo>
                  <a:cubicBezTo>
                    <a:pt x="3232" y="1569"/>
                    <a:pt x="3099" y="901"/>
                    <a:pt x="2654" y="456"/>
                  </a:cubicBezTo>
                  <a:cubicBezTo>
                    <a:pt x="2357" y="159"/>
                    <a:pt x="1959" y="1"/>
                    <a:pt x="1554" y="1"/>
                  </a:cubicBezTo>
                  <a:close/>
                </a:path>
              </a:pathLst>
            </a:custGeom>
            <a:solidFill>
              <a:srgbClr val="FFDB4C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44" name="CustomShape 65"/>
            <p:cNvSpPr/>
            <p:nvPr/>
          </p:nvSpPr>
          <p:spPr>
            <a:xfrm>
              <a:off x="6565680" y="2723400"/>
              <a:ext cx="79920" cy="77040"/>
            </a:xfrm>
            <a:custGeom>
              <a:avLst/>
              <a:gdLst/>
              <a:ahLst/>
              <a:cxnLst/>
              <a:rect l="l" t="t" r="r" b="b"/>
              <a:pathLst>
                <a:path w="3209" h="3089">
                  <a:moveTo>
                    <a:pt x="1449" y="1"/>
                  </a:moveTo>
                  <a:lnTo>
                    <a:pt x="1449" y="1"/>
                  </a:lnTo>
                  <a:cubicBezTo>
                    <a:pt x="854" y="83"/>
                    <a:pt x="359" y="500"/>
                    <a:pt x="181" y="1074"/>
                  </a:cubicBezTo>
                  <a:cubicBezTo>
                    <a:pt x="0" y="1647"/>
                    <a:pt x="167" y="2271"/>
                    <a:pt x="610" y="2679"/>
                  </a:cubicBezTo>
                  <a:cubicBezTo>
                    <a:pt x="902" y="2947"/>
                    <a:pt x="1278" y="3089"/>
                    <a:pt x="1661" y="3089"/>
                  </a:cubicBezTo>
                  <a:cubicBezTo>
                    <a:pt x="1857" y="3089"/>
                    <a:pt x="2055" y="3051"/>
                    <a:pt x="2244" y="2975"/>
                  </a:cubicBezTo>
                  <a:cubicBezTo>
                    <a:pt x="2801" y="2748"/>
                    <a:pt x="3176" y="2221"/>
                    <a:pt x="3208" y="1622"/>
                  </a:cubicBezTo>
                  <a:lnTo>
                    <a:pt x="3208" y="1622"/>
                  </a:lnTo>
                  <a:cubicBezTo>
                    <a:pt x="3142" y="1904"/>
                    <a:pt x="2687" y="2380"/>
                    <a:pt x="2088" y="2380"/>
                  </a:cubicBezTo>
                  <a:cubicBezTo>
                    <a:pt x="1897" y="2380"/>
                    <a:pt x="1691" y="2332"/>
                    <a:pt x="1479" y="2213"/>
                  </a:cubicBezTo>
                  <a:cubicBezTo>
                    <a:pt x="540" y="1687"/>
                    <a:pt x="720" y="487"/>
                    <a:pt x="1449" y="1"/>
                  </a:cubicBezTo>
                  <a:close/>
                </a:path>
              </a:pathLst>
            </a:custGeom>
            <a:solidFill>
              <a:srgbClr val="FDB72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45" name="CustomShape 66"/>
            <p:cNvSpPr/>
            <p:nvPr/>
          </p:nvSpPr>
          <p:spPr>
            <a:xfrm>
              <a:off x="8145000" y="3238560"/>
              <a:ext cx="1610280" cy="961560"/>
            </a:xfrm>
            <a:custGeom>
              <a:avLst/>
              <a:gdLst/>
              <a:ahLst/>
              <a:cxnLst/>
              <a:rect l="l" t="t" r="r" b="b"/>
              <a:pathLst>
                <a:path w="64421" h="38483">
                  <a:moveTo>
                    <a:pt x="57900" y="1"/>
                  </a:moveTo>
                  <a:cubicBezTo>
                    <a:pt x="57325" y="1"/>
                    <a:pt x="56804" y="130"/>
                    <a:pt x="56388" y="419"/>
                  </a:cubicBezTo>
                  <a:lnTo>
                    <a:pt x="51324" y="3378"/>
                  </a:lnTo>
                  <a:cubicBezTo>
                    <a:pt x="51317" y="3381"/>
                    <a:pt x="51317" y="3381"/>
                    <a:pt x="51315" y="3386"/>
                  </a:cubicBezTo>
                  <a:lnTo>
                    <a:pt x="48877" y="4769"/>
                  </a:lnTo>
                  <a:cubicBezTo>
                    <a:pt x="48847" y="4788"/>
                    <a:pt x="48819" y="4811"/>
                    <a:pt x="48794" y="4836"/>
                  </a:cubicBezTo>
                  <a:lnTo>
                    <a:pt x="45063" y="6991"/>
                  </a:lnTo>
                  <a:lnTo>
                    <a:pt x="44747" y="7172"/>
                  </a:lnTo>
                  <a:cubicBezTo>
                    <a:pt x="44746" y="7174"/>
                    <a:pt x="44744" y="7177"/>
                    <a:pt x="44741" y="7179"/>
                  </a:cubicBezTo>
                  <a:lnTo>
                    <a:pt x="9799" y="27342"/>
                  </a:lnTo>
                  <a:lnTo>
                    <a:pt x="9796" y="27335"/>
                  </a:lnTo>
                  <a:lnTo>
                    <a:pt x="2562" y="35569"/>
                  </a:lnTo>
                  <a:lnTo>
                    <a:pt x="0" y="38482"/>
                  </a:lnTo>
                  <a:lnTo>
                    <a:pt x="0" y="38482"/>
                  </a:lnTo>
                  <a:lnTo>
                    <a:pt x="14635" y="35579"/>
                  </a:lnTo>
                  <a:lnTo>
                    <a:pt x="63413" y="7389"/>
                  </a:lnTo>
                  <a:cubicBezTo>
                    <a:pt x="64230" y="6824"/>
                    <a:pt x="64421" y="5839"/>
                    <a:pt x="64202" y="4731"/>
                  </a:cubicBezTo>
                  <a:cubicBezTo>
                    <a:pt x="63745" y="2332"/>
                    <a:pt x="60339" y="1"/>
                    <a:pt x="57900" y="1"/>
                  </a:cubicBezTo>
                  <a:close/>
                </a:path>
              </a:pathLst>
            </a:custGeom>
            <a:solidFill>
              <a:srgbClr val="C1CFF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46" name="CustomShape 67"/>
            <p:cNvSpPr/>
            <p:nvPr/>
          </p:nvSpPr>
          <p:spPr>
            <a:xfrm>
              <a:off x="8145000" y="3846960"/>
              <a:ext cx="486720" cy="293760"/>
            </a:xfrm>
            <a:custGeom>
              <a:avLst/>
              <a:gdLst/>
              <a:ahLst/>
              <a:cxnLst/>
              <a:rect l="l" t="t" r="r" b="b"/>
              <a:pathLst>
                <a:path w="19478" h="11772">
                  <a:moveTo>
                    <a:pt x="12051" y="1"/>
                  </a:moveTo>
                  <a:cubicBezTo>
                    <a:pt x="11314" y="1"/>
                    <a:pt x="10549" y="191"/>
                    <a:pt x="9796" y="624"/>
                  </a:cubicBezTo>
                  <a:lnTo>
                    <a:pt x="0" y="11772"/>
                  </a:lnTo>
                  <a:lnTo>
                    <a:pt x="0" y="11772"/>
                  </a:lnTo>
                  <a:lnTo>
                    <a:pt x="14633" y="8869"/>
                  </a:lnTo>
                  <a:cubicBezTo>
                    <a:pt x="19478" y="6080"/>
                    <a:pt x="16214" y="1"/>
                    <a:pt x="12051" y="1"/>
                  </a:cubicBez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47" name="CustomShape 68"/>
            <p:cNvSpPr/>
            <p:nvPr/>
          </p:nvSpPr>
          <p:spPr>
            <a:xfrm>
              <a:off x="8145000" y="3945600"/>
              <a:ext cx="436680" cy="195480"/>
            </a:xfrm>
            <a:custGeom>
              <a:avLst/>
              <a:gdLst/>
              <a:ahLst/>
              <a:cxnLst/>
              <a:rect l="l" t="t" r="r" b="b"/>
              <a:pathLst>
                <a:path w="17486" h="7839">
                  <a:moveTo>
                    <a:pt x="15228" y="1"/>
                  </a:moveTo>
                  <a:lnTo>
                    <a:pt x="0" y="7839"/>
                  </a:lnTo>
                  <a:lnTo>
                    <a:pt x="14635" y="4935"/>
                  </a:lnTo>
                  <a:cubicBezTo>
                    <a:pt x="17475" y="3299"/>
                    <a:pt x="17485" y="2168"/>
                    <a:pt x="15228" y="1"/>
                  </a:cubicBezTo>
                  <a:close/>
                </a:path>
              </a:pathLst>
            </a:custGeom>
            <a:solidFill>
              <a:srgbClr val="F2E2CC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48" name="CustomShape 69"/>
            <p:cNvSpPr/>
            <p:nvPr/>
          </p:nvSpPr>
          <p:spPr>
            <a:xfrm>
              <a:off x="8145000" y="4068720"/>
              <a:ext cx="101520" cy="72360"/>
            </a:xfrm>
            <a:custGeom>
              <a:avLst/>
              <a:gdLst/>
              <a:ahLst/>
              <a:cxnLst/>
              <a:rect l="l" t="t" r="r" b="b"/>
              <a:pathLst>
                <a:path w="4072" h="2915">
                  <a:moveTo>
                    <a:pt x="2562" y="1"/>
                  </a:moveTo>
                  <a:lnTo>
                    <a:pt x="0" y="2915"/>
                  </a:lnTo>
                  <a:lnTo>
                    <a:pt x="4072" y="2106"/>
                  </a:lnTo>
                  <a:lnTo>
                    <a:pt x="2939" y="1942"/>
                  </a:lnTo>
                  <a:lnTo>
                    <a:pt x="3534" y="1371"/>
                  </a:lnTo>
                  <a:lnTo>
                    <a:pt x="3534" y="1371"/>
                  </a:lnTo>
                  <a:lnTo>
                    <a:pt x="2600" y="1399"/>
                  </a:lnTo>
                  <a:lnTo>
                    <a:pt x="3016" y="604"/>
                  </a:lnTo>
                  <a:lnTo>
                    <a:pt x="2291" y="846"/>
                  </a:lnTo>
                  <a:lnTo>
                    <a:pt x="2562" y="1"/>
                  </a:lnTo>
                  <a:close/>
                </a:path>
              </a:pathLst>
            </a:custGeom>
            <a:solidFill>
              <a:srgbClr val="191F3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49" name="CustomShape 70"/>
            <p:cNvSpPr/>
            <p:nvPr/>
          </p:nvSpPr>
          <p:spPr>
            <a:xfrm>
              <a:off x="8390160" y="3264120"/>
              <a:ext cx="1164240" cy="804600"/>
            </a:xfrm>
            <a:custGeom>
              <a:avLst/>
              <a:gdLst/>
              <a:ahLst/>
              <a:cxnLst/>
              <a:rect l="l" t="t" r="r" b="b"/>
              <a:pathLst>
                <a:path w="46589" h="32193">
                  <a:moveTo>
                    <a:pt x="46589" y="8095"/>
                  </a:moveTo>
                  <a:lnTo>
                    <a:pt x="46547" y="8119"/>
                  </a:lnTo>
                  <a:lnTo>
                    <a:pt x="46547" y="8119"/>
                  </a:lnTo>
                  <a:cubicBezTo>
                    <a:pt x="46561" y="8112"/>
                    <a:pt x="46575" y="8104"/>
                    <a:pt x="46589" y="8095"/>
                  </a:cubicBezTo>
                  <a:close/>
                  <a:moveTo>
                    <a:pt x="41516" y="0"/>
                  </a:moveTo>
                  <a:lnTo>
                    <a:pt x="38997" y="1450"/>
                  </a:lnTo>
                  <a:lnTo>
                    <a:pt x="0" y="23952"/>
                  </a:lnTo>
                  <a:cubicBezTo>
                    <a:pt x="144" y="23870"/>
                    <a:pt x="309" y="23831"/>
                    <a:pt x="490" y="23831"/>
                  </a:cubicBezTo>
                  <a:cubicBezTo>
                    <a:pt x="1701" y="23831"/>
                    <a:pt x="3638" y="25566"/>
                    <a:pt x="4720" y="27662"/>
                  </a:cubicBezTo>
                  <a:cubicBezTo>
                    <a:pt x="5420" y="29018"/>
                    <a:pt x="5990" y="31528"/>
                    <a:pt x="4836" y="32193"/>
                  </a:cubicBezTo>
                  <a:lnTo>
                    <a:pt x="44181" y="9488"/>
                  </a:lnTo>
                  <a:lnTo>
                    <a:pt x="45496" y="8723"/>
                  </a:lnTo>
                  <a:lnTo>
                    <a:pt x="46547" y="8119"/>
                  </a:lnTo>
                  <a:lnTo>
                    <a:pt x="46547" y="8119"/>
                  </a:lnTo>
                  <a:cubicBezTo>
                    <a:pt x="46464" y="8162"/>
                    <a:pt x="46372" y="8183"/>
                    <a:pt x="46273" y="8183"/>
                  </a:cubicBezTo>
                  <a:cubicBezTo>
                    <a:pt x="44419" y="8183"/>
                    <a:pt x="40028" y="969"/>
                    <a:pt x="41516" y="0"/>
                  </a:cubicBezTo>
                  <a:close/>
                </a:path>
              </a:pathLst>
            </a:custGeom>
            <a:solidFill>
              <a:srgbClr val="FFDB4C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50" name="CustomShape 71"/>
            <p:cNvSpPr/>
            <p:nvPr/>
          </p:nvSpPr>
          <p:spPr>
            <a:xfrm>
              <a:off x="8507880" y="3421800"/>
              <a:ext cx="1019160" cy="646560"/>
            </a:xfrm>
            <a:custGeom>
              <a:avLst/>
              <a:gdLst/>
              <a:ahLst/>
              <a:cxnLst/>
              <a:rect l="l" t="t" r="r" b="b"/>
              <a:pathLst>
                <a:path w="40776" h="25876">
                  <a:moveTo>
                    <a:pt x="37548" y="0"/>
                  </a:moveTo>
                  <a:lnTo>
                    <a:pt x="0" y="21345"/>
                  </a:lnTo>
                  <a:cubicBezTo>
                    <a:pt x="660" y="22563"/>
                    <a:pt x="1257" y="25219"/>
                    <a:pt x="116" y="25876"/>
                  </a:cubicBezTo>
                  <a:lnTo>
                    <a:pt x="39461" y="3171"/>
                  </a:lnTo>
                  <a:lnTo>
                    <a:pt x="40776" y="2406"/>
                  </a:lnTo>
                  <a:lnTo>
                    <a:pt x="37548" y="0"/>
                  </a:lnTo>
                  <a:close/>
                </a:path>
              </a:pathLst>
            </a:custGeom>
            <a:solidFill>
              <a:srgbClr val="FDB72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51" name="CustomShape 72"/>
            <p:cNvSpPr/>
            <p:nvPr/>
          </p:nvSpPr>
          <p:spPr>
            <a:xfrm>
              <a:off x="9405360" y="3158640"/>
              <a:ext cx="349920" cy="309600"/>
            </a:xfrm>
            <a:custGeom>
              <a:avLst/>
              <a:gdLst/>
              <a:ahLst/>
              <a:cxnLst/>
              <a:rect l="l" t="t" r="r" b="b"/>
              <a:pathLst>
                <a:path w="14014" h="12404">
                  <a:moveTo>
                    <a:pt x="8665" y="0"/>
                  </a:moveTo>
                  <a:cubicBezTo>
                    <a:pt x="8273" y="0"/>
                    <a:pt x="7897" y="107"/>
                    <a:pt x="7553" y="346"/>
                  </a:cubicBezTo>
                  <a:lnTo>
                    <a:pt x="917" y="4210"/>
                  </a:lnTo>
                  <a:cubicBezTo>
                    <a:pt x="908" y="4213"/>
                    <a:pt x="908" y="4213"/>
                    <a:pt x="906" y="4220"/>
                  </a:cubicBezTo>
                  <a:cubicBezTo>
                    <a:pt x="1" y="4807"/>
                    <a:pt x="1277" y="7707"/>
                    <a:pt x="2826" y="9891"/>
                  </a:cubicBezTo>
                  <a:cubicBezTo>
                    <a:pt x="3823" y="11297"/>
                    <a:pt x="4938" y="12403"/>
                    <a:pt x="5664" y="12403"/>
                  </a:cubicBezTo>
                  <a:cubicBezTo>
                    <a:pt x="5780" y="12403"/>
                    <a:pt x="5886" y="12375"/>
                    <a:pt x="5981" y="12315"/>
                  </a:cubicBezTo>
                  <a:lnTo>
                    <a:pt x="13005" y="8223"/>
                  </a:lnTo>
                  <a:cubicBezTo>
                    <a:pt x="13823" y="7659"/>
                    <a:pt x="14014" y="6673"/>
                    <a:pt x="13795" y="5565"/>
                  </a:cubicBezTo>
                  <a:cubicBezTo>
                    <a:pt x="13318" y="3068"/>
                    <a:pt x="10764" y="0"/>
                    <a:pt x="8665" y="0"/>
                  </a:cubicBezTo>
                  <a:close/>
                </a:path>
              </a:pathLst>
            </a:custGeom>
            <a:solidFill>
              <a:srgbClr val="F95DA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52" name="CustomShape 73"/>
            <p:cNvSpPr/>
            <p:nvPr/>
          </p:nvSpPr>
          <p:spPr>
            <a:xfrm>
              <a:off x="9414720" y="3158640"/>
              <a:ext cx="338400" cy="207360"/>
            </a:xfrm>
            <a:custGeom>
              <a:avLst/>
              <a:gdLst/>
              <a:ahLst/>
              <a:cxnLst/>
              <a:rect l="l" t="t" r="r" b="b"/>
              <a:pathLst>
                <a:path w="13551" h="8316">
                  <a:moveTo>
                    <a:pt x="8283" y="0"/>
                  </a:moveTo>
                  <a:cubicBezTo>
                    <a:pt x="7890" y="0"/>
                    <a:pt x="7514" y="107"/>
                    <a:pt x="7170" y="346"/>
                  </a:cubicBezTo>
                  <a:lnTo>
                    <a:pt x="534" y="4210"/>
                  </a:lnTo>
                  <a:cubicBezTo>
                    <a:pt x="525" y="4213"/>
                    <a:pt x="525" y="4213"/>
                    <a:pt x="523" y="4220"/>
                  </a:cubicBezTo>
                  <a:cubicBezTo>
                    <a:pt x="1" y="4559"/>
                    <a:pt x="208" y="5674"/>
                    <a:pt x="774" y="6975"/>
                  </a:cubicBezTo>
                  <a:lnTo>
                    <a:pt x="5135" y="8315"/>
                  </a:lnTo>
                  <a:lnTo>
                    <a:pt x="12064" y="4153"/>
                  </a:lnTo>
                  <a:cubicBezTo>
                    <a:pt x="12064" y="4153"/>
                    <a:pt x="13372" y="4898"/>
                    <a:pt x="13277" y="7448"/>
                  </a:cubicBezTo>
                  <a:cubicBezTo>
                    <a:pt x="13522" y="6918"/>
                    <a:pt x="13551" y="6267"/>
                    <a:pt x="13412" y="5565"/>
                  </a:cubicBezTo>
                  <a:cubicBezTo>
                    <a:pt x="12936" y="3068"/>
                    <a:pt x="10381" y="0"/>
                    <a:pt x="8283" y="0"/>
                  </a:cubicBezTo>
                  <a:close/>
                </a:path>
              </a:pathLst>
            </a:custGeom>
            <a:solidFill>
              <a:srgbClr val="FD9CC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53" name="CustomShape 74"/>
            <p:cNvSpPr/>
            <p:nvPr/>
          </p:nvSpPr>
          <p:spPr>
            <a:xfrm>
              <a:off x="9363960" y="3263040"/>
              <a:ext cx="209880" cy="240120"/>
            </a:xfrm>
            <a:custGeom>
              <a:avLst/>
              <a:gdLst/>
              <a:ahLst/>
              <a:cxnLst/>
              <a:rect l="l" t="t" r="r" b="b"/>
              <a:pathLst>
                <a:path w="8408" h="9614">
                  <a:moveTo>
                    <a:pt x="46" y="1470"/>
                  </a:moveTo>
                  <a:cubicBezTo>
                    <a:pt x="29" y="1477"/>
                    <a:pt x="14" y="1486"/>
                    <a:pt x="0" y="1497"/>
                  </a:cubicBezTo>
                  <a:lnTo>
                    <a:pt x="46" y="1470"/>
                  </a:lnTo>
                  <a:close/>
                  <a:moveTo>
                    <a:pt x="2831" y="1"/>
                  </a:moveTo>
                  <a:cubicBezTo>
                    <a:pt x="2678" y="1"/>
                    <a:pt x="2546" y="32"/>
                    <a:pt x="2441" y="97"/>
                  </a:cubicBezTo>
                  <a:lnTo>
                    <a:pt x="46" y="1470"/>
                  </a:lnTo>
                  <a:lnTo>
                    <a:pt x="46" y="1470"/>
                  </a:lnTo>
                  <a:cubicBezTo>
                    <a:pt x="54" y="1467"/>
                    <a:pt x="63" y="1465"/>
                    <a:pt x="72" y="1463"/>
                  </a:cubicBezTo>
                  <a:lnTo>
                    <a:pt x="80" y="1460"/>
                  </a:lnTo>
                  <a:cubicBezTo>
                    <a:pt x="152" y="1430"/>
                    <a:pt x="230" y="1416"/>
                    <a:pt x="313" y="1416"/>
                  </a:cubicBezTo>
                  <a:cubicBezTo>
                    <a:pt x="1045" y="1416"/>
                    <a:pt x="2170" y="2538"/>
                    <a:pt x="3168" y="3958"/>
                  </a:cubicBezTo>
                  <a:cubicBezTo>
                    <a:pt x="4710" y="6145"/>
                    <a:pt x="5962" y="9044"/>
                    <a:pt x="5043" y="9613"/>
                  </a:cubicBezTo>
                  <a:lnTo>
                    <a:pt x="5686" y="9244"/>
                  </a:lnTo>
                  <a:lnTo>
                    <a:pt x="7489" y="8215"/>
                  </a:lnTo>
                  <a:cubicBezTo>
                    <a:pt x="8408" y="7645"/>
                    <a:pt x="7718" y="4564"/>
                    <a:pt x="6175" y="2377"/>
                  </a:cubicBezTo>
                  <a:cubicBezTo>
                    <a:pt x="5193" y="976"/>
                    <a:pt x="3688" y="1"/>
                    <a:pt x="2831" y="1"/>
                  </a:cubicBezTo>
                  <a:close/>
                </a:path>
              </a:pathLst>
            </a:custGeom>
            <a:solidFill>
              <a:srgbClr val="A5CBFA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54" name="CustomShape 75"/>
            <p:cNvSpPr/>
            <p:nvPr/>
          </p:nvSpPr>
          <p:spPr>
            <a:xfrm>
              <a:off x="9318600" y="3288240"/>
              <a:ext cx="236160" cy="241560"/>
            </a:xfrm>
            <a:custGeom>
              <a:avLst/>
              <a:gdLst/>
              <a:ahLst/>
              <a:cxnLst/>
              <a:rect l="l" t="t" r="r" b="b"/>
              <a:pathLst>
                <a:path w="9464" h="9676">
                  <a:moveTo>
                    <a:pt x="31" y="1542"/>
                  </a:moveTo>
                  <a:cubicBezTo>
                    <a:pt x="20" y="1547"/>
                    <a:pt x="10" y="1553"/>
                    <a:pt x="0" y="1559"/>
                  </a:cubicBezTo>
                  <a:lnTo>
                    <a:pt x="31" y="1542"/>
                  </a:lnTo>
                  <a:close/>
                  <a:moveTo>
                    <a:pt x="2968" y="1"/>
                  </a:moveTo>
                  <a:cubicBezTo>
                    <a:pt x="2778" y="1"/>
                    <a:pt x="2601" y="47"/>
                    <a:pt x="2440" y="147"/>
                  </a:cubicBezTo>
                  <a:lnTo>
                    <a:pt x="31" y="1542"/>
                  </a:lnTo>
                  <a:lnTo>
                    <a:pt x="31" y="1542"/>
                  </a:lnTo>
                  <a:cubicBezTo>
                    <a:pt x="116" y="1496"/>
                    <a:pt x="211" y="1474"/>
                    <a:pt x="312" y="1474"/>
                  </a:cubicBezTo>
                  <a:cubicBezTo>
                    <a:pt x="2172" y="1474"/>
                    <a:pt x="6562" y="8733"/>
                    <a:pt x="5044" y="9676"/>
                  </a:cubicBezTo>
                  <a:lnTo>
                    <a:pt x="7484" y="8266"/>
                  </a:lnTo>
                  <a:cubicBezTo>
                    <a:pt x="9463" y="7036"/>
                    <a:pt x="5300" y="1"/>
                    <a:pt x="2968" y="1"/>
                  </a:cubicBezTo>
                  <a:close/>
                </a:path>
              </a:pathLst>
            </a:custGeom>
            <a:solidFill>
              <a:srgbClr val="34459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55" name="CustomShape 76"/>
            <p:cNvSpPr/>
            <p:nvPr/>
          </p:nvSpPr>
          <p:spPr>
            <a:xfrm>
              <a:off x="9260280" y="3322440"/>
              <a:ext cx="235080" cy="240120"/>
            </a:xfrm>
            <a:custGeom>
              <a:avLst/>
              <a:gdLst/>
              <a:ahLst/>
              <a:cxnLst/>
              <a:rect l="l" t="t" r="r" b="b"/>
              <a:pathLst>
                <a:path w="9424" h="9625">
                  <a:moveTo>
                    <a:pt x="76" y="1487"/>
                  </a:moveTo>
                  <a:cubicBezTo>
                    <a:pt x="50" y="1500"/>
                    <a:pt x="26" y="1514"/>
                    <a:pt x="1" y="1530"/>
                  </a:cubicBezTo>
                  <a:lnTo>
                    <a:pt x="76" y="1487"/>
                  </a:lnTo>
                  <a:close/>
                  <a:moveTo>
                    <a:pt x="2888" y="0"/>
                  </a:moveTo>
                  <a:cubicBezTo>
                    <a:pt x="2714" y="0"/>
                    <a:pt x="2553" y="44"/>
                    <a:pt x="2409" y="136"/>
                  </a:cubicBezTo>
                  <a:lnTo>
                    <a:pt x="76" y="1487"/>
                  </a:lnTo>
                  <a:lnTo>
                    <a:pt x="76" y="1487"/>
                  </a:lnTo>
                  <a:cubicBezTo>
                    <a:pt x="252" y="1393"/>
                    <a:pt x="443" y="1349"/>
                    <a:pt x="644" y="1349"/>
                  </a:cubicBezTo>
                  <a:cubicBezTo>
                    <a:pt x="3163" y="1349"/>
                    <a:pt x="7245" y="8265"/>
                    <a:pt x="5073" y="9625"/>
                  </a:cubicBezTo>
                  <a:lnTo>
                    <a:pt x="7509" y="8241"/>
                  </a:lnTo>
                  <a:cubicBezTo>
                    <a:pt x="7541" y="8223"/>
                    <a:pt x="7568" y="8200"/>
                    <a:pt x="7593" y="8175"/>
                  </a:cubicBezTo>
                  <a:cubicBezTo>
                    <a:pt x="9424" y="6993"/>
                    <a:pt x="5102" y="0"/>
                    <a:pt x="2888" y="0"/>
                  </a:cubicBezTo>
                  <a:close/>
                </a:path>
              </a:pathLst>
            </a:custGeom>
            <a:solidFill>
              <a:srgbClr val="A5CBFA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56" name="CustomShape 77"/>
            <p:cNvSpPr/>
            <p:nvPr/>
          </p:nvSpPr>
          <p:spPr>
            <a:xfrm>
              <a:off x="9260280" y="3263040"/>
              <a:ext cx="282600" cy="195480"/>
            </a:xfrm>
            <a:custGeom>
              <a:avLst/>
              <a:gdLst/>
              <a:ahLst/>
              <a:cxnLst/>
              <a:rect l="l" t="t" r="r" b="b"/>
              <a:pathLst>
                <a:path w="11314" h="7833">
                  <a:moveTo>
                    <a:pt x="4197" y="1470"/>
                  </a:moveTo>
                  <a:cubicBezTo>
                    <a:pt x="4180" y="1477"/>
                    <a:pt x="4165" y="1486"/>
                    <a:pt x="4151" y="1497"/>
                  </a:cubicBezTo>
                  <a:lnTo>
                    <a:pt x="4197" y="1470"/>
                  </a:lnTo>
                  <a:close/>
                  <a:moveTo>
                    <a:pt x="74" y="3863"/>
                  </a:moveTo>
                  <a:cubicBezTo>
                    <a:pt x="50" y="3877"/>
                    <a:pt x="25" y="3891"/>
                    <a:pt x="1" y="3906"/>
                  </a:cubicBezTo>
                  <a:lnTo>
                    <a:pt x="74" y="3863"/>
                  </a:lnTo>
                  <a:close/>
                  <a:moveTo>
                    <a:pt x="6982" y="1"/>
                  </a:moveTo>
                  <a:cubicBezTo>
                    <a:pt x="6829" y="1"/>
                    <a:pt x="6697" y="32"/>
                    <a:pt x="6592" y="97"/>
                  </a:cubicBezTo>
                  <a:lnTo>
                    <a:pt x="4197" y="1470"/>
                  </a:lnTo>
                  <a:lnTo>
                    <a:pt x="4197" y="1470"/>
                  </a:lnTo>
                  <a:cubicBezTo>
                    <a:pt x="4205" y="1467"/>
                    <a:pt x="4214" y="1465"/>
                    <a:pt x="4223" y="1463"/>
                  </a:cubicBezTo>
                  <a:lnTo>
                    <a:pt x="4231" y="1460"/>
                  </a:lnTo>
                  <a:lnTo>
                    <a:pt x="4233" y="1460"/>
                  </a:lnTo>
                  <a:lnTo>
                    <a:pt x="2430" y="2502"/>
                  </a:lnTo>
                  <a:cubicBezTo>
                    <a:pt x="2424" y="2507"/>
                    <a:pt x="2415" y="2509"/>
                    <a:pt x="2409" y="2512"/>
                  </a:cubicBezTo>
                  <a:lnTo>
                    <a:pt x="74" y="3863"/>
                  </a:lnTo>
                  <a:lnTo>
                    <a:pt x="74" y="3863"/>
                  </a:lnTo>
                  <a:cubicBezTo>
                    <a:pt x="251" y="3769"/>
                    <a:pt x="442" y="3725"/>
                    <a:pt x="643" y="3725"/>
                  </a:cubicBezTo>
                  <a:cubicBezTo>
                    <a:pt x="2008" y="3725"/>
                    <a:pt x="3829" y="5755"/>
                    <a:pt x="4868" y="7832"/>
                  </a:cubicBezTo>
                  <a:lnTo>
                    <a:pt x="11314" y="4140"/>
                  </a:lnTo>
                  <a:cubicBezTo>
                    <a:pt x="11043" y="3520"/>
                    <a:pt x="10712" y="2930"/>
                    <a:pt x="10326" y="2377"/>
                  </a:cubicBezTo>
                  <a:cubicBezTo>
                    <a:pt x="9344" y="976"/>
                    <a:pt x="7839" y="1"/>
                    <a:pt x="69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57" name="CustomShape 78"/>
            <p:cNvSpPr/>
            <p:nvPr/>
          </p:nvSpPr>
          <p:spPr>
            <a:xfrm>
              <a:off x="7059960" y="4007520"/>
              <a:ext cx="1017720" cy="535320"/>
            </a:xfrm>
            <a:custGeom>
              <a:avLst/>
              <a:gdLst/>
              <a:ahLst/>
              <a:cxnLst/>
              <a:rect l="l" t="t" r="r" b="b"/>
              <a:pathLst>
                <a:path w="40729" h="21424">
                  <a:moveTo>
                    <a:pt x="20367" y="0"/>
                  </a:moveTo>
                  <a:cubicBezTo>
                    <a:pt x="15619" y="0"/>
                    <a:pt x="10870" y="1046"/>
                    <a:pt x="7245" y="3138"/>
                  </a:cubicBezTo>
                  <a:cubicBezTo>
                    <a:pt x="1" y="7321"/>
                    <a:pt x="1" y="14103"/>
                    <a:pt x="7245" y="18287"/>
                  </a:cubicBezTo>
                  <a:cubicBezTo>
                    <a:pt x="10868" y="20378"/>
                    <a:pt x="15616" y="21424"/>
                    <a:pt x="20363" y="21424"/>
                  </a:cubicBezTo>
                  <a:cubicBezTo>
                    <a:pt x="25111" y="21424"/>
                    <a:pt x="29860" y="20378"/>
                    <a:pt x="33483" y="18287"/>
                  </a:cubicBezTo>
                  <a:cubicBezTo>
                    <a:pt x="40728" y="14103"/>
                    <a:pt x="40728" y="7321"/>
                    <a:pt x="33483" y="3138"/>
                  </a:cubicBezTo>
                  <a:cubicBezTo>
                    <a:pt x="29862" y="1046"/>
                    <a:pt x="25115" y="0"/>
                    <a:pt x="20367" y="0"/>
                  </a:cubicBezTo>
                  <a:close/>
                </a:path>
              </a:pathLst>
            </a:custGeom>
            <a:solidFill>
              <a:srgbClr val="C1CFF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58" name="CustomShape 79"/>
            <p:cNvSpPr/>
            <p:nvPr/>
          </p:nvSpPr>
          <p:spPr>
            <a:xfrm>
              <a:off x="7086600" y="3508920"/>
              <a:ext cx="964800" cy="919440"/>
            </a:xfrm>
            <a:custGeom>
              <a:avLst/>
              <a:gdLst/>
              <a:ahLst/>
              <a:cxnLst/>
              <a:rect l="l" t="t" r="r" b="b"/>
              <a:pathLst>
                <a:path w="38603" h="36794">
                  <a:moveTo>
                    <a:pt x="19305" y="1"/>
                  </a:moveTo>
                  <a:cubicBezTo>
                    <a:pt x="15773" y="1"/>
                    <a:pt x="12240" y="718"/>
                    <a:pt x="9412" y="2151"/>
                  </a:cubicBezTo>
                  <a:lnTo>
                    <a:pt x="9412" y="2139"/>
                  </a:lnTo>
                  <a:cubicBezTo>
                    <a:pt x="6729" y="3484"/>
                    <a:pt x="1461" y="6688"/>
                    <a:pt x="713" y="13793"/>
                  </a:cubicBezTo>
                  <a:cubicBezTo>
                    <a:pt x="1" y="20551"/>
                    <a:pt x="3504" y="29964"/>
                    <a:pt x="9351" y="34044"/>
                  </a:cubicBezTo>
                  <a:cubicBezTo>
                    <a:pt x="9377" y="34064"/>
                    <a:pt x="9406" y="34083"/>
                    <a:pt x="9432" y="34101"/>
                  </a:cubicBezTo>
                  <a:cubicBezTo>
                    <a:pt x="9703" y="34288"/>
                    <a:pt x="9979" y="34467"/>
                    <a:pt x="10259" y="34631"/>
                  </a:cubicBezTo>
                  <a:cubicBezTo>
                    <a:pt x="12757" y="36073"/>
                    <a:pt x="16031" y="36793"/>
                    <a:pt x="19305" y="36793"/>
                  </a:cubicBezTo>
                  <a:cubicBezTo>
                    <a:pt x="22578" y="36793"/>
                    <a:pt x="25852" y="36073"/>
                    <a:pt x="28351" y="34631"/>
                  </a:cubicBezTo>
                  <a:cubicBezTo>
                    <a:pt x="28398" y="34602"/>
                    <a:pt x="28436" y="34574"/>
                    <a:pt x="28481" y="34547"/>
                  </a:cubicBezTo>
                  <a:cubicBezTo>
                    <a:pt x="28697" y="34418"/>
                    <a:pt x="28910" y="34281"/>
                    <a:pt x="29119" y="34139"/>
                  </a:cubicBezTo>
                  <a:cubicBezTo>
                    <a:pt x="29178" y="34098"/>
                    <a:pt x="29238" y="34058"/>
                    <a:pt x="29295" y="34017"/>
                  </a:cubicBezTo>
                  <a:cubicBezTo>
                    <a:pt x="35116" y="29921"/>
                    <a:pt x="38603" y="20536"/>
                    <a:pt x="37891" y="13793"/>
                  </a:cubicBezTo>
                  <a:cubicBezTo>
                    <a:pt x="37142" y="6690"/>
                    <a:pt x="31874" y="3484"/>
                    <a:pt x="29193" y="2139"/>
                  </a:cubicBezTo>
                  <a:lnTo>
                    <a:pt x="29193" y="2149"/>
                  </a:lnTo>
                  <a:cubicBezTo>
                    <a:pt x="26366" y="717"/>
                    <a:pt x="22835" y="1"/>
                    <a:pt x="19305" y="1"/>
                  </a:cubicBezTo>
                  <a:close/>
                </a:path>
              </a:pathLst>
            </a:custGeom>
            <a:solidFill>
              <a:srgbClr val="E7478D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59" name="CustomShape 80"/>
            <p:cNvSpPr/>
            <p:nvPr/>
          </p:nvSpPr>
          <p:spPr>
            <a:xfrm>
              <a:off x="7465320" y="3670920"/>
              <a:ext cx="207720" cy="109080"/>
            </a:xfrm>
            <a:custGeom>
              <a:avLst/>
              <a:gdLst/>
              <a:ahLst/>
              <a:cxnLst/>
              <a:rect l="l" t="t" r="r" b="b"/>
              <a:pathLst>
                <a:path w="8328" h="4382">
                  <a:moveTo>
                    <a:pt x="4163" y="0"/>
                  </a:moveTo>
                  <a:cubicBezTo>
                    <a:pt x="3193" y="0"/>
                    <a:pt x="2222" y="214"/>
                    <a:pt x="1481" y="642"/>
                  </a:cubicBezTo>
                  <a:cubicBezTo>
                    <a:pt x="1" y="1497"/>
                    <a:pt x="1" y="2884"/>
                    <a:pt x="1481" y="3739"/>
                  </a:cubicBezTo>
                  <a:cubicBezTo>
                    <a:pt x="2222" y="4167"/>
                    <a:pt x="3193" y="4381"/>
                    <a:pt x="4163" y="4381"/>
                  </a:cubicBezTo>
                  <a:cubicBezTo>
                    <a:pt x="5134" y="4381"/>
                    <a:pt x="6105" y="4167"/>
                    <a:pt x="6846" y="3739"/>
                  </a:cubicBezTo>
                  <a:cubicBezTo>
                    <a:pt x="8328" y="2882"/>
                    <a:pt x="8326" y="1497"/>
                    <a:pt x="6846" y="642"/>
                  </a:cubicBezTo>
                  <a:cubicBezTo>
                    <a:pt x="6105" y="214"/>
                    <a:pt x="5134" y="0"/>
                    <a:pt x="4163" y="0"/>
                  </a:cubicBezTo>
                  <a:close/>
                </a:path>
              </a:pathLst>
            </a:custGeom>
            <a:solidFill>
              <a:srgbClr val="BF2878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60" name="CustomShape 81"/>
            <p:cNvSpPr/>
            <p:nvPr/>
          </p:nvSpPr>
          <p:spPr>
            <a:xfrm>
              <a:off x="7322040" y="3414960"/>
              <a:ext cx="338400" cy="323280"/>
            </a:xfrm>
            <a:custGeom>
              <a:avLst/>
              <a:gdLst/>
              <a:ahLst/>
              <a:cxnLst/>
              <a:rect l="l" t="t" r="r" b="b"/>
              <a:pathLst>
                <a:path w="13550" h="12949">
                  <a:moveTo>
                    <a:pt x="2445" y="0"/>
                  </a:moveTo>
                  <a:cubicBezTo>
                    <a:pt x="2445" y="1"/>
                    <a:pt x="1" y="5895"/>
                    <a:pt x="2609" y="9387"/>
                  </a:cubicBezTo>
                  <a:cubicBezTo>
                    <a:pt x="5215" y="12879"/>
                    <a:pt x="9895" y="12949"/>
                    <a:pt x="9895" y="12949"/>
                  </a:cubicBezTo>
                  <a:cubicBezTo>
                    <a:pt x="9895" y="12949"/>
                    <a:pt x="13549" y="9034"/>
                    <a:pt x="10931" y="4832"/>
                  </a:cubicBezTo>
                  <a:cubicBezTo>
                    <a:pt x="8260" y="547"/>
                    <a:pt x="2445" y="0"/>
                    <a:pt x="2445" y="0"/>
                  </a:cubicBezTo>
                  <a:close/>
                </a:path>
              </a:pathLst>
            </a:custGeom>
            <a:solidFill>
              <a:srgbClr val="27DEB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61" name="CustomShape 82"/>
            <p:cNvSpPr/>
            <p:nvPr/>
          </p:nvSpPr>
          <p:spPr>
            <a:xfrm>
              <a:off x="7322040" y="3414960"/>
              <a:ext cx="246960" cy="323280"/>
            </a:xfrm>
            <a:custGeom>
              <a:avLst/>
              <a:gdLst/>
              <a:ahLst/>
              <a:cxnLst/>
              <a:rect l="l" t="t" r="r" b="b"/>
              <a:pathLst>
                <a:path w="9894" h="12949">
                  <a:moveTo>
                    <a:pt x="2443" y="0"/>
                  </a:moveTo>
                  <a:cubicBezTo>
                    <a:pt x="2443" y="1"/>
                    <a:pt x="0" y="5895"/>
                    <a:pt x="2607" y="9387"/>
                  </a:cubicBezTo>
                  <a:cubicBezTo>
                    <a:pt x="5213" y="12879"/>
                    <a:pt x="9893" y="12949"/>
                    <a:pt x="9893" y="12949"/>
                  </a:cubicBezTo>
                  <a:cubicBezTo>
                    <a:pt x="9252" y="4960"/>
                    <a:pt x="2443" y="1"/>
                    <a:pt x="2443" y="0"/>
                  </a:cubicBezTo>
                  <a:close/>
                </a:path>
              </a:pathLst>
            </a:custGeom>
            <a:solidFill>
              <a:srgbClr val="1BBC9D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62" name="CustomShape 83"/>
            <p:cNvSpPr/>
            <p:nvPr/>
          </p:nvSpPr>
          <p:spPr>
            <a:xfrm>
              <a:off x="7565760" y="3416040"/>
              <a:ext cx="359640" cy="337320"/>
            </a:xfrm>
            <a:custGeom>
              <a:avLst/>
              <a:gdLst/>
              <a:ahLst/>
              <a:cxnLst/>
              <a:rect l="l" t="t" r="r" b="b"/>
              <a:pathLst>
                <a:path w="14399" h="13514">
                  <a:moveTo>
                    <a:pt x="9651" y="1"/>
                  </a:moveTo>
                  <a:cubicBezTo>
                    <a:pt x="9651" y="1"/>
                    <a:pt x="7086" y="155"/>
                    <a:pt x="3544" y="3152"/>
                  </a:cubicBezTo>
                  <a:cubicBezTo>
                    <a:pt x="0" y="6149"/>
                    <a:pt x="142" y="12911"/>
                    <a:pt x="142" y="12911"/>
                  </a:cubicBezTo>
                  <a:cubicBezTo>
                    <a:pt x="142" y="12911"/>
                    <a:pt x="77" y="13421"/>
                    <a:pt x="737" y="13506"/>
                  </a:cubicBezTo>
                  <a:cubicBezTo>
                    <a:pt x="780" y="13511"/>
                    <a:pt x="820" y="13514"/>
                    <a:pt x="858" y="13514"/>
                  </a:cubicBezTo>
                  <a:cubicBezTo>
                    <a:pt x="1329" y="13514"/>
                    <a:pt x="1402" y="13120"/>
                    <a:pt x="1402" y="13120"/>
                  </a:cubicBezTo>
                  <a:cubicBezTo>
                    <a:pt x="1402" y="12380"/>
                    <a:pt x="2804" y="7356"/>
                    <a:pt x="5880" y="4864"/>
                  </a:cubicBezTo>
                  <a:cubicBezTo>
                    <a:pt x="8956" y="2373"/>
                    <a:pt x="13420" y="2176"/>
                    <a:pt x="13420" y="2176"/>
                  </a:cubicBezTo>
                  <a:cubicBezTo>
                    <a:pt x="14399" y="1917"/>
                    <a:pt x="11739" y="1"/>
                    <a:pt x="9651" y="1"/>
                  </a:cubicBezTo>
                  <a:close/>
                </a:path>
              </a:pathLst>
            </a:custGeom>
            <a:solidFill>
              <a:srgbClr val="A33D6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63" name="CustomShape 84"/>
            <p:cNvSpPr/>
            <p:nvPr/>
          </p:nvSpPr>
          <p:spPr>
            <a:xfrm>
              <a:off x="7795800" y="3416040"/>
              <a:ext cx="129600" cy="54720"/>
            </a:xfrm>
            <a:custGeom>
              <a:avLst/>
              <a:gdLst/>
              <a:ahLst/>
              <a:cxnLst/>
              <a:rect l="l" t="t" r="r" b="b"/>
              <a:pathLst>
                <a:path w="5195" h="2197">
                  <a:moveTo>
                    <a:pt x="447" y="1"/>
                  </a:moveTo>
                  <a:cubicBezTo>
                    <a:pt x="0" y="69"/>
                    <a:pt x="97" y="748"/>
                    <a:pt x="1327" y="1381"/>
                  </a:cubicBezTo>
                  <a:cubicBezTo>
                    <a:pt x="2466" y="1968"/>
                    <a:pt x="3080" y="2197"/>
                    <a:pt x="3796" y="2197"/>
                  </a:cubicBezTo>
                  <a:cubicBezTo>
                    <a:pt x="3869" y="2197"/>
                    <a:pt x="3943" y="2194"/>
                    <a:pt x="4019" y="2190"/>
                  </a:cubicBezTo>
                  <a:cubicBezTo>
                    <a:pt x="4147" y="2180"/>
                    <a:pt x="4216" y="2176"/>
                    <a:pt x="4216" y="2176"/>
                  </a:cubicBezTo>
                  <a:cubicBezTo>
                    <a:pt x="5195" y="1917"/>
                    <a:pt x="2535" y="1"/>
                    <a:pt x="447" y="1"/>
                  </a:cubicBezTo>
                  <a:close/>
                </a:path>
              </a:pathLst>
            </a:custGeom>
            <a:solidFill>
              <a:srgbClr val="82294D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sp>
        <p:nvSpPr>
          <p:cNvPr id="564" name="TextShape 85"/>
          <p:cNvSpPr txBox="1"/>
          <p:nvPr/>
        </p:nvSpPr>
        <p:spPr>
          <a:xfrm>
            <a:off x="554400" y="647419"/>
            <a:ext cx="4066920" cy="1435680"/>
          </a:xfrm>
          <a:prstGeom prst="rect">
            <a:avLst/>
          </a:prstGeom>
          <a:noFill/>
          <a:ln>
            <a:noFill/>
          </a:ln>
        </p:spPr>
        <p:txBody>
          <a:bodyPr tIns="91440" bIns="91440" anchor="b"/>
          <a:lstStyle/>
          <a:p>
            <a:pPr algn="ctr">
              <a:lnSpc>
                <a:spcPct val="100000"/>
              </a:lnSpc>
            </a:pPr>
            <a:r>
              <a:rPr lang="en-US" sz="2200" b="0" strike="noStrike" spc="-1" dirty="0">
                <a:solidFill>
                  <a:srgbClr val="E2ECFF"/>
                </a:solidFill>
                <a:latin typeface="Dosis ExtraLight"/>
                <a:ea typeface="Dosis ExtraLight"/>
              </a:rPr>
              <a:t>RANCANG BANGUN APLIKASI</a:t>
            </a:r>
            <a:br>
              <a:rPr dirty="0"/>
            </a:br>
            <a:r>
              <a:rPr lang="en-US" sz="2200" b="0" strike="noStrike" spc="-1" dirty="0">
                <a:solidFill>
                  <a:srgbClr val="E2ECFF"/>
                </a:solidFill>
                <a:latin typeface="Dosis ExtraLight"/>
                <a:ea typeface="Dosis ExtraLight"/>
              </a:rPr>
              <a:t>LINK-MATCH KAMPUS STT-NF MODUL DOSEN BERBASIS MOBILE MENGGUNAKAN FLUTTER</a:t>
            </a:r>
            <a:endParaRPr lang="en-US" sz="22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5" name="CustomShape 86"/>
          <p:cNvSpPr/>
          <p:nvPr/>
        </p:nvSpPr>
        <p:spPr>
          <a:xfrm flipH="1">
            <a:off x="5020920" y="374040"/>
            <a:ext cx="2406960" cy="832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b"/>
          <a:lstStyle/>
          <a:p>
            <a:pPr>
              <a:lnSpc>
                <a:spcPct val="100000"/>
              </a:lnSpc>
            </a:pPr>
            <a:r>
              <a:rPr lang="en-US" sz="2400" b="0" strike="noStrike" spc="-1" dirty="0">
                <a:solidFill>
                  <a:srgbClr val="324788"/>
                </a:solidFill>
                <a:latin typeface="Dosis ExtraLight"/>
                <a:ea typeface="Dosis ExtraLight"/>
              </a:rPr>
              <a:t>PROPOSAL</a:t>
            </a:r>
            <a:endParaRPr lang="en-US" sz="2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400" b="0" strike="noStrike" spc="-1" dirty="0">
                <a:solidFill>
                  <a:srgbClr val="324788"/>
                </a:solidFill>
                <a:latin typeface="Dosis ExtraLight"/>
                <a:ea typeface="Dosis ExtraLight"/>
              </a:rPr>
              <a:t>TUGAS AKHIR</a:t>
            </a:r>
            <a:endParaRPr lang="en-US" sz="2400" b="0" strike="noStrike" spc="-1" dirty="0">
              <a:latin typeface="Arial"/>
            </a:endParaRPr>
          </a:p>
        </p:txBody>
      </p:sp>
      <p:pic>
        <p:nvPicPr>
          <p:cNvPr id="566" name="Picture 325"/>
          <p:cNvPicPr/>
          <p:nvPr/>
        </p:nvPicPr>
        <p:blipFill>
          <a:blip r:embed="rId2"/>
          <a:stretch/>
        </p:blipFill>
        <p:spPr>
          <a:xfrm>
            <a:off x="1772280" y="3129840"/>
            <a:ext cx="1631160" cy="1791720"/>
          </a:xfrm>
          <a:prstGeom prst="rect">
            <a:avLst/>
          </a:prstGeom>
          <a:ln>
            <a:noFill/>
          </a:ln>
        </p:spPr>
      </p:pic>
      <p:sp>
        <p:nvSpPr>
          <p:cNvPr id="567" name="TextShape 87"/>
          <p:cNvSpPr txBox="1"/>
          <p:nvPr/>
        </p:nvSpPr>
        <p:spPr>
          <a:xfrm>
            <a:off x="1188720" y="2092320"/>
            <a:ext cx="2834640" cy="776160"/>
          </a:xfrm>
          <a:prstGeom prst="rect">
            <a:avLst/>
          </a:prstGeom>
          <a:noFill/>
          <a:ln>
            <a:noFill/>
          </a:ln>
        </p:spPr>
        <p:txBody>
          <a:bodyPr tIns="91440" bIns="91440"/>
          <a:lstStyle/>
          <a:p>
            <a:pPr algn="ctr">
              <a:lnSpc>
                <a:spcPct val="150000"/>
              </a:lnSpc>
            </a:pPr>
            <a:r>
              <a:rPr lang="en-US" sz="1400" b="0" strike="noStrike" spc="-1" dirty="0">
                <a:solidFill>
                  <a:srgbClr val="324788"/>
                </a:solidFill>
                <a:latin typeface="Raleway Light"/>
                <a:ea typeface="Raleway Light"/>
              </a:rPr>
              <a:t>Ardith Lutfiawan (0110217068)</a:t>
            </a:r>
          </a:p>
          <a:p>
            <a:pPr algn="ctr">
              <a:lnSpc>
                <a:spcPct val="150000"/>
              </a:lnSpc>
            </a:pPr>
            <a:r>
              <a:rPr lang="en-US" sz="1400" strike="noStrike" spc="-1" dirty="0">
                <a:solidFill>
                  <a:srgbClr val="324788"/>
                </a:solidFill>
                <a:latin typeface="Raleway Light"/>
                <a:ea typeface="Raleway Light"/>
              </a:rPr>
              <a:t>Teknik </a:t>
            </a:r>
            <a:r>
              <a:rPr lang="en-US" sz="1400" strike="noStrike" spc="-1" dirty="0" err="1">
                <a:solidFill>
                  <a:srgbClr val="324788"/>
                </a:solidFill>
                <a:latin typeface="Raleway Light"/>
                <a:ea typeface="Raleway Light"/>
              </a:rPr>
              <a:t>Informatika</a:t>
            </a:r>
            <a:endParaRPr lang="en-US" sz="1400" spc="-1" dirty="0"/>
          </a:p>
          <a:p>
            <a:pPr algn="ctr">
              <a:lnSpc>
                <a:spcPct val="150000"/>
              </a:lnSpc>
            </a:pPr>
            <a:endParaRPr lang="en-US" sz="1400" b="0" strike="noStrike" spc="-1" dirty="0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CustomShape 1"/>
          <p:cNvSpPr/>
          <p:nvPr/>
        </p:nvSpPr>
        <p:spPr>
          <a:xfrm>
            <a:off x="4030200" y="2118240"/>
            <a:ext cx="54720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440">
            <a:solidFill>
              <a:schemeClr val="accent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70" name="TextShape 2"/>
          <p:cNvSpPr txBox="1"/>
          <p:nvPr/>
        </p:nvSpPr>
        <p:spPr>
          <a:xfrm>
            <a:off x="616680" y="347400"/>
            <a:ext cx="475956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/>
          <a:lstStyle/>
          <a:p>
            <a:pPr>
              <a:lnSpc>
                <a:spcPct val="100000"/>
              </a:lnSpc>
            </a:pPr>
            <a:r>
              <a:rPr lang="en-US" sz="3600" b="0" strike="noStrike" spc="-1">
                <a:solidFill>
                  <a:srgbClr val="90C4FE"/>
                </a:solidFill>
                <a:latin typeface="Dosis ExtraLight"/>
                <a:ea typeface="Dosis ExtraLight"/>
              </a:rPr>
              <a:t>TABLE OF CONTENTS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1" name="TextShape 3"/>
          <p:cNvSpPr txBox="1"/>
          <p:nvPr/>
        </p:nvSpPr>
        <p:spPr>
          <a:xfrm>
            <a:off x="673920" y="1834200"/>
            <a:ext cx="2652120" cy="577440"/>
          </a:xfrm>
          <a:prstGeom prst="rect">
            <a:avLst/>
          </a:prstGeom>
          <a:noFill/>
          <a:ln>
            <a:noFill/>
          </a:ln>
        </p:spPr>
        <p:txBody>
          <a:bodyPr tIns="91440" bIns="91440" anchor="b"/>
          <a:lstStyle/>
          <a:p>
            <a:pPr algn="r">
              <a:lnSpc>
                <a:spcPct val="100000"/>
              </a:lnSpc>
            </a:pPr>
            <a:r>
              <a:rPr lang="en-US" sz="2400" b="0" strike="noStrike" spc="-1">
                <a:solidFill>
                  <a:srgbClr val="324788"/>
                </a:solidFill>
                <a:latin typeface="Dosis ExtraLight"/>
                <a:ea typeface="Dosis ExtraLight"/>
              </a:rPr>
              <a:t>LATAR BELAKANG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2" name="TextShape 4"/>
          <p:cNvSpPr txBox="1"/>
          <p:nvPr/>
        </p:nvSpPr>
        <p:spPr>
          <a:xfrm>
            <a:off x="3311640" y="1765800"/>
            <a:ext cx="826560" cy="577440"/>
          </a:xfrm>
          <a:prstGeom prst="rect">
            <a:avLst/>
          </a:prstGeom>
          <a:noFill/>
          <a:ln>
            <a:noFill/>
          </a:ln>
        </p:spPr>
        <p:txBody>
          <a:bodyPr tIns="91440" bIns="91440"/>
          <a:lstStyle/>
          <a:p>
            <a:pPr algn="ctr">
              <a:lnSpc>
                <a:spcPct val="100000"/>
              </a:lnSpc>
            </a:pPr>
            <a:r>
              <a:rPr lang="en-US" sz="3600" b="0" strike="noStrike" spc="-1">
                <a:solidFill>
                  <a:srgbClr val="90C4FE"/>
                </a:solidFill>
                <a:latin typeface="Dosis ExtraLight"/>
                <a:ea typeface="Dosis ExtraLight"/>
              </a:rPr>
              <a:t>01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3" name="TextShape 5"/>
          <p:cNvSpPr txBox="1"/>
          <p:nvPr/>
        </p:nvSpPr>
        <p:spPr>
          <a:xfrm>
            <a:off x="5806800" y="2320560"/>
            <a:ext cx="3146760" cy="577440"/>
          </a:xfrm>
          <a:prstGeom prst="rect">
            <a:avLst/>
          </a:prstGeom>
          <a:noFill/>
          <a:ln>
            <a:noFill/>
          </a:ln>
        </p:spPr>
        <p:txBody>
          <a:bodyPr tIns="91440" bIns="91440" anchor="b"/>
          <a:lstStyle/>
          <a:p>
            <a:pPr>
              <a:lnSpc>
                <a:spcPct val="100000"/>
              </a:lnSpc>
            </a:pPr>
            <a:r>
              <a:rPr lang="en-US" sz="2400" b="0" strike="noStrike" spc="-1">
                <a:solidFill>
                  <a:srgbClr val="324788"/>
                </a:solidFill>
                <a:latin typeface="Dosis ExtraLight"/>
                <a:ea typeface="Dosis ExtraLight"/>
              </a:rPr>
              <a:t>IDENTIFIKASI MASALAH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4" name="TextShape 6"/>
          <p:cNvSpPr txBox="1"/>
          <p:nvPr/>
        </p:nvSpPr>
        <p:spPr>
          <a:xfrm>
            <a:off x="441000" y="2777400"/>
            <a:ext cx="2958840" cy="577440"/>
          </a:xfrm>
          <a:prstGeom prst="rect">
            <a:avLst/>
          </a:prstGeom>
          <a:noFill/>
          <a:ln>
            <a:noFill/>
          </a:ln>
        </p:spPr>
        <p:txBody>
          <a:bodyPr tIns="91440" bIns="91440" anchor="b"/>
          <a:lstStyle/>
          <a:p>
            <a:pPr marL="152280">
              <a:lnSpc>
                <a:spcPct val="115000"/>
              </a:lnSpc>
            </a:pPr>
            <a:r>
              <a:rPr lang="en-US" sz="2400" b="0" strike="noStrike" spc="-1">
                <a:solidFill>
                  <a:srgbClr val="324788"/>
                </a:solidFill>
                <a:latin typeface="Dosis ExtraLight"/>
                <a:ea typeface="Dosis ExtraLight"/>
              </a:rPr>
              <a:t>TUJUAN PENELITIAN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5" name="TextShape 7"/>
          <p:cNvSpPr txBox="1"/>
          <p:nvPr/>
        </p:nvSpPr>
        <p:spPr>
          <a:xfrm>
            <a:off x="3198600" y="2687760"/>
            <a:ext cx="1053000" cy="577440"/>
          </a:xfrm>
          <a:prstGeom prst="rect">
            <a:avLst/>
          </a:prstGeom>
          <a:noFill/>
          <a:ln>
            <a:noFill/>
          </a:ln>
        </p:spPr>
        <p:txBody>
          <a:bodyPr tIns="91440" bIns="91440"/>
          <a:lstStyle/>
          <a:p>
            <a:pPr algn="ctr">
              <a:lnSpc>
                <a:spcPct val="100000"/>
              </a:lnSpc>
            </a:pPr>
            <a:r>
              <a:rPr lang="en-US" sz="3600" b="0" strike="noStrike" spc="-1">
                <a:solidFill>
                  <a:srgbClr val="90C4FE"/>
                </a:solidFill>
                <a:latin typeface="Dosis ExtraLight"/>
                <a:ea typeface="Dosis ExtraLight"/>
              </a:rPr>
              <a:t>03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6" name="TextShape 8"/>
          <p:cNvSpPr txBox="1"/>
          <p:nvPr/>
        </p:nvSpPr>
        <p:spPr>
          <a:xfrm>
            <a:off x="5650200" y="3338280"/>
            <a:ext cx="3303360" cy="577440"/>
          </a:xfrm>
          <a:prstGeom prst="rect">
            <a:avLst/>
          </a:prstGeom>
          <a:noFill/>
          <a:ln>
            <a:noFill/>
          </a:ln>
        </p:spPr>
        <p:txBody>
          <a:bodyPr tIns="91440" bIns="91440" anchor="b"/>
          <a:lstStyle/>
          <a:p>
            <a:pPr marL="152280">
              <a:lnSpc>
                <a:spcPct val="115000"/>
              </a:lnSpc>
            </a:pPr>
            <a:r>
              <a:rPr lang="en-US" sz="2400" b="0" strike="noStrike" spc="-1">
                <a:solidFill>
                  <a:srgbClr val="324788"/>
                </a:solidFill>
                <a:latin typeface="Dosis ExtraLight"/>
                <a:ea typeface="Dosis ExtraLight"/>
              </a:rPr>
              <a:t>BATASAN PENELITIAN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7" name="TextShape 9"/>
          <p:cNvSpPr txBox="1"/>
          <p:nvPr/>
        </p:nvSpPr>
        <p:spPr>
          <a:xfrm>
            <a:off x="376920" y="3710520"/>
            <a:ext cx="2923560" cy="577440"/>
          </a:xfrm>
          <a:prstGeom prst="rect">
            <a:avLst/>
          </a:prstGeom>
          <a:noFill/>
          <a:ln>
            <a:noFill/>
          </a:ln>
        </p:spPr>
        <p:txBody>
          <a:bodyPr tIns="91440" bIns="91440" anchor="b"/>
          <a:lstStyle/>
          <a:p>
            <a:pPr algn="r">
              <a:lnSpc>
                <a:spcPct val="100000"/>
              </a:lnSpc>
            </a:pPr>
            <a:r>
              <a:rPr lang="en-US" sz="2400" b="0" strike="noStrike" spc="-1">
                <a:solidFill>
                  <a:srgbClr val="324788"/>
                </a:solidFill>
                <a:latin typeface="Dosis ExtraLight"/>
                <a:ea typeface="Dosis ExtraLight"/>
              </a:rPr>
              <a:t>PENELITIAN TERKAIT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8" name="TextShape 10"/>
          <p:cNvSpPr txBox="1"/>
          <p:nvPr/>
        </p:nvSpPr>
        <p:spPr>
          <a:xfrm>
            <a:off x="3251520" y="3710520"/>
            <a:ext cx="947160" cy="577440"/>
          </a:xfrm>
          <a:prstGeom prst="rect">
            <a:avLst/>
          </a:prstGeom>
          <a:noFill/>
          <a:ln>
            <a:noFill/>
          </a:ln>
        </p:spPr>
        <p:txBody>
          <a:bodyPr tIns="91440" bIns="91440" anchor="ctr"/>
          <a:lstStyle/>
          <a:p>
            <a:pPr algn="ctr">
              <a:lnSpc>
                <a:spcPct val="100000"/>
              </a:lnSpc>
            </a:pPr>
            <a:r>
              <a:rPr lang="en-US" sz="3600" b="0" strike="noStrike" spc="-1">
                <a:solidFill>
                  <a:srgbClr val="90C4FE"/>
                </a:solidFill>
                <a:latin typeface="Dosis ExtraLight"/>
                <a:ea typeface="Dosis ExtraLight"/>
              </a:rPr>
              <a:t>05 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9" name="TextShape 11"/>
          <p:cNvSpPr txBox="1"/>
          <p:nvPr/>
        </p:nvSpPr>
        <p:spPr>
          <a:xfrm>
            <a:off x="4852080" y="2320200"/>
            <a:ext cx="947160" cy="577440"/>
          </a:xfrm>
          <a:prstGeom prst="rect">
            <a:avLst/>
          </a:prstGeom>
          <a:noFill/>
          <a:ln>
            <a:noFill/>
          </a:ln>
        </p:spPr>
        <p:txBody>
          <a:bodyPr tIns="91440" bIns="91440" anchor="ctr"/>
          <a:lstStyle/>
          <a:p>
            <a:pPr algn="ctr">
              <a:lnSpc>
                <a:spcPct val="100000"/>
              </a:lnSpc>
            </a:pPr>
            <a:r>
              <a:rPr lang="en-US" sz="3600" b="0" strike="noStrike" spc="-1">
                <a:solidFill>
                  <a:srgbClr val="90C4FE"/>
                </a:solidFill>
                <a:latin typeface="Dosis ExtraLight"/>
                <a:ea typeface="Dosis ExtraLight"/>
              </a:rPr>
              <a:t>02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0" name="TextShape 12"/>
          <p:cNvSpPr txBox="1"/>
          <p:nvPr/>
        </p:nvSpPr>
        <p:spPr>
          <a:xfrm>
            <a:off x="4852080" y="3318480"/>
            <a:ext cx="947160" cy="577440"/>
          </a:xfrm>
          <a:prstGeom prst="rect">
            <a:avLst/>
          </a:prstGeom>
          <a:noFill/>
          <a:ln>
            <a:noFill/>
          </a:ln>
        </p:spPr>
        <p:txBody>
          <a:bodyPr tIns="91440" bIns="91440" anchor="ctr"/>
          <a:lstStyle/>
          <a:p>
            <a:pPr algn="ctr">
              <a:lnSpc>
                <a:spcPct val="100000"/>
              </a:lnSpc>
            </a:pPr>
            <a:r>
              <a:rPr lang="en-US" sz="3600" b="0" strike="noStrike" spc="-1">
                <a:solidFill>
                  <a:srgbClr val="90C4FE"/>
                </a:solidFill>
                <a:latin typeface="Dosis ExtraLight"/>
                <a:ea typeface="Dosis ExtraLight"/>
              </a:rPr>
              <a:t>04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1" name="CustomShape 13"/>
          <p:cNvSpPr/>
          <p:nvPr/>
        </p:nvSpPr>
        <p:spPr>
          <a:xfrm>
            <a:off x="4030200" y="3066480"/>
            <a:ext cx="54720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440">
            <a:solidFill>
              <a:schemeClr val="accent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82" name="CustomShape 14"/>
          <p:cNvSpPr/>
          <p:nvPr/>
        </p:nvSpPr>
        <p:spPr>
          <a:xfrm>
            <a:off x="4030200" y="3999240"/>
            <a:ext cx="54720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440">
            <a:solidFill>
              <a:schemeClr val="accent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83" name="CustomShape 15"/>
          <p:cNvSpPr/>
          <p:nvPr/>
        </p:nvSpPr>
        <p:spPr>
          <a:xfrm>
            <a:off x="4483080" y="2609280"/>
            <a:ext cx="53532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440">
            <a:solidFill>
              <a:schemeClr val="accent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84" name="CustomShape 16"/>
          <p:cNvSpPr/>
          <p:nvPr/>
        </p:nvSpPr>
        <p:spPr>
          <a:xfrm>
            <a:off x="4483080" y="3531240"/>
            <a:ext cx="53532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440">
            <a:solidFill>
              <a:schemeClr val="accent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pSp>
        <p:nvGrpSpPr>
          <p:cNvPr id="585" name="Group 17"/>
          <p:cNvGrpSpPr/>
          <p:nvPr/>
        </p:nvGrpSpPr>
        <p:grpSpPr>
          <a:xfrm>
            <a:off x="4182120" y="1440720"/>
            <a:ext cx="692280" cy="3250800"/>
            <a:chOff x="4182120" y="1440720"/>
            <a:chExt cx="692280" cy="3250800"/>
          </a:xfrm>
        </p:grpSpPr>
        <p:sp>
          <p:nvSpPr>
            <p:cNvPr id="586" name="CustomShape 18"/>
            <p:cNvSpPr/>
            <p:nvPr/>
          </p:nvSpPr>
          <p:spPr>
            <a:xfrm>
              <a:off x="4182120" y="4291920"/>
              <a:ext cx="692280" cy="399600"/>
            </a:xfrm>
            <a:custGeom>
              <a:avLst/>
              <a:gdLst/>
              <a:ahLst/>
              <a:cxnLst/>
              <a:rect l="l" t="t" r="r" b="b"/>
              <a:pathLst>
                <a:path w="8695" h="5020">
                  <a:moveTo>
                    <a:pt x="4347" y="0"/>
                  </a:moveTo>
                  <a:cubicBezTo>
                    <a:pt x="1947" y="0"/>
                    <a:pt x="0" y="1125"/>
                    <a:pt x="0" y="2510"/>
                  </a:cubicBezTo>
                  <a:cubicBezTo>
                    <a:pt x="0" y="3897"/>
                    <a:pt x="1947" y="5020"/>
                    <a:pt x="4347" y="5020"/>
                  </a:cubicBezTo>
                  <a:cubicBezTo>
                    <a:pt x="6748" y="5020"/>
                    <a:pt x="8694" y="3897"/>
                    <a:pt x="8694" y="2510"/>
                  </a:cubicBezTo>
                  <a:cubicBezTo>
                    <a:pt x="8694" y="1125"/>
                    <a:pt x="6748" y="0"/>
                    <a:pt x="4347" y="0"/>
                  </a:cubicBezTo>
                  <a:close/>
                </a:path>
              </a:pathLst>
            </a:custGeom>
            <a:solidFill>
              <a:srgbClr val="C1CFF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87" name="CustomShape 19"/>
            <p:cNvSpPr/>
            <p:nvPr/>
          </p:nvSpPr>
          <p:spPr>
            <a:xfrm>
              <a:off x="4221000" y="1654920"/>
              <a:ext cx="614520" cy="784800"/>
            </a:xfrm>
            <a:custGeom>
              <a:avLst/>
              <a:gdLst/>
              <a:ahLst/>
              <a:cxnLst/>
              <a:rect l="l" t="t" r="r" b="b"/>
              <a:pathLst>
                <a:path w="7718" h="9855">
                  <a:moveTo>
                    <a:pt x="5249" y="0"/>
                  </a:moveTo>
                  <a:lnTo>
                    <a:pt x="5249" y="0"/>
                  </a:lnTo>
                  <a:cubicBezTo>
                    <a:pt x="5308" y="244"/>
                    <a:pt x="5175" y="498"/>
                    <a:pt x="4851" y="686"/>
                  </a:cubicBezTo>
                  <a:cubicBezTo>
                    <a:pt x="4577" y="844"/>
                    <a:pt x="4218" y="924"/>
                    <a:pt x="3859" y="924"/>
                  </a:cubicBezTo>
                  <a:cubicBezTo>
                    <a:pt x="3500" y="924"/>
                    <a:pt x="3140" y="844"/>
                    <a:pt x="2867" y="686"/>
                  </a:cubicBezTo>
                  <a:cubicBezTo>
                    <a:pt x="2561" y="509"/>
                    <a:pt x="2425" y="273"/>
                    <a:pt x="2459" y="41"/>
                  </a:cubicBezTo>
                  <a:lnTo>
                    <a:pt x="2459" y="41"/>
                  </a:lnTo>
                  <a:lnTo>
                    <a:pt x="0" y="5969"/>
                  </a:lnTo>
                  <a:lnTo>
                    <a:pt x="0" y="9216"/>
                  </a:lnTo>
                  <a:cubicBezTo>
                    <a:pt x="0" y="9216"/>
                    <a:pt x="1358" y="9855"/>
                    <a:pt x="3857" y="9855"/>
                  </a:cubicBezTo>
                  <a:cubicBezTo>
                    <a:pt x="6358" y="9855"/>
                    <a:pt x="7718" y="9218"/>
                    <a:pt x="7718" y="9218"/>
                  </a:cubicBezTo>
                  <a:lnTo>
                    <a:pt x="7718" y="5907"/>
                  </a:lnTo>
                  <a:lnTo>
                    <a:pt x="5249" y="0"/>
                  </a:ln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88" name="CustomShape 20"/>
            <p:cNvSpPr/>
            <p:nvPr/>
          </p:nvSpPr>
          <p:spPr>
            <a:xfrm>
              <a:off x="4221000" y="1654920"/>
              <a:ext cx="614520" cy="784800"/>
            </a:xfrm>
            <a:custGeom>
              <a:avLst/>
              <a:gdLst/>
              <a:ahLst/>
              <a:cxnLst/>
              <a:rect l="l" t="t" r="r" b="b"/>
              <a:pathLst>
                <a:path w="7718" h="9855">
                  <a:moveTo>
                    <a:pt x="5250" y="0"/>
                  </a:moveTo>
                  <a:lnTo>
                    <a:pt x="5250" y="0"/>
                  </a:lnTo>
                  <a:cubicBezTo>
                    <a:pt x="5308" y="244"/>
                    <a:pt x="5175" y="498"/>
                    <a:pt x="4852" y="686"/>
                  </a:cubicBezTo>
                  <a:cubicBezTo>
                    <a:pt x="4789" y="722"/>
                    <a:pt x="4723" y="753"/>
                    <a:pt x="4655" y="780"/>
                  </a:cubicBezTo>
                  <a:cubicBezTo>
                    <a:pt x="4417" y="875"/>
                    <a:pt x="4138" y="923"/>
                    <a:pt x="3859" y="923"/>
                  </a:cubicBezTo>
                  <a:cubicBezTo>
                    <a:pt x="3500" y="923"/>
                    <a:pt x="3141" y="844"/>
                    <a:pt x="2867" y="686"/>
                  </a:cubicBezTo>
                  <a:cubicBezTo>
                    <a:pt x="2561" y="509"/>
                    <a:pt x="2425" y="273"/>
                    <a:pt x="2459" y="41"/>
                  </a:cubicBezTo>
                  <a:lnTo>
                    <a:pt x="2459" y="41"/>
                  </a:lnTo>
                  <a:lnTo>
                    <a:pt x="0" y="5969"/>
                  </a:lnTo>
                  <a:lnTo>
                    <a:pt x="0" y="9216"/>
                  </a:lnTo>
                  <a:cubicBezTo>
                    <a:pt x="0" y="9216"/>
                    <a:pt x="1358" y="9855"/>
                    <a:pt x="3857" y="9855"/>
                  </a:cubicBezTo>
                  <a:cubicBezTo>
                    <a:pt x="6358" y="9855"/>
                    <a:pt x="7718" y="9218"/>
                    <a:pt x="7718" y="9218"/>
                  </a:cubicBezTo>
                  <a:lnTo>
                    <a:pt x="7718" y="5907"/>
                  </a:lnTo>
                  <a:lnTo>
                    <a:pt x="5250" y="0"/>
                  </a:ln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89" name="CustomShape 21"/>
            <p:cNvSpPr/>
            <p:nvPr/>
          </p:nvSpPr>
          <p:spPr>
            <a:xfrm>
              <a:off x="4528440" y="1440720"/>
              <a:ext cx="307080" cy="816480"/>
            </a:xfrm>
            <a:custGeom>
              <a:avLst/>
              <a:gdLst/>
              <a:ahLst/>
              <a:cxnLst/>
              <a:rect l="l" t="t" r="r" b="b"/>
              <a:pathLst>
                <a:path w="3860" h="10254">
                  <a:moveTo>
                    <a:pt x="7" y="0"/>
                  </a:moveTo>
                  <a:cubicBezTo>
                    <a:pt x="5" y="0"/>
                    <a:pt x="3" y="0"/>
                    <a:pt x="1" y="0"/>
                  </a:cubicBezTo>
                  <a:cubicBezTo>
                    <a:pt x="84" y="16"/>
                    <a:pt x="422" y="1593"/>
                    <a:pt x="797" y="3471"/>
                  </a:cubicBezTo>
                  <a:cubicBezTo>
                    <a:pt x="1351" y="6247"/>
                    <a:pt x="1985" y="9680"/>
                    <a:pt x="1985" y="9680"/>
                  </a:cubicBezTo>
                  <a:lnTo>
                    <a:pt x="1985" y="10253"/>
                  </a:lnTo>
                  <a:lnTo>
                    <a:pt x="3860" y="10253"/>
                  </a:lnTo>
                  <a:lnTo>
                    <a:pt x="3860" y="8598"/>
                  </a:lnTo>
                  <a:lnTo>
                    <a:pt x="1391" y="2691"/>
                  </a:lnTo>
                  <a:cubicBezTo>
                    <a:pt x="1391" y="2690"/>
                    <a:pt x="1390" y="2689"/>
                    <a:pt x="1390" y="2686"/>
                  </a:cubicBezTo>
                  <a:lnTo>
                    <a:pt x="1322" y="2529"/>
                  </a:lnTo>
                  <a:lnTo>
                    <a:pt x="367" y="243"/>
                  </a:lnTo>
                  <a:cubicBezTo>
                    <a:pt x="307" y="96"/>
                    <a:pt x="165" y="0"/>
                    <a:pt x="7" y="0"/>
                  </a:cubicBezTo>
                  <a:close/>
                </a:path>
              </a:pathLst>
            </a:custGeom>
            <a:solidFill>
              <a:srgbClr val="F2E2CC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90" name="CustomShape 22"/>
            <p:cNvSpPr/>
            <p:nvPr/>
          </p:nvSpPr>
          <p:spPr>
            <a:xfrm>
              <a:off x="4221000" y="4038120"/>
              <a:ext cx="360" cy="9720"/>
            </a:xfrm>
            <a:custGeom>
              <a:avLst/>
              <a:gdLst/>
              <a:ahLst/>
              <a:cxnLst/>
              <a:rect l="l" t="t" r="r" b="b"/>
              <a:pathLst>
                <a:path w="2" h="128">
                  <a:moveTo>
                    <a:pt x="2" y="0"/>
                  </a:moveTo>
                  <a:cubicBezTo>
                    <a:pt x="1" y="43"/>
                    <a:pt x="1" y="85"/>
                    <a:pt x="2" y="127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91" name="CustomShape 23"/>
            <p:cNvSpPr/>
            <p:nvPr/>
          </p:nvSpPr>
          <p:spPr>
            <a:xfrm>
              <a:off x="4221000" y="3901320"/>
              <a:ext cx="360" cy="9720"/>
            </a:xfrm>
            <a:custGeom>
              <a:avLst/>
              <a:gdLst/>
              <a:ahLst/>
              <a:cxnLst/>
              <a:rect l="l" t="t" r="r" b="b"/>
              <a:pathLst>
                <a:path w="2" h="127">
                  <a:moveTo>
                    <a:pt x="2" y="0"/>
                  </a:moveTo>
                  <a:cubicBezTo>
                    <a:pt x="1" y="42"/>
                    <a:pt x="1" y="84"/>
                    <a:pt x="2" y="127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92" name="CustomShape 24"/>
            <p:cNvSpPr/>
            <p:nvPr/>
          </p:nvSpPr>
          <p:spPr>
            <a:xfrm>
              <a:off x="4221000" y="3764160"/>
              <a:ext cx="360" cy="9720"/>
            </a:xfrm>
            <a:custGeom>
              <a:avLst/>
              <a:gdLst/>
              <a:ahLst/>
              <a:cxnLst/>
              <a:rect l="l" t="t" r="r" b="b"/>
              <a:pathLst>
                <a:path w="2" h="128">
                  <a:moveTo>
                    <a:pt x="2" y="1"/>
                  </a:moveTo>
                  <a:cubicBezTo>
                    <a:pt x="1" y="43"/>
                    <a:pt x="1" y="85"/>
                    <a:pt x="2" y="127"/>
                  </a:cubicBezTo>
                  <a:lnTo>
                    <a:pt x="2" y="1"/>
                  </a:ln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93" name="CustomShape 25"/>
            <p:cNvSpPr/>
            <p:nvPr/>
          </p:nvSpPr>
          <p:spPr>
            <a:xfrm>
              <a:off x="4221000" y="3627360"/>
              <a:ext cx="360" cy="9720"/>
            </a:xfrm>
            <a:custGeom>
              <a:avLst/>
              <a:gdLst/>
              <a:ahLst/>
              <a:cxnLst/>
              <a:rect l="l" t="t" r="r" b="b"/>
              <a:pathLst>
                <a:path w="2" h="128">
                  <a:moveTo>
                    <a:pt x="2" y="0"/>
                  </a:moveTo>
                  <a:cubicBezTo>
                    <a:pt x="1" y="41"/>
                    <a:pt x="1" y="84"/>
                    <a:pt x="2" y="127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94" name="CustomShape 26"/>
            <p:cNvSpPr/>
            <p:nvPr/>
          </p:nvSpPr>
          <p:spPr>
            <a:xfrm>
              <a:off x="4835880" y="2125440"/>
              <a:ext cx="360" cy="360"/>
            </a:xfrm>
            <a:custGeom>
              <a:avLst/>
              <a:gdLst/>
              <a:ahLst/>
              <a:cxnLst/>
              <a:rect l="l" t="t" r="r" b="b"/>
              <a:pathLst>
                <a:path w="1" h="1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95" name="CustomShape 27"/>
            <p:cNvSpPr/>
            <p:nvPr/>
          </p:nvSpPr>
          <p:spPr>
            <a:xfrm>
              <a:off x="4218840" y="4043160"/>
              <a:ext cx="617040" cy="560160"/>
            </a:xfrm>
            <a:custGeom>
              <a:avLst/>
              <a:gdLst/>
              <a:ahLst/>
              <a:cxnLst/>
              <a:rect l="l" t="t" r="r" b="b"/>
              <a:pathLst>
                <a:path w="7748" h="7037">
                  <a:moveTo>
                    <a:pt x="7748" y="0"/>
                  </a:moveTo>
                  <a:cubicBezTo>
                    <a:pt x="7748" y="570"/>
                    <a:pt x="7371" y="1141"/>
                    <a:pt x="6617" y="1576"/>
                  </a:cubicBezTo>
                  <a:cubicBezTo>
                    <a:pt x="5864" y="2011"/>
                    <a:pt x="4876" y="2229"/>
                    <a:pt x="3888" y="2229"/>
                  </a:cubicBezTo>
                  <a:cubicBezTo>
                    <a:pt x="2900" y="2229"/>
                    <a:pt x="1911" y="2011"/>
                    <a:pt x="1157" y="1576"/>
                  </a:cubicBezTo>
                  <a:cubicBezTo>
                    <a:pt x="431" y="1156"/>
                    <a:pt x="57" y="612"/>
                    <a:pt x="29" y="63"/>
                  </a:cubicBezTo>
                  <a:lnTo>
                    <a:pt x="29" y="4745"/>
                  </a:lnTo>
                  <a:cubicBezTo>
                    <a:pt x="0" y="5336"/>
                    <a:pt x="376" y="5932"/>
                    <a:pt x="1157" y="6383"/>
                  </a:cubicBezTo>
                  <a:cubicBezTo>
                    <a:pt x="1911" y="6819"/>
                    <a:pt x="2899" y="7037"/>
                    <a:pt x="3887" y="7037"/>
                  </a:cubicBezTo>
                  <a:cubicBezTo>
                    <a:pt x="4875" y="7037"/>
                    <a:pt x="5863" y="6819"/>
                    <a:pt x="6617" y="6383"/>
                  </a:cubicBezTo>
                  <a:cubicBezTo>
                    <a:pt x="7371" y="5949"/>
                    <a:pt x="7748" y="5378"/>
                    <a:pt x="7748" y="4808"/>
                  </a:cubicBezTo>
                  <a:lnTo>
                    <a:pt x="7748" y="0"/>
                  </a:lnTo>
                  <a:close/>
                </a:path>
              </a:pathLst>
            </a:custGeom>
            <a:solidFill>
              <a:srgbClr val="F95DA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96" name="CustomShape 28"/>
            <p:cNvSpPr/>
            <p:nvPr/>
          </p:nvSpPr>
          <p:spPr>
            <a:xfrm>
              <a:off x="4221000" y="3906000"/>
              <a:ext cx="614520" cy="314280"/>
            </a:xfrm>
            <a:custGeom>
              <a:avLst/>
              <a:gdLst/>
              <a:ahLst/>
              <a:cxnLst/>
              <a:rect l="l" t="t" r="r" b="b"/>
              <a:pathLst>
                <a:path w="7720" h="3949">
                  <a:moveTo>
                    <a:pt x="7720" y="1"/>
                  </a:moveTo>
                  <a:cubicBezTo>
                    <a:pt x="7720" y="293"/>
                    <a:pt x="7620" y="586"/>
                    <a:pt x="7422" y="860"/>
                  </a:cubicBezTo>
                  <a:cubicBezTo>
                    <a:pt x="7233" y="1121"/>
                    <a:pt x="6956" y="1364"/>
                    <a:pt x="6589" y="1577"/>
                  </a:cubicBezTo>
                  <a:cubicBezTo>
                    <a:pt x="5836" y="2012"/>
                    <a:pt x="4848" y="2229"/>
                    <a:pt x="3860" y="2229"/>
                  </a:cubicBezTo>
                  <a:cubicBezTo>
                    <a:pt x="2872" y="2229"/>
                    <a:pt x="1883" y="2012"/>
                    <a:pt x="1129" y="1577"/>
                  </a:cubicBezTo>
                  <a:cubicBezTo>
                    <a:pt x="762" y="1366"/>
                    <a:pt x="485" y="1121"/>
                    <a:pt x="297" y="860"/>
                  </a:cubicBezTo>
                  <a:cubicBezTo>
                    <a:pt x="113" y="605"/>
                    <a:pt x="14" y="335"/>
                    <a:pt x="1" y="64"/>
                  </a:cubicBezTo>
                  <a:lnTo>
                    <a:pt x="1" y="1783"/>
                  </a:lnTo>
                  <a:cubicBezTo>
                    <a:pt x="28" y="2332"/>
                    <a:pt x="403" y="2876"/>
                    <a:pt x="1129" y="3296"/>
                  </a:cubicBezTo>
                  <a:cubicBezTo>
                    <a:pt x="1883" y="3731"/>
                    <a:pt x="2871" y="3949"/>
                    <a:pt x="3859" y="3949"/>
                  </a:cubicBezTo>
                  <a:cubicBezTo>
                    <a:pt x="4847" y="3949"/>
                    <a:pt x="5835" y="3731"/>
                    <a:pt x="6589" y="3296"/>
                  </a:cubicBezTo>
                  <a:cubicBezTo>
                    <a:pt x="7343" y="2861"/>
                    <a:pt x="7720" y="2290"/>
                    <a:pt x="7720" y="1720"/>
                  </a:cubicBezTo>
                  <a:lnTo>
                    <a:pt x="7720" y="1"/>
                  </a:lnTo>
                  <a:close/>
                </a:path>
              </a:pathLst>
            </a:custGeom>
            <a:solidFill>
              <a:srgbClr val="A5CBFA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97" name="CustomShape 29"/>
            <p:cNvSpPr/>
            <p:nvPr/>
          </p:nvSpPr>
          <p:spPr>
            <a:xfrm>
              <a:off x="4221000" y="3769200"/>
              <a:ext cx="614880" cy="314280"/>
            </a:xfrm>
            <a:custGeom>
              <a:avLst/>
              <a:gdLst/>
              <a:ahLst/>
              <a:cxnLst/>
              <a:rect l="l" t="t" r="r" b="b"/>
              <a:pathLst>
                <a:path w="7721" h="3949">
                  <a:moveTo>
                    <a:pt x="7721" y="1"/>
                  </a:moveTo>
                  <a:cubicBezTo>
                    <a:pt x="7720" y="293"/>
                    <a:pt x="7620" y="586"/>
                    <a:pt x="7422" y="860"/>
                  </a:cubicBezTo>
                  <a:cubicBezTo>
                    <a:pt x="7233" y="1120"/>
                    <a:pt x="6956" y="1364"/>
                    <a:pt x="6589" y="1576"/>
                  </a:cubicBezTo>
                  <a:cubicBezTo>
                    <a:pt x="6501" y="1627"/>
                    <a:pt x="6409" y="1674"/>
                    <a:pt x="6315" y="1720"/>
                  </a:cubicBezTo>
                  <a:cubicBezTo>
                    <a:pt x="5604" y="2059"/>
                    <a:pt x="4732" y="2229"/>
                    <a:pt x="3860" y="2229"/>
                  </a:cubicBezTo>
                  <a:cubicBezTo>
                    <a:pt x="2988" y="2229"/>
                    <a:pt x="2116" y="2059"/>
                    <a:pt x="1404" y="1720"/>
                  </a:cubicBezTo>
                  <a:cubicBezTo>
                    <a:pt x="1310" y="1674"/>
                    <a:pt x="1218" y="1627"/>
                    <a:pt x="1129" y="1576"/>
                  </a:cubicBezTo>
                  <a:cubicBezTo>
                    <a:pt x="762" y="1365"/>
                    <a:pt x="486" y="1120"/>
                    <a:pt x="298" y="860"/>
                  </a:cubicBezTo>
                  <a:cubicBezTo>
                    <a:pt x="113" y="605"/>
                    <a:pt x="14" y="335"/>
                    <a:pt x="1" y="63"/>
                  </a:cubicBezTo>
                  <a:lnTo>
                    <a:pt x="1" y="1783"/>
                  </a:lnTo>
                  <a:cubicBezTo>
                    <a:pt x="14" y="2054"/>
                    <a:pt x="113" y="2324"/>
                    <a:pt x="298" y="2579"/>
                  </a:cubicBezTo>
                  <a:cubicBezTo>
                    <a:pt x="486" y="2840"/>
                    <a:pt x="762" y="3083"/>
                    <a:pt x="1129" y="3296"/>
                  </a:cubicBezTo>
                  <a:cubicBezTo>
                    <a:pt x="1883" y="3731"/>
                    <a:pt x="2871" y="3948"/>
                    <a:pt x="3859" y="3948"/>
                  </a:cubicBezTo>
                  <a:cubicBezTo>
                    <a:pt x="4847" y="3948"/>
                    <a:pt x="5835" y="3731"/>
                    <a:pt x="6589" y="3296"/>
                  </a:cubicBezTo>
                  <a:cubicBezTo>
                    <a:pt x="6957" y="3085"/>
                    <a:pt x="7233" y="2840"/>
                    <a:pt x="7422" y="2579"/>
                  </a:cubicBezTo>
                  <a:cubicBezTo>
                    <a:pt x="7621" y="2305"/>
                    <a:pt x="7721" y="2012"/>
                    <a:pt x="7721" y="1720"/>
                  </a:cubicBezTo>
                  <a:lnTo>
                    <a:pt x="7721" y="1"/>
                  </a:lnTo>
                  <a:close/>
                </a:path>
              </a:pathLst>
            </a:custGeom>
            <a:solidFill>
              <a:srgbClr val="34459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98" name="CustomShape 30"/>
            <p:cNvSpPr/>
            <p:nvPr/>
          </p:nvSpPr>
          <p:spPr>
            <a:xfrm>
              <a:off x="4221000" y="3632400"/>
              <a:ext cx="614520" cy="314280"/>
            </a:xfrm>
            <a:custGeom>
              <a:avLst/>
              <a:gdLst/>
              <a:ahLst/>
              <a:cxnLst/>
              <a:rect l="l" t="t" r="r" b="b"/>
              <a:pathLst>
                <a:path w="7720" h="3948">
                  <a:moveTo>
                    <a:pt x="7720" y="0"/>
                  </a:moveTo>
                  <a:cubicBezTo>
                    <a:pt x="7720" y="292"/>
                    <a:pt x="7620" y="585"/>
                    <a:pt x="7422" y="859"/>
                  </a:cubicBezTo>
                  <a:cubicBezTo>
                    <a:pt x="7233" y="1120"/>
                    <a:pt x="6956" y="1364"/>
                    <a:pt x="6589" y="1576"/>
                  </a:cubicBezTo>
                  <a:cubicBezTo>
                    <a:pt x="6501" y="1627"/>
                    <a:pt x="6409" y="1674"/>
                    <a:pt x="6315" y="1720"/>
                  </a:cubicBezTo>
                  <a:cubicBezTo>
                    <a:pt x="5604" y="2059"/>
                    <a:pt x="4732" y="2228"/>
                    <a:pt x="3860" y="2228"/>
                  </a:cubicBezTo>
                  <a:cubicBezTo>
                    <a:pt x="2988" y="2228"/>
                    <a:pt x="2116" y="2059"/>
                    <a:pt x="1404" y="1720"/>
                  </a:cubicBezTo>
                  <a:cubicBezTo>
                    <a:pt x="1310" y="1674"/>
                    <a:pt x="1218" y="1627"/>
                    <a:pt x="1129" y="1576"/>
                  </a:cubicBezTo>
                  <a:cubicBezTo>
                    <a:pt x="762" y="1364"/>
                    <a:pt x="486" y="1120"/>
                    <a:pt x="298" y="859"/>
                  </a:cubicBezTo>
                  <a:cubicBezTo>
                    <a:pt x="113" y="605"/>
                    <a:pt x="14" y="334"/>
                    <a:pt x="1" y="63"/>
                  </a:cubicBezTo>
                  <a:lnTo>
                    <a:pt x="1" y="1782"/>
                  </a:lnTo>
                  <a:cubicBezTo>
                    <a:pt x="14" y="2054"/>
                    <a:pt x="113" y="2324"/>
                    <a:pt x="298" y="2579"/>
                  </a:cubicBezTo>
                  <a:cubicBezTo>
                    <a:pt x="486" y="2839"/>
                    <a:pt x="762" y="3083"/>
                    <a:pt x="1129" y="3295"/>
                  </a:cubicBezTo>
                  <a:cubicBezTo>
                    <a:pt x="1218" y="3346"/>
                    <a:pt x="1310" y="3393"/>
                    <a:pt x="1404" y="3439"/>
                  </a:cubicBezTo>
                  <a:cubicBezTo>
                    <a:pt x="2116" y="3778"/>
                    <a:pt x="2988" y="3948"/>
                    <a:pt x="3860" y="3948"/>
                  </a:cubicBezTo>
                  <a:cubicBezTo>
                    <a:pt x="4732" y="3948"/>
                    <a:pt x="5604" y="3778"/>
                    <a:pt x="6315" y="3439"/>
                  </a:cubicBezTo>
                  <a:cubicBezTo>
                    <a:pt x="6409" y="3393"/>
                    <a:pt x="6501" y="3346"/>
                    <a:pt x="6589" y="3295"/>
                  </a:cubicBezTo>
                  <a:cubicBezTo>
                    <a:pt x="6956" y="3084"/>
                    <a:pt x="7233" y="2839"/>
                    <a:pt x="7422" y="2579"/>
                  </a:cubicBezTo>
                  <a:cubicBezTo>
                    <a:pt x="7620" y="2305"/>
                    <a:pt x="7720" y="2012"/>
                    <a:pt x="7720" y="1720"/>
                  </a:cubicBezTo>
                  <a:lnTo>
                    <a:pt x="7720" y="0"/>
                  </a:lnTo>
                  <a:close/>
                </a:path>
              </a:pathLst>
            </a:custGeom>
            <a:solidFill>
              <a:srgbClr val="A5CBFA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99" name="CustomShape 31"/>
            <p:cNvSpPr/>
            <p:nvPr/>
          </p:nvSpPr>
          <p:spPr>
            <a:xfrm>
              <a:off x="4221000" y="2130480"/>
              <a:ext cx="204840" cy="1668960"/>
            </a:xfrm>
            <a:custGeom>
              <a:avLst/>
              <a:gdLst/>
              <a:ahLst/>
              <a:cxnLst/>
              <a:rect l="l" t="t" r="r" b="b"/>
              <a:pathLst>
                <a:path w="2574" h="20953">
                  <a:moveTo>
                    <a:pt x="1" y="0"/>
                  </a:moveTo>
                  <a:lnTo>
                    <a:pt x="1" y="18914"/>
                  </a:lnTo>
                  <a:cubicBezTo>
                    <a:pt x="14" y="19186"/>
                    <a:pt x="113" y="19456"/>
                    <a:pt x="298" y="19710"/>
                  </a:cubicBezTo>
                  <a:cubicBezTo>
                    <a:pt x="486" y="19971"/>
                    <a:pt x="762" y="20215"/>
                    <a:pt x="1129" y="20427"/>
                  </a:cubicBezTo>
                  <a:cubicBezTo>
                    <a:pt x="1218" y="20478"/>
                    <a:pt x="1310" y="20525"/>
                    <a:pt x="1404" y="20570"/>
                  </a:cubicBezTo>
                  <a:cubicBezTo>
                    <a:pt x="1760" y="20740"/>
                    <a:pt x="2157" y="20868"/>
                    <a:pt x="2573" y="20952"/>
                  </a:cubicBezTo>
                  <a:lnTo>
                    <a:pt x="1875" y="1021"/>
                  </a:lnTo>
                  <a:cubicBezTo>
                    <a:pt x="1875" y="1021"/>
                    <a:pt x="1649" y="1148"/>
                    <a:pt x="1355" y="1148"/>
                  </a:cubicBezTo>
                  <a:cubicBezTo>
                    <a:pt x="1208" y="1148"/>
                    <a:pt x="1043" y="1116"/>
                    <a:pt x="881" y="1020"/>
                  </a:cubicBezTo>
                  <a:cubicBezTo>
                    <a:pt x="230" y="634"/>
                    <a:pt x="5" y="55"/>
                    <a:pt x="1" y="0"/>
                  </a:cubicBezTo>
                  <a:close/>
                </a:path>
              </a:pathLst>
            </a:custGeom>
            <a:solidFill>
              <a:srgbClr val="FFE48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00" name="CustomShape 32"/>
            <p:cNvSpPr/>
            <p:nvPr/>
          </p:nvSpPr>
          <p:spPr>
            <a:xfrm>
              <a:off x="4630680" y="2125440"/>
              <a:ext cx="204840" cy="1673640"/>
            </a:xfrm>
            <a:custGeom>
              <a:avLst/>
              <a:gdLst/>
              <a:ahLst/>
              <a:cxnLst/>
              <a:rect l="l" t="t" r="r" b="b"/>
              <a:pathLst>
                <a:path w="2575" h="21014">
                  <a:moveTo>
                    <a:pt x="2575" y="1"/>
                  </a:moveTo>
                  <a:cubicBezTo>
                    <a:pt x="2575" y="75"/>
                    <a:pt x="2347" y="703"/>
                    <a:pt x="1693" y="1083"/>
                  </a:cubicBezTo>
                  <a:cubicBezTo>
                    <a:pt x="1528" y="1179"/>
                    <a:pt x="1363" y="1211"/>
                    <a:pt x="1216" y="1211"/>
                  </a:cubicBezTo>
                  <a:cubicBezTo>
                    <a:pt x="922" y="1211"/>
                    <a:pt x="700" y="1083"/>
                    <a:pt x="700" y="1083"/>
                  </a:cubicBezTo>
                  <a:lnTo>
                    <a:pt x="1" y="21014"/>
                  </a:lnTo>
                  <a:cubicBezTo>
                    <a:pt x="417" y="20929"/>
                    <a:pt x="814" y="20801"/>
                    <a:pt x="1169" y="20633"/>
                  </a:cubicBezTo>
                  <a:cubicBezTo>
                    <a:pt x="1264" y="20587"/>
                    <a:pt x="1356" y="20540"/>
                    <a:pt x="1444" y="20489"/>
                  </a:cubicBezTo>
                  <a:cubicBezTo>
                    <a:pt x="1811" y="20277"/>
                    <a:pt x="2088" y="20033"/>
                    <a:pt x="2277" y="19772"/>
                  </a:cubicBezTo>
                  <a:cubicBezTo>
                    <a:pt x="2475" y="19498"/>
                    <a:pt x="2575" y="19205"/>
                    <a:pt x="2575" y="18913"/>
                  </a:cubicBezTo>
                  <a:lnTo>
                    <a:pt x="2575" y="1"/>
                  </a:lnTo>
                  <a:close/>
                </a:path>
              </a:pathLst>
            </a:custGeom>
            <a:solidFill>
              <a:srgbClr val="FDB72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01" name="CustomShape 33"/>
            <p:cNvSpPr/>
            <p:nvPr/>
          </p:nvSpPr>
          <p:spPr>
            <a:xfrm>
              <a:off x="4370400" y="2211840"/>
              <a:ext cx="316080" cy="1597680"/>
            </a:xfrm>
            <a:custGeom>
              <a:avLst/>
              <a:gdLst/>
              <a:ahLst/>
              <a:cxnLst/>
              <a:rect l="l" t="t" r="r" b="b"/>
              <a:pathLst>
                <a:path w="3971" h="20059">
                  <a:moveTo>
                    <a:pt x="1" y="1"/>
                  </a:moveTo>
                  <a:lnTo>
                    <a:pt x="1" y="19740"/>
                  </a:lnTo>
                  <a:cubicBezTo>
                    <a:pt x="229" y="19820"/>
                    <a:pt x="463" y="19884"/>
                    <a:pt x="699" y="19932"/>
                  </a:cubicBezTo>
                  <a:cubicBezTo>
                    <a:pt x="1117" y="20016"/>
                    <a:pt x="1542" y="20059"/>
                    <a:pt x="1968" y="20059"/>
                  </a:cubicBezTo>
                  <a:cubicBezTo>
                    <a:pt x="1974" y="20059"/>
                    <a:pt x="1980" y="20059"/>
                    <a:pt x="1986" y="20059"/>
                  </a:cubicBezTo>
                  <a:cubicBezTo>
                    <a:pt x="1992" y="20059"/>
                    <a:pt x="1998" y="20059"/>
                    <a:pt x="2004" y="20059"/>
                  </a:cubicBezTo>
                  <a:cubicBezTo>
                    <a:pt x="2430" y="20059"/>
                    <a:pt x="2854" y="20016"/>
                    <a:pt x="3273" y="19932"/>
                  </a:cubicBezTo>
                  <a:cubicBezTo>
                    <a:pt x="3510" y="19884"/>
                    <a:pt x="3743" y="19820"/>
                    <a:pt x="3971" y="19740"/>
                  </a:cubicBezTo>
                  <a:lnTo>
                    <a:pt x="3971" y="1"/>
                  </a:lnTo>
                  <a:cubicBezTo>
                    <a:pt x="3480" y="856"/>
                    <a:pt x="1983" y="861"/>
                    <a:pt x="1983" y="861"/>
                  </a:cubicBezTo>
                  <a:cubicBezTo>
                    <a:pt x="1983" y="861"/>
                    <a:pt x="1983" y="861"/>
                    <a:pt x="1983" y="861"/>
                  </a:cubicBezTo>
                  <a:cubicBezTo>
                    <a:pt x="1967" y="861"/>
                    <a:pt x="483" y="859"/>
                    <a:pt x="1" y="1"/>
                  </a:cubicBezTo>
                  <a:close/>
                </a:path>
              </a:pathLst>
            </a:custGeom>
            <a:solidFill>
              <a:srgbClr val="FFDB4C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02" name="CustomShape 34"/>
            <p:cNvSpPr/>
            <p:nvPr/>
          </p:nvSpPr>
          <p:spPr>
            <a:xfrm>
              <a:off x="4414320" y="1440720"/>
              <a:ext cx="229320" cy="287640"/>
            </a:xfrm>
            <a:custGeom>
              <a:avLst/>
              <a:gdLst/>
              <a:ahLst/>
              <a:cxnLst/>
              <a:rect l="l" t="t" r="r" b="b"/>
              <a:pathLst>
                <a:path w="2885" h="3615">
                  <a:moveTo>
                    <a:pt x="1438" y="0"/>
                  </a:moveTo>
                  <a:cubicBezTo>
                    <a:pt x="1437" y="0"/>
                    <a:pt x="1436" y="0"/>
                    <a:pt x="1435" y="0"/>
                  </a:cubicBezTo>
                  <a:lnTo>
                    <a:pt x="1434" y="0"/>
                  </a:lnTo>
                  <a:cubicBezTo>
                    <a:pt x="1433" y="0"/>
                    <a:pt x="1432" y="0"/>
                    <a:pt x="1431" y="0"/>
                  </a:cubicBezTo>
                  <a:cubicBezTo>
                    <a:pt x="1271" y="0"/>
                    <a:pt x="1127" y="96"/>
                    <a:pt x="1068" y="245"/>
                  </a:cubicBezTo>
                  <a:lnTo>
                    <a:pt x="128" y="2508"/>
                  </a:lnTo>
                  <a:lnTo>
                    <a:pt x="34" y="2733"/>
                  </a:lnTo>
                  <a:cubicBezTo>
                    <a:pt x="0" y="2964"/>
                    <a:pt x="137" y="3201"/>
                    <a:pt x="442" y="3378"/>
                  </a:cubicBezTo>
                  <a:cubicBezTo>
                    <a:pt x="716" y="3536"/>
                    <a:pt x="1075" y="3615"/>
                    <a:pt x="1434" y="3615"/>
                  </a:cubicBezTo>
                  <a:cubicBezTo>
                    <a:pt x="1713" y="3615"/>
                    <a:pt x="1992" y="3567"/>
                    <a:pt x="2230" y="3472"/>
                  </a:cubicBezTo>
                  <a:cubicBezTo>
                    <a:pt x="2299" y="3445"/>
                    <a:pt x="2364" y="3414"/>
                    <a:pt x="2427" y="3378"/>
                  </a:cubicBezTo>
                  <a:cubicBezTo>
                    <a:pt x="2750" y="3190"/>
                    <a:pt x="2884" y="2935"/>
                    <a:pt x="2825" y="2691"/>
                  </a:cubicBezTo>
                  <a:cubicBezTo>
                    <a:pt x="2825" y="2690"/>
                    <a:pt x="2824" y="2689"/>
                    <a:pt x="2824" y="2687"/>
                  </a:cubicBezTo>
                  <a:lnTo>
                    <a:pt x="2756" y="2530"/>
                  </a:lnTo>
                  <a:lnTo>
                    <a:pt x="1801" y="244"/>
                  </a:lnTo>
                  <a:cubicBezTo>
                    <a:pt x="1741" y="96"/>
                    <a:pt x="1597" y="0"/>
                    <a:pt x="1438" y="0"/>
                  </a:cubicBezTo>
                  <a:close/>
                </a:path>
              </a:pathLst>
            </a:custGeom>
            <a:solidFill>
              <a:srgbClr val="2D2979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03" name="CustomShape 35"/>
            <p:cNvSpPr/>
            <p:nvPr/>
          </p:nvSpPr>
          <p:spPr>
            <a:xfrm>
              <a:off x="4416840" y="1640160"/>
              <a:ext cx="7200" cy="17640"/>
            </a:xfrm>
            <a:custGeom>
              <a:avLst/>
              <a:gdLst/>
              <a:ahLst/>
              <a:cxnLst/>
              <a:rect l="l" t="t" r="r" b="b"/>
              <a:pathLst>
                <a:path w="95" h="227">
                  <a:moveTo>
                    <a:pt x="94" y="1"/>
                  </a:moveTo>
                  <a:cubicBezTo>
                    <a:pt x="46" y="68"/>
                    <a:pt x="14" y="145"/>
                    <a:pt x="0" y="226"/>
                  </a:cubicBezTo>
                  <a:lnTo>
                    <a:pt x="94" y="1"/>
                  </a:ln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04" name="CustomShape 36"/>
            <p:cNvSpPr/>
            <p:nvPr/>
          </p:nvSpPr>
          <p:spPr>
            <a:xfrm>
              <a:off x="4633920" y="1642320"/>
              <a:ext cx="5040" cy="12240"/>
            </a:xfrm>
            <a:custGeom>
              <a:avLst/>
              <a:gdLst/>
              <a:ahLst/>
              <a:cxnLst/>
              <a:rect l="l" t="t" r="r" b="b"/>
              <a:pathLst>
                <a:path w="68" h="159">
                  <a:moveTo>
                    <a:pt x="0" y="0"/>
                  </a:moveTo>
                  <a:lnTo>
                    <a:pt x="68" y="159"/>
                  </a:lnTo>
                  <a:cubicBezTo>
                    <a:pt x="53" y="103"/>
                    <a:pt x="32" y="50"/>
                    <a:pt x="0" y="0"/>
                  </a:cubicBez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05" name="CustomShape 37"/>
            <p:cNvSpPr/>
            <p:nvPr/>
          </p:nvSpPr>
          <p:spPr>
            <a:xfrm>
              <a:off x="4528440" y="1440720"/>
              <a:ext cx="115200" cy="276120"/>
            </a:xfrm>
            <a:custGeom>
              <a:avLst/>
              <a:gdLst/>
              <a:ahLst/>
              <a:cxnLst/>
              <a:rect l="l" t="t" r="r" b="b"/>
              <a:pathLst>
                <a:path w="1451" h="3471">
                  <a:moveTo>
                    <a:pt x="4" y="0"/>
                  </a:moveTo>
                  <a:cubicBezTo>
                    <a:pt x="3" y="0"/>
                    <a:pt x="2" y="0"/>
                    <a:pt x="1" y="0"/>
                  </a:cubicBezTo>
                  <a:cubicBezTo>
                    <a:pt x="84" y="17"/>
                    <a:pt x="422" y="1594"/>
                    <a:pt x="797" y="3471"/>
                  </a:cubicBezTo>
                  <a:cubicBezTo>
                    <a:pt x="865" y="3445"/>
                    <a:pt x="930" y="3414"/>
                    <a:pt x="993" y="3377"/>
                  </a:cubicBezTo>
                  <a:cubicBezTo>
                    <a:pt x="1316" y="3189"/>
                    <a:pt x="1450" y="2934"/>
                    <a:pt x="1391" y="2691"/>
                  </a:cubicBezTo>
                  <a:cubicBezTo>
                    <a:pt x="1391" y="2690"/>
                    <a:pt x="1390" y="2689"/>
                    <a:pt x="1390" y="2688"/>
                  </a:cubicBezTo>
                  <a:lnTo>
                    <a:pt x="1322" y="2529"/>
                  </a:lnTo>
                  <a:lnTo>
                    <a:pt x="367" y="244"/>
                  </a:lnTo>
                  <a:cubicBezTo>
                    <a:pt x="307" y="97"/>
                    <a:pt x="163" y="0"/>
                    <a:pt x="4" y="0"/>
                  </a:cubicBezTo>
                  <a:close/>
                </a:path>
              </a:pathLst>
            </a:custGeom>
            <a:solidFill>
              <a:srgbClr val="1A1A5B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06" name="CustomShape 38"/>
            <p:cNvSpPr/>
            <p:nvPr/>
          </p:nvSpPr>
          <p:spPr>
            <a:xfrm>
              <a:off x="4221000" y="3637080"/>
              <a:ext cx="149040" cy="557640"/>
            </a:xfrm>
            <a:custGeom>
              <a:avLst/>
              <a:gdLst/>
              <a:ahLst/>
              <a:cxnLst/>
              <a:rect l="l" t="t" r="r" b="b"/>
              <a:pathLst>
                <a:path w="1875" h="7006">
                  <a:moveTo>
                    <a:pt x="1" y="1"/>
                  </a:moveTo>
                  <a:lnTo>
                    <a:pt x="1" y="5159"/>
                  </a:lnTo>
                  <a:cubicBezTo>
                    <a:pt x="29" y="5708"/>
                    <a:pt x="404" y="6254"/>
                    <a:pt x="1129" y="6672"/>
                  </a:cubicBezTo>
                  <a:cubicBezTo>
                    <a:pt x="1367" y="6806"/>
                    <a:pt x="1617" y="6918"/>
                    <a:pt x="1875" y="7005"/>
                  </a:cubicBezTo>
                  <a:lnTo>
                    <a:pt x="1875" y="1847"/>
                  </a:lnTo>
                  <a:cubicBezTo>
                    <a:pt x="1714" y="1793"/>
                    <a:pt x="1558" y="1729"/>
                    <a:pt x="1404" y="1658"/>
                  </a:cubicBezTo>
                  <a:cubicBezTo>
                    <a:pt x="1310" y="1612"/>
                    <a:pt x="1218" y="1565"/>
                    <a:pt x="1129" y="1514"/>
                  </a:cubicBezTo>
                  <a:cubicBezTo>
                    <a:pt x="762" y="1302"/>
                    <a:pt x="486" y="1058"/>
                    <a:pt x="298" y="797"/>
                  </a:cubicBezTo>
                  <a:cubicBezTo>
                    <a:pt x="113" y="543"/>
                    <a:pt x="14" y="272"/>
                    <a:pt x="1" y="1"/>
                  </a:cubicBezTo>
                  <a:close/>
                </a:path>
              </a:pathLst>
            </a:custGeom>
            <a:solidFill>
              <a:srgbClr val="DAE6EA">
                <a:alpha val="26000"/>
              </a:srgb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07" name="CustomShape 39"/>
            <p:cNvSpPr/>
            <p:nvPr/>
          </p:nvSpPr>
          <p:spPr>
            <a:xfrm>
              <a:off x="4218840" y="4048200"/>
              <a:ext cx="518760" cy="555120"/>
            </a:xfrm>
            <a:custGeom>
              <a:avLst/>
              <a:gdLst/>
              <a:ahLst/>
              <a:cxnLst/>
              <a:rect l="l" t="t" r="r" b="b"/>
              <a:pathLst>
                <a:path w="6515" h="6973">
                  <a:moveTo>
                    <a:pt x="29" y="0"/>
                  </a:moveTo>
                  <a:lnTo>
                    <a:pt x="29" y="4682"/>
                  </a:lnTo>
                  <a:cubicBezTo>
                    <a:pt x="0" y="5273"/>
                    <a:pt x="376" y="5870"/>
                    <a:pt x="1157" y="6322"/>
                  </a:cubicBezTo>
                  <a:cubicBezTo>
                    <a:pt x="1910" y="6756"/>
                    <a:pt x="2895" y="6972"/>
                    <a:pt x="3881" y="6972"/>
                  </a:cubicBezTo>
                  <a:cubicBezTo>
                    <a:pt x="4827" y="6972"/>
                    <a:pt x="5773" y="6773"/>
                    <a:pt x="6515" y="6375"/>
                  </a:cubicBezTo>
                  <a:lnTo>
                    <a:pt x="6515" y="6375"/>
                  </a:lnTo>
                  <a:cubicBezTo>
                    <a:pt x="6192" y="6530"/>
                    <a:pt x="5529" y="6630"/>
                    <a:pt x="4804" y="6630"/>
                  </a:cubicBezTo>
                  <a:cubicBezTo>
                    <a:pt x="3460" y="6630"/>
                    <a:pt x="1903" y="6287"/>
                    <a:pt x="1903" y="5319"/>
                  </a:cubicBezTo>
                  <a:cubicBezTo>
                    <a:pt x="1903" y="4600"/>
                    <a:pt x="1903" y="1850"/>
                    <a:pt x="1903" y="1850"/>
                  </a:cubicBezTo>
                  <a:cubicBezTo>
                    <a:pt x="1645" y="1762"/>
                    <a:pt x="1395" y="1648"/>
                    <a:pt x="1157" y="1513"/>
                  </a:cubicBezTo>
                  <a:cubicBezTo>
                    <a:pt x="432" y="1095"/>
                    <a:pt x="57" y="549"/>
                    <a:pt x="29" y="0"/>
                  </a:cubicBezTo>
                  <a:close/>
                </a:path>
              </a:pathLst>
            </a:custGeom>
            <a:solidFill>
              <a:srgbClr val="FD9CC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pic>
        <p:nvPicPr>
          <p:cNvPr id="608" name="Picture 56"/>
          <p:cNvPicPr/>
          <p:nvPr/>
        </p:nvPicPr>
        <p:blipFill>
          <a:blip r:embed="rId2"/>
          <a:stretch/>
        </p:blipFill>
        <p:spPr>
          <a:xfrm>
            <a:off x="8046000" y="-19080"/>
            <a:ext cx="1007640" cy="11066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CustomShape 1"/>
          <p:cNvSpPr/>
          <p:nvPr/>
        </p:nvSpPr>
        <p:spPr>
          <a:xfrm>
            <a:off x="4030200" y="2118240"/>
            <a:ext cx="54720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440">
            <a:solidFill>
              <a:schemeClr val="accent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10" name="TextShape 2"/>
          <p:cNvSpPr txBox="1"/>
          <p:nvPr/>
        </p:nvSpPr>
        <p:spPr>
          <a:xfrm>
            <a:off x="616680" y="347400"/>
            <a:ext cx="475956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/>
          <a:lstStyle/>
          <a:p>
            <a:pPr>
              <a:lnSpc>
                <a:spcPct val="100000"/>
              </a:lnSpc>
            </a:pPr>
            <a:r>
              <a:rPr lang="en-US" sz="3600" b="0" strike="noStrike" spc="-1">
                <a:solidFill>
                  <a:srgbClr val="90C4FE"/>
                </a:solidFill>
                <a:latin typeface="Dosis ExtraLight"/>
                <a:ea typeface="Dosis ExtraLight"/>
              </a:rPr>
              <a:t>TABLE OF CONTENTS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1" name="TextShape 3"/>
          <p:cNvSpPr txBox="1"/>
          <p:nvPr/>
        </p:nvSpPr>
        <p:spPr>
          <a:xfrm>
            <a:off x="345960" y="1845360"/>
            <a:ext cx="2987640" cy="577440"/>
          </a:xfrm>
          <a:prstGeom prst="rect">
            <a:avLst/>
          </a:prstGeom>
          <a:noFill/>
          <a:ln>
            <a:noFill/>
          </a:ln>
        </p:spPr>
        <p:txBody>
          <a:bodyPr tIns="91440" bIns="91440" anchor="b"/>
          <a:lstStyle/>
          <a:p>
            <a:pPr algn="r">
              <a:lnSpc>
                <a:spcPct val="100000"/>
              </a:lnSpc>
            </a:pPr>
            <a:r>
              <a:rPr lang="en-US" sz="2400" b="0" strike="noStrike" spc="-1">
                <a:solidFill>
                  <a:srgbClr val="324788"/>
                </a:solidFill>
                <a:latin typeface="Dosis ExtraLight"/>
                <a:ea typeface="Dosis ExtraLight"/>
              </a:rPr>
              <a:t>ALAT DAN BAHAN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2" name="TextShape 4"/>
          <p:cNvSpPr txBox="1"/>
          <p:nvPr/>
        </p:nvSpPr>
        <p:spPr>
          <a:xfrm>
            <a:off x="3311640" y="1765800"/>
            <a:ext cx="826560" cy="577440"/>
          </a:xfrm>
          <a:prstGeom prst="rect">
            <a:avLst/>
          </a:prstGeom>
          <a:noFill/>
          <a:ln>
            <a:noFill/>
          </a:ln>
        </p:spPr>
        <p:txBody>
          <a:bodyPr tIns="91440" bIns="91440"/>
          <a:lstStyle/>
          <a:p>
            <a:pPr algn="ctr">
              <a:lnSpc>
                <a:spcPct val="100000"/>
              </a:lnSpc>
            </a:pPr>
            <a:r>
              <a:rPr lang="en-US" sz="3600" b="0" strike="noStrike" spc="-1">
                <a:solidFill>
                  <a:srgbClr val="90C4FE"/>
                </a:solidFill>
                <a:latin typeface="Dosis ExtraLight"/>
                <a:ea typeface="Dosis ExtraLight"/>
              </a:rPr>
              <a:t>06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3" name="TextShape 5"/>
          <p:cNvSpPr txBox="1"/>
          <p:nvPr/>
        </p:nvSpPr>
        <p:spPr>
          <a:xfrm>
            <a:off x="5806800" y="2301840"/>
            <a:ext cx="3146760" cy="577440"/>
          </a:xfrm>
          <a:prstGeom prst="rect">
            <a:avLst/>
          </a:prstGeom>
          <a:noFill/>
          <a:ln>
            <a:noFill/>
          </a:ln>
        </p:spPr>
        <p:txBody>
          <a:bodyPr tIns="91440" bIns="91440" anchor="b"/>
          <a:lstStyle/>
          <a:p>
            <a:pPr>
              <a:lnSpc>
                <a:spcPct val="100000"/>
              </a:lnSpc>
            </a:pPr>
            <a:r>
              <a:rPr lang="en-US" sz="2400" b="0" strike="noStrike" spc="-1">
                <a:solidFill>
                  <a:srgbClr val="324788"/>
                </a:solidFill>
                <a:latin typeface="Dosis ExtraLight"/>
                <a:ea typeface="Dosis ExtraLight"/>
              </a:rPr>
              <a:t>TAHAPAN PENELITIAN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4" name="TextShape 6"/>
          <p:cNvSpPr txBox="1"/>
          <p:nvPr/>
        </p:nvSpPr>
        <p:spPr>
          <a:xfrm>
            <a:off x="262800" y="2788920"/>
            <a:ext cx="3098880" cy="577440"/>
          </a:xfrm>
          <a:prstGeom prst="rect">
            <a:avLst/>
          </a:prstGeom>
          <a:noFill/>
          <a:ln>
            <a:noFill/>
          </a:ln>
        </p:spPr>
        <p:txBody>
          <a:bodyPr tIns="91440" bIns="91440" anchor="b"/>
          <a:lstStyle/>
          <a:p>
            <a:pPr marL="152280" algn="r">
              <a:lnSpc>
                <a:spcPct val="115000"/>
              </a:lnSpc>
            </a:pPr>
            <a:r>
              <a:rPr lang="en-US" sz="2400" b="0" strike="noStrike" spc="-1">
                <a:solidFill>
                  <a:srgbClr val="324788"/>
                </a:solidFill>
                <a:latin typeface="Dosis ExtraLight"/>
                <a:ea typeface="Dosis ExtraLight"/>
              </a:rPr>
              <a:t>JADWAL PENELITIAN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5" name="TextShape 7"/>
          <p:cNvSpPr txBox="1"/>
          <p:nvPr/>
        </p:nvSpPr>
        <p:spPr>
          <a:xfrm>
            <a:off x="3198600" y="2687760"/>
            <a:ext cx="1053000" cy="577440"/>
          </a:xfrm>
          <a:prstGeom prst="rect">
            <a:avLst/>
          </a:prstGeom>
          <a:noFill/>
          <a:ln>
            <a:noFill/>
          </a:ln>
        </p:spPr>
        <p:txBody>
          <a:bodyPr tIns="91440" bIns="91440"/>
          <a:lstStyle/>
          <a:p>
            <a:pPr algn="ctr">
              <a:lnSpc>
                <a:spcPct val="100000"/>
              </a:lnSpc>
            </a:pPr>
            <a:r>
              <a:rPr lang="en-US" sz="3600" b="0" strike="noStrike" spc="-1">
                <a:solidFill>
                  <a:srgbClr val="90C4FE"/>
                </a:solidFill>
                <a:latin typeface="Dosis ExtraLight"/>
                <a:ea typeface="Dosis ExtraLight"/>
              </a:rPr>
              <a:t>08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6" name="TextShape 8"/>
          <p:cNvSpPr txBox="1"/>
          <p:nvPr/>
        </p:nvSpPr>
        <p:spPr>
          <a:xfrm>
            <a:off x="4852080" y="2320200"/>
            <a:ext cx="947160" cy="577440"/>
          </a:xfrm>
          <a:prstGeom prst="rect">
            <a:avLst/>
          </a:prstGeom>
          <a:noFill/>
          <a:ln>
            <a:noFill/>
          </a:ln>
        </p:spPr>
        <p:txBody>
          <a:bodyPr tIns="91440" bIns="91440" anchor="ctr"/>
          <a:lstStyle/>
          <a:p>
            <a:pPr algn="ctr">
              <a:lnSpc>
                <a:spcPct val="100000"/>
              </a:lnSpc>
            </a:pPr>
            <a:r>
              <a:rPr lang="en-US" sz="3600" b="0" strike="noStrike" spc="-1">
                <a:solidFill>
                  <a:srgbClr val="90C4FE"/>
                </a:solidFill>
                <a:latin typeface="Dosis ExtraLight"/>
                <a:ea typeface="Dosis ExtraLight"/>
              </a:rPr>
              <a:t>07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7" name="CustomShape 9"/>
          <p:cNvSpPr/>
          <p:nvPr/>
        </p:nvSpPr>
        <p:spPr>
          <a:xfrm>
            <a:off x="4030200" y="3066480"/>
            <a:ext cx="54720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440">
            <a:solidFill>
              <a:schemeClr val="accent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18" name="CustomShape 10"/>
          <p:cNvSpPr/>
          <p:nvPr/>
        </p:nvSpPr>
        <p:spPr>
          <a:xfrm>
            <a:off x="4483080" y="2609280"/>
            <a:ext cx="53532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440">
            <a:solidFill>
              <a:schemeClr val="accent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pSp>
        <p:nvGrpSpPr>
          <p:cNvPr id="619" name="Group 11"/>
          <p:cNvGrpSpPr/>
          <p:nvPr/>
        </p:nvGrpSpPr>
        <p:grpSpPr>
          <a:xfrm>
            <a:off x="4182120" y="1440720"/>
            <a:ext cx="692280" cy="3250800"/>
            <a:chOff x="4182120" y="1440720"/>
            <a:chExt cx="692280" cy="3250800"/>
          </a:xfrm>
        </p:grpSpPr>
        <p:sp>
          <p:nvSpPr>
            <p:cNvPr id="620" name="CustomShape 12"/>
            <p:cNvSpPr/>
            <p:nvPr/>
          </p:nvSpPr>
          <p:spPr>
            <a:xfrm>
              <a:off x="4182120" y="4291920"/>
              <a:ext cx="692280" cy="399600"/>
            </a:xfrm>
            <a:custGeom>
              <a:avLst/>
              <a:gdLst/>
              <a:ahLst/>
              <a:cxnLst/>
              <a:rect l="l" t="t" r="r" b="b"/>
              <a:pathLst>
                <a:path w="8695" h="5020">
                  <a:moveTo>
                    <a:pt x="4347" y="0"/>
                  </a:moveTo>
                  <a:cubicBezTo>
                    <a:pt x="1947" y="0"/>
                    <a:pt x="0" y="1125"/>
                    <a:pt x="0" y="2510"/>
                  </a:cubicBezTo>
                  <a:cubicBezTo>
                    <a:pt x="0" y="3897"/>
                    <a:pt x="1947" y="5020"/>
                    <a:pt x="4347" y="5020"/>
                  </a:cubicBezTo>
                  <a:cubicBezTo>
                    <a:pt x="6748" y="5020"/>
                    <a:pt x="8694" y="3897"/>
                    <a:pt x="8694" y="2510"/>
                  </a:cubicBezTo>
                  <a:cubicBezTo>
                    <a:pt x="8694" y="1125"/>
                    <a:pt x="6748" y="0"/>
                    <a:pt x="4347" y="0"/>
                  </a:cubicBezTo>
                  <a:close/>
                </a:path>
              </a:pathLst>
            </a:custGeom>
            <a:solidFill>
              <a:srgbClr val="C1CFF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21" name="CustomShape 13"/>
            <p:cNvSpPr/>
            <p:nvPr/>
          </p:nvSpPr>
          <p:spPr>
            <a:xfrm>
              <a:off x="4221000" y="1654920"/>
              <a:ext cx="614520" cy="784800"/>
            </a:xfrm>
            <a:custGeom>
              <a:avLst/>
              <a:gdLst/>
              <a:ahLst/>
              <a:cxnLst/>
              <a:rect l="l" t="t" r="r" b="b"/>
              <a:pathLst>
                <a:path w="7718" h="9855">
                  <a:moveTo>
                    <a:pt x="5249" y="0"/>
                  </a:moveTo>
                  <a:lnTo>
                    <a:pt x="5249" y="0"/>
                  </a:lnTo>
                  <a:cubicBezTo>
                    <a:pt x="5308" y="244"/>
                    <a:pt x="5175" y="498"/>
                    <a:pt x="4851" y="686"/>
                  </a:cubicBezTo>
                  <a:cubicBezTo>
                    <a:pt x="4577" y="844"/>
                    <a:pt x="4218" y="924"/>
                    <a:pt x="3859" y="924"/>
                  </a:cubicBezTo>
                  <a:cubicBezTo>
                    <a:pt x="3500" y="924"/>
                    <a:pt x="3140" y="844"/>
                    <a:pt x="2867" y="686"/>
                  </a:cubicBezTo>
                  <a:cubicBezTo>
                    <a:pt x="2561" y="509"/>
                    <a:pt x="2425" y="273"/>
                    <a:pt x="2459" y="41"/>
                  </a:cubicBezTo>
                  <a:lnTo>
                    <a:pt x="2459" y="41"/>
                  </a:lnTo>
                  <a:lnTo>
                    <a:pt x="0" y="5969"/>
                  </a:lnTo>
                  <a:lnTo>
                    <a:pt x="0" y="9216"/>
                  </a:lnTo>
                  <a:cubicBezTo>
                    <a:pt x="0" y="9216"/>
                    <a:pt x="1358" y="9855"/>
                    <a:pt x="3857" y="9855"/>
                  </a:cubicBezTo>
                  <a:cubicBezTo>
                    <a:pt x="6358" y="9855"/>
                    <a:pt x="7718" y="9218"/>
                    <a:pt x="7718" y="9218"/>
                  </a:cubicBezTo>
                  <a:lnTo>
                    <a:pt x="7718" y="5907"/>
                  </a:lnTo>
                  <a:lnTo>
                    <a:pt x="5249" y="0"/>
                  </a:ln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22" name="CustomShape 14"/>
            <p:cNvSpPr/>
            <p:nvPr/>
          </p:nvSpPr>
          <p:spPr>
            <a:xfrm>
              <a:off x="4221000" y="1654920"/>
              <a:ext cx="614520" cy="784800"/>
            </a:xfrm>
            <a:custGeom>
              <a:avLst/>
              <a:gdLst/>
              <a:ahLst/>
              <a:cxnLst/>
              <a:rect l="l" t="t" r="r" b="b"/>
              <a:pathLst>
                <a:path w="7718" h="9855">
                  <a:moveTo>
                    <a:pt x="5250" y="0"/>
                  </a:moveTo>
                  <a:lnTo>
                    <a:pt x="5250" y="0"/>
                  </a:lnTo>
                  <a:cubicBezTo>
                    <a:pt x="5308" y="244"/>
                    <a:pt x="5175" y="498"/>
                    <a:pt x="4852" y="686"/>
                  </a:cubicBezTo>
                  <a:cubicBezTo>
                    <a:pt x="4789" y="722"/>
                    <a:pt x="4723" y="753"/>
                    <a:pt x="4655" y="780"/>
                  </a:cubicBezTo>
                  <a:cubicBezTo>
                    <a:pt x="4417" y="875"/>
                    <a:pt x="4138" y="923"/>
                    <a:pt x="3859" y="923"/>
                  </a:cubicBezTo>
                  <a:cubicBezTo>
                    <a:pt x="3500" y="923"/>
                    <a:pt x="3141" y="844"/>
                    <a:pt x="2867" y="686"/>
                  </a:cubicBezTo>
                  <a:cubicBezTo>
                    <a:pt x="2561" y="509"/>
                    <a:pt x="2425" y="273"/>
                    <a:pt x="2459" y="41"/>
                  </a:cubicBezTo>
                  <a:lnTo>
                    <a:pt x="2459" y="41"/>
                  </a:lnTo>
                  <a:lnTo>
                    <a:pt x="0" y="5969"/>
                  </a:lnTo>
                  <a:lnTo>
                    <a:pt x="0" y="9216"/>
                  </a:lnTo>
                  <a:cubicBezTo>
                    <a:pt x="0" y="9216"/>
                    <a:pt x="1358" y="9855"/>
                    <a:pt x="3857" y="9855"/>
                  </a:cubicBezTo>
                  <a:cubicBezTo>
                    <a:pt x="6358" y="9855"/>
                    <a:pt x="7718" y="9218"/>
                    <a:pt x="7718" y="9218"/>
                  </a:cubicBezTo>
                  <a:lnTo>
                    <a:pt x="7718" y="5907"/>
                  </a:lnTo>
                  <a:lnTo>
                    <a:pt x="5250" y="0"/>
                  </a:ln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23" name="CustomShape 15"/>
            <p:cNvSpPr/>
            <p:nvPr/>
          </p:nvSpPr>
          <p:spPr>
            <a:xfrm>
              <a:off x="4528440" y="1440720"/>
              <a:ext cx="307080" cy="816480"/>
            </a:xfrm>
            <a:custGeom>
              <a:avLst/>
              <a:gdLst/>
              <a:ahLst/>
              <a:cxnLst/>
              <a:rect l="l" t="t" r="r" b="b"/>
              <a:pathLst>
                <a:path w="3860" h="10254">
                  <a:moveTo>
                    <a:pt x="7" y="0"/>
                  </a:moveTo>
                  <a:cubicBezTo>
                    <a:pt x="5" y="0"/>
                    <a:pt x="3" y="0"/>
                    <a:pt x="1" y="0"/>
                  </a:cubicBezTo>
                  <a:cubicBezTo>
                    <a:pt x="84" y="16"/>
                    <a:pt x="422" y="1593"/>
                    <a:pt x="797" y="3471"/>
                  </a:cubicBezTo>
                  <a:cubicBezTo>
                    <a:pt x="1351" y="6247"/>
                    <a:pt x="1985" y="9680"/>
                    <a:pt x="1985" y="9680"/>
                  </a:cubicBezTo>
                  <a:lnTo>
                    <a:pt x="1985" y="10253"/>
                  </a:lnTo>
                  <a:lnTo>
                    <a:pt x="3860" y="10253"/>
                  </a:lnTo>
                  <a:lnTo>
                    <a:pt x="3860" y="8598"/>
                  </a:lnTo>
                  <a:lnTo>
                    <a:pt x="1391" y="2691"/>
                  </a:lnTo>
                  <a:cubicBezTo>
                    <a:pt x="1391" y="2690"/>
                    <a:pt x="1390" y="2689"/>
                    <a:pt x="1390" y="2686"/>
                  </a:cubicBezTo>
                  <a:lnTo>
                    <a:pt x="1322" y="2529"/>
                  </a:lnTo>
                  <a:lnTo>
                    <a:pt x="367" y="243"/>
                  </a:lnTo>
                  <a:cubicBezTo>
                    <a:pt x="307" y="96"/>
                    <a:pt x="165" y="0"/>
                    <a:pt x="7" y="0"/>
                  </a:cubicBezTo>
                  <a:close/>
                </a:path>
              </a:pathLst>
            </a:custGeom>
            <a:solidFill>
              <a:srgbClr val="F2E2CC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24" name="CustomShape 16"/>
            <p:cNvSpPr/>
            <p:nvPr/>
          </p:nvSpPr>
          <p:spPr>
            <a:xfrm>
              <a:off x="4221000" y="4038120"/>
              <a:ext cx="360" cy="9720"/>
            </a:xfrm>
            <a:custGeom>
              <a:avLst/>
              <a:gdLst/>
              <a:ahLst/>
              <a:cxnLst/>
              <a:rect l="l" t="t" r="r" b="b"/>
              <a:pathLst>
                <a:path w="2" h="128">
                  <a:moveTo>
                    <a:pt x="2" y="0"/>
                  </a:moveTo>
                  <a:cubicBezTo>
                    <a:pt x="1" y="43"/>
                    <a:pt x="1" y="85"/>
                    <a:pt x="2" y="127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25" name="CustomShape 17"/>
            <p:cNvSpPr/>
            <p:nvPr/>
          </p:nvSpPr>
          <p:spPr>
            <a:xfrm>
              <a:off x="4221000" y="3901320"/>
              <a:ext cx="360" cy="9720"/>
            </a:xfrm>
            <a:custGeom>
              <a:avLst/>
              <a:gdLst/>
              <a:ahLst/>
              <a:cxnLst/>
              <a:rect l="l" t="t" r="r" b="b"/>
              <a:pathLst>
                <a:path w="2" h="127">
                  <a:moveTo>
                    <a:pt x="2" y="0"/>
                  </a:moveTo>
                  <a:cubicBezTo>
                    <a:pt x="1" y="42"/>
                    <a:pt x="1" y="84"/>
                    <a:pt x="2" y="127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26" name="CustomShape 18"/>
            <p:cNvSpPr/>
            <p:nvPr/>
          </p:nvSpPr>
          <p:spPr>
            <a:xfrm>
              <a:off x="4221000" y="3764160"/>
              <a:ext cx="360" cy="9720"/>
            </a:xfrm>
            <a:custGeom>
              <a:avLst/>
              <a:gdLst/>
              <a:ahLst/>
              <a:cxnLst/>
              <a:rect l="l" t="t" r="r" b="b"/>
              <a:pathLst>
                <a:path w="2" h="128">
                  <a:moveTo>
                    <a:pt x="2" y="1"/>
                  </a:moveTo>
                  <a:cubicBezTo>
                    <a:pt x="1" y="43"/>
                    <a:pt x="1" y="85"/>
                    <a:pt x="2" y="127"/>
                  </a:cubicBezTo>
                  <a:lnTo>
                    <a:pt x="2" y="1"/>
                  </a:ln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27" name="CustomShape 19"/>
            <p:cNvSpPr/>
            <p:nvPr/>
          </p:nvSpPr>
          <p:spPr>
            <a:xfrm>
              <a:off x="4221000" y="3627360"/>
              <a:ext cx="360" cy="9720"/>
            </a:xfrm>
            <a:custGeom>
              <a:avLst/>
              <a:gdLst/>
              <a:ahLst/>
              <a:cxnLst/>
              <a:rect l="l" t="t" r="r" b="b"/>
              <a:pathLst>
                <a:path w="2" h="128">
                  <a:moveTo>
                    <a:pt x="2" y="0"/>
                  </a:moveTo>
                  <a:cubicBezTo>
                    <a:pt x="1" y="41"/>
                    <a:pt x="1" y="84"/>
                    <a:pt x="2" y="127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28" name="CustomShape 20"/>
            <p:cNvSpPr/>
            <p:nvPr/>
          </p:nvSpPr>
          <p:spPr>
            <a:xfrm>
              <a:off x="4835880" y="2125440"/>
              <a:ext cx="360" cy="360"/>
            </a:xfrm>
            <a:custGeom>
              <a:avLst/>
              <a:gdLst/>
              <a:ahLst/>
              <a:cxnLst/>
              <a:rect l="l" t="t" r="r" b="b"/>
              <a:pathLst>
                <a:path w="1" h="1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29" name="CustomShape 21"/>
            <p:cNvSpPr/>
            <p:nvPr/>
          </p:nvSpPr>
          <p:spPr>
            <a:xfrm>
              <a:off x="4218840" y="4043160"/>
              <a:ext cx="617040" cy="560160"/>
            </a:xfrm>
            <a:custGeom>
              <a:avLst/>
              <a:gdLst/>
              <a:ahLst/>
              <a:cxnLst/>
              <a:rect l="l" t="t" r="r" b="b"/>
              <a:pathLst>
                <a:path w="7748" h="7037">
                  <a:moveTo>
                    <a:pt x="7748" y="0"/>
                  </a:moveTo>
                  <a:cubicBezTo>
                    <a:pt x="7748" y="570"/>
                    <a:pt x="7371" y="1141"/>
                    <a:pt x="6617" y="1576"/>
                  </a:cubicBezTo>
                  <a:cubicBezTo>
                    <a:pt x="5864" y="2011"/>
                    <a:pt x="4876" y="2229"/>
                    <a:pt x="3888" y="2229"/>
                  </a:cubicBezTo>
                  <a:cubicBezTo>
                    <a:pt x="2900" y="2229"/>
                    <a:pt x="1911" y="2011"/>
                    <a:pt x="1157" y="1576"/>
                  </a:cubicBezTo>
                  <a:cubicBezTo>
                    <a:pt x="431" y="1156"/>
                    <a:pt x="57" y="612"/>
                    <a:pt x="29" y="63"/>
                  </a:cubicBezTo>
                  <a:lnTo>
                    <a:pt x="29" y="4745"/>
                  </a:lnTo>
                  <a:cubicBezTo>
                    <a:pt x="0" y="5336"/>
                    <a:pt x="376" y="5932"/>
                    <a:pt x="1157" y="6383"/>
                  </a:cubicBezTo>
                  <a:cubicBezTo>
                    <a:pt x="1911" y="6819"/>
                    <a:pt x="2899" y="7037"/>
                    <a:pt x="3887" y="7037"/>
                  </a:cubicBezTo>
                  <a:cubicBezTo>
                    <a:pt x="4875" y="7037"/>
                    <a:pt x="5863" y="6819"/>
                    <a:pt x="6617" y="6383"/>
                  </a:cubicBezTo>
                  <a:cubicBezTo>
                    <a:pt x="7371" y="5949"/>
                    <a:pt x="7748" y="5378"/>
                    <a:pt x="7748" y="4808"/>
                  </a:cubicBezTo>
                  <a:lnTo>
                    <a:pt x="7748" y="0"/>
                  </a:lnTo>
                  <a:close/>
                </a:path>
              </a:pathLst>
            </a:custGeom>
            <a:solidFill>
              <a:srgbClr val="F95DA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30" name="CustomShape 22"/>
            <p:cNvSpPr/>
            <p:nvPr/>
          </p:nvSpPr>
          <p:spPr>
            <a:xfrm>
              <a:off x="4221000" y="3906000"/>
              <a:ext cx="614520" cy="314280"/>
            </a:xfrm>
            <a:custGeom>
              <a:avLst/>
              <a:gdLst/>
              <a:ahLst/>
              <a:cxnLst/>
              <a:rect l="l" t="t" r="r" b="b"/>
              <a:pathLst>
                <a:path w="7720" h="3949">
                  <a:moveTo>
                    <a:pt x="7720" y="1"/>
                  </a:moveTo>
                  <a:cubicBezTo>
                    <a:pt x="7720" y="293"/>
                    <a:pt x="7620" y="586"/>
                    <a:pt x="7422" y="860"/>
                  </a:cubicBezTo>
                  <a:cubicBezTo>
                    <a:pt x="7233" y="1121"/>
                    <a:pt x="6956" y="1364"/>
                    <a:pt x="6589" y="1577"/>
                  </a:cubicBezTo>
                  <a:cubicBezTo>
                    <a:pt x="5836" y="2012"/>
                    <a:pt x="4848" y="2229"/>
                    <a:pt x="3860" y="2229"/>
                  </a:cubicBezTo>
                  <a:cubicBezTo>
                    <a:pt x="2872" y="2229"/>
                    <a:pt x="1883" y="2012"/>
                    <a:pt x="1129" y="1577"/>
                  </a:cubicBezTo>
                  <a:cubicBezTo>
                    <a:pt x="762" y="1366"/>
                    <a:pt x="485" y="1121"/>
                    <a:pt x="297" y="860"/>
                  </a:cubicBezTo>
                  <a:cubicBezTo>
                    <a:pt x="113" y="605"/>
                    <a:pt x="14" y="335"/>
                    <a:pt x="1" y="64"/>
                  </a:cubicBezTo>
                  <a:lnTo>
                    <a:pt x="1" y="1783"/>
                  </a:lnTo>
                  <a:cubicBezTo>
                    <a:pt x="28" y="2332"/>
                    <a:pt x="403" y="2876"/>
                    <a:pt x="1129" y="3296"/>
                  </a:cubicBezTo>
                  <a:cubicBezTo>
                    <a:pt x="1883" y="3731"/>
                    <a:pt x="2871" y="3949"/>
                    <a:pt x="3859" y="3949"/>
                  </a:cubicBezTo>
                  <a:cubicBezTo>
                    <a:pt x="4847" y="3949"/>
                    <a:pt x="5835" y="3731"/>
                    <a:pt x="6589" y="3296"/>
                  </a:cubicBezTo>
                  <a:cubicBezTo>
                    <a:pt x="7343" y="2861"/>
                    <a:pt x="7720" y="2290"/>
                    <a:pt x="7720" y="1720"/>
                  </a:cubicBezTo>
                  <a:lnTo>
                    <a:pt x="7720" y="1"/>
                  </a:lnTo>
                  <a:close/>
                </a:path>
              </a:pathLst>
            </a:custGeom>
            <a:solidFill>
              <a:srgbClr val="A5CBFA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31" name="CustomShape 23"/>
            <p:cNvSpPr/>
            <p:nvPr/>
          </p:nvSpPr>
          <p:spPr>
            <a:xfrm>
              <a:off x="4221000" y="3769200"/>
              <a:ext cx="614880" cy="314280"/>
            </a:xfrm>
            <a:custGeom>
              <a:avLst/>
              <a:gdLst/>
              <a:ahLst/>
              <a:cxnLst/>
              <a:rect l="l" t="t" r="r" b="b"/>
              <a:pathLst>
                <a:path w="7721" h="3949">
                  <a:moveTo>
                    <a:pt x="7721" y="1"/>
                  </a:moveTo>
                  <a:cubicBezTo>
                    <a:pt x="7720" y="293"/>
                    <a:pt x="7620" y="586"/>
                    <a:pt x="7422" y="860"/>
                  </a:cubicBezTo>
                  <a:cubicBezTo>
                    <a:pt x="7233" y="1120"/>
                    <a:pt x="6956" y="1364"/>
                    <a:pt x="6589" y="1576"/>
                  </a:cubicBezTo>
                  <a:cubicBezTo>
                    <a:pt x="6501" y="1627"/>
                    <a:pt x="6409" y="1674"/>
                    <a:pt x="6315" y="1720"/>
                  </a:cubicBezTo>
                  <a:cubicBezTo>
                    <a:pt x="5604" y="2059"/>
                    <a:pt x="4732" y="2229"/>
                    <a:pt x="3860" y="2229"/>
                  </a:cubicBezTo>
                  <a:cubicBezTo>
                    <a:pt x="2988" y="2229"/>
                    <a:pt x="2116" y="2059"/>
                    <a:pt x="1404" y="1720"/>
                  </a:cubicBezTo>
                  <a:cubicBezTo>
                    <a:pt x="1310" y="1674"/>
                    <a:pt x="1218" y="1627"/>
                    <a:pt x="1129" y="1576"/>
                  </a:cubicBezTo>
                  <a:cubicBezTo>
                    <a:pt x="762" y="1365"/>
                    <a:pt x="486" y="1120"/>
                    <a:pt x="298" y="860"/>
                  </a:cubicBezTo>
                  <a:cubicBezTo>
                    <a:pt x="113" y="605"/>
                    <a:pt x="14" y="335"/>
                    <a:pt x="1" y="63"/>
                  </a:cubicBezTo>
                  <a:lnTo>
                    <a:pt x="1" y="1783"/>
                  </a:lnTo>
                  <a:cubicBezTo>
                    <a:pt x="14" y="2054"/>
                    <a:pt x="113" y="2324"/>
                    <a:pt x="298" y="2579"/>
                  </a:cubicBezTo>
                  <a:cubicBezTo>
                    <a:pt x="486" y="2840"/>
                    <a:pt x="762" y="3083"/>
                    <a:pt x="1129" y="3296"/>
                  </a:cubicBezTo>
                  <a:cubicBezTo>
                    <a:pt x="1883" y="3731"/>
                    <a:pt x="2871" y="3948"/>
                    <a:pt x="3859" y="3948"/>
                  </a:cubicBezTo>
                  <a:cubicBezTo>
                    <a:pt x="4847" y="3948"/>
                    <a:pt x="5835" y="3731"/>
                    <a:pt x="6589" y="3296"/>
                  </a:cubicBezTo>
                  <a:cubicBezTo>
                    <a:pt x="6957" y="3085"/>
                    <a:pt x="7233" y="2840"/>
                    <a:pt x="7422" y="2579"/>
                  </a:cubicBezTo>
                  <a:cubicBezTo>
                    <a:pt x="7621" y="2305"/>
                    <a:pt x="7721" y="2012"/>
                    <a:pt x="7721" y="1720"/>
                  </a:cubicBezTo>
                  <a:lnTo>
                    <a:pt x="7721" y="1"/>
                  </a:lnTo>
                  <a:close/>
                </a:path>
              </a:pathLst>
            </a:custGeom>
            <a:solidFill>
              <a:srgbClr val="34459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32" name="CustomShape 24"/>
            <p:cNvSpPr/>
            <p:nvPr/>
          </p:nvSpPr>
          <p:spPr>
            <a:xfrm>
              <a:off x="4221000" y="3632400"/>
              <a:ext cx="614520" cy="314280"/>
            </a:xfrm>
            <a:custGeom>
              <a:avLst/>
              <a:gdLst/>
              <a:ahLst/>
              <a:cxnLst/>
              <a:rect l="l" t="t" r="r" b="b"/>
              <a:pathLst>
                <a:path w="7720" h="3948">
                  <a:moveTo>
                    <a:pt x="7720" y="0"/>
                  </a:moveTo>
                  <a:cubicBezTo>
                    <a:pt x="7720" y="292"/>
                    <a:pt x="7620" y="585"/>
                    <a:pt x="7422" y="859"/>
                  </a:cubicBezTo>
                  <a:cubicBezTo>
                    <a:pt x="7233" y="1120"/>
                    <a:pt x="6956" y="1364"/>
                    <a:pt x="6589" y="1576"/>
                  </a:cubicBezTo>
                  <a:cubicBezTo>
                    <a:pt x="6501" y="1627"/>
                    <a:pt x="6409" y="1674"/>
                    <a:pt x="6315" y="1720"/>
                  </a:cubicBezTo>
                  <a:cubicBezTo>
                    <a:pt x="5604" y="2059"/>
                    <a:pt x="4732" y="2228"/>
                    <a:pt x="3860" y="2228"/>
                  </a:cubicBezTo>
                  <a:cubicBezTo>
                    <a:pt x="2988" y="2228"/>
                    <a:pt x="2116" y="2059"/>
                    <a:pt x="1404" y="1720"/>
                  </a:cubicBezTo>
                  <a:cubicBezTo>
                    <a:pt x="1310" y="1674"/>
                    <a:pt x="1218" y="1627"/>
                    <a:pt x="1129" y="1576"/>
                  </a:cubicBezTo>
                  <a:cubicBezTo>
                    <a:pt x="762" y="1364"/>
                    <a:pt x="486" y="1120"/>
                    <a:pt x="298" y="859"/>
                  </a:cubicBezTo>
                  <a:cubicBezTo>
                    <a:pt x="113" y="605"/>
                    <a:pt x="14" y="334"/>
                    <a:pt x="1" y="63"/>
                  </a:cubicBezTo>
                  <a:lnTo>
                    <a:pt x="1" y="1782"/>
                  </a:lnTo>
                  <a:cubicBezTo>
                    <a:pt x="14" y="2054"/>
                    <a:pt x="113" y="2324"/>
                    <a:pt x="298" y="2579"/>
                  </a:cubicBezTo>
                  <a:cubicBezTo>
                    <a:pt x="486" y="2839"/>
                    <a:pt x="762" y="3083"/>
                    <a:pt x="1129" y="3295"/>
                  </a:cubicBezTo>
                  <a:cubicBezTo>
                    <a:pt x="1218" y="3346"/>
                    <a:pt x="1310" y="3393"/>
                    <a:pt x="1404" y="3439"/>
                  </a:cubicBezTo>
                  <a:cubicBezTo>
                    <a:pt x="2116" y="3778"/>
                    <a:pt x="2988" y="3948"/>
                    <a:pt x="3860" y="3948"/>
                  </a:cubicBezTo>
                  <a:cubicBezTo>
                    <a:pt x="4732" y="3948"/>
                    <a:pt x="5604" y="3778"/>
                    <a:pt x="6315" y="3439"/>
                  </a:cubicBezTo>
                  <a:cubicBezTo>
                    <a:pt x="6409" y="3393"/>
                    <a:pt x="6501" y="3346"/>
                    <a:pt x="6589" y="3295"/>
                  </a:cubicBezTo>
                  <a:cubicBezTo>
                    <a:pt x="6956" y="3084"/>
                    <a:pt x="7233" y="2839"/>
                    <a:pt x="7422" y="2579"/>
                  </a:cubicBezTo>
                  <a:cubicBezTo>
                    <a:pt x="7620" y="2305"/>
                    <a:pt x="7720" y="2012"/>
                    <a:pt x="7720" y="1720"/>
                  </a:cubicBezTo>
                  <a:lnTo>
                    <a:pt x="7720" y="0"/>
                  </a:lnTo>
                  <a:close/>
                </a:path>
              </a:pathLst>
            </a:custGeom>
            <a:solidFill>
              <a:srgbClr val="A5CBFA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33" name="CustomShape 25"/>
            <p:cNvSpPr/>
            <p:nvPr/>
          </p:nvSpPr>
          <p:spPr>
            <a:xfrm>
              <a:off x="4221000" y="2130480"/>
              <a:ext cx="204840" cy="1668960"/>
            </a:xfrm>
            <a:custGeom>
              <a:avLst/>
              <a:gdLst/>
              <a:ahLst/>
              <a:cxnLst/>
              <a:rect l="l" t="t" r="r" b="b"/>
              <a:pathLst>
                <a:path w="2574" h="20953">
                  <a:moveTo>
                    <a:pt x="1" y="0"/>
                  </a:moveTo>
                  <a:lnTo>
                    <a:pt x="1" y="18914"/>
                  </a:lnTo>
                  <a:cubicBezTo>
                    <a:pt x="14" y="19186"/>
                    <a:pt x="113" y="19456"/>
                    <a:pt x="298" y="19710"/>
                  </a:cubicBezTo>
                  <a:cubicBezTo>
                    <a:pt x="486" y="19971"/>
                    <a:pt x="762" y="20215"/>
                    <a:pt x="1129" y="20427"/>
                  </a:cubicBezTo>
                  <a:cubicBezTo>
                    <a:pt x="1218" y="20478"/>
                    <a:pt x="1310" y="20525"/>
                    <a:pt x="1404" y="20570"/>
                  </a:cubicBezTo>
                  <a:cubicBezTo>
                    <a:pt x="1760" y="20740"/>
                    <a:pt x="2157" y="20868"/>
                    <a:pt x="2573" y="20952"/>
                  </a:cubicBezTo>
                  <a:lnTo>
                    <a:pt x="1875" y="1021"/>
                  </a:lnTo>
                  <a:cubicBezTo>
                    <a:pt x="1875" y="1021"/>
                    <a:pt x="1649" y="1148"/>
                    <a:pt x="1355" y="1148"/>
                  </a:cubicBezTo>
                  <a:cubicBezTo>
                    <a:pt x="1208" y="1148"/>
                    <a:pt x="1043" y="1116"/>
                    <a:pt x="881" y="1020"/>
                  </a:cubicBezTo>
                  <a:cubicBezTo>
                    <a:pt x="230" y="634"/>
                    <a:pt x="5" y="55"/>
                    <a:pt x="1" y="0"/>
                  </a:cubicBezTo>
                  <a:close/>
                </a:path>
              </a:pathLst>
            </a:custGeom>
            <a:solidFill>
              <a:srgbClr val="FFE48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34" name="CustomShape 26"/>
            <p:cNvSpPr/>
            <p:nvPr/>
          </p:nvSpPr>
          <p:spPr>
            <a:xfrm>
              <a:off x="4630680" y="2125440"/>
              <a:ext cx="204840" cy="1673640"/>
            </a:xfrm>
            <a:custGeom>
              <a:avLst/>
              <a:gdLst/>
              <a:ahLst/>
              <a:cxnLst/>
              <a:rect l="l" t="t" r="r" b="b"/>
              <a:pathLst>
                <a:path w="2575" h="21014">
                  <a:moveTo>
                    <a:pt x="2575" y="1"/>
                  </a:moveTo>
                  <a:cubicBezTo>
                    <a:pt x="2575" y="75"/>
                    <a:pt x="2347" y="703"/>
                    <a:pt x="1693" y="1083"/>
                  </a:cubicBezTo>
                  <a:cubicBezTo>
                    <a:pt x="1528" y="1179"/>
                    <a:pt x="1363" y="1211"/>
                    <a:pt x="1216" y="1211"/>
                  </a:cubicBezTo>
                  <a:cubicBezTo>
                    <a:pt x="922" y="1211"/>
                    <a:pt x="700" y="1083"/>
                    <a:pt x="700" y="1083"/>
                  </a:cubicBezTo>
                  <a:lnTo>
                    <a:pt x="1" y="21014"/>
                  </a:lnTo>
                  <a:cubicBezTo>
                    <a:pt x="417" y="20929"/>
                    <a:pt x="814" y="20801"/>
                    <a:pt x="1169" y="20633"/>
                  </a:cubicBezTo>
                  <a:cubicBezTo>
                    <a:pt x="1264" y="20587"/>
                    <a:pt x="1356" y="20540"/>
                    <a:pt x="1444" y="20489"/>
                  </a:cubicBezTo>
                  <a:cubicBezTo>
                    <a:pt x="1811" y="20277"/>
                    <a:pt x="2088" y="20033"/>
                    <a:pt x="2277" y="19772"/>
                  </a:cubicBezTo>
                  <a:cubicBezTo>
                    <a:pt x="2475" y="19498"/>
                    <a:pt x="2575" y="19205"/>
                    <a:pt x="2575" y="18913"/>
                  </a:cubicBezTo>
                  <a:lnTo>
                    <a:pt x="2575" y="1"/>
                  </a:lnTo>
                  <a:close/>
                </a:path>
              </a:pathLst>
            </a:custGeom>
            <a:solidFill>
              <a:srgbClr val="FDB72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35" name="CustomShape 27"/>
            <p:cNvSpPr/>
            <p:nvPr/>
          </p:nvSpPr>
          <p:spPr>
            <a:xfrm>
              <a:off x="4370400" y="2211840"/>
              <a:ext cx="316080" cy="1597680"/>
            </a:xfrm>
            <a:custGeom>
              <a:avLst/>
              <a:gdLst/>
              <a:ahLst/>
              <a:cxnLst/>
              <a:rect l="l" t="t" r="r" b="b"/>
              <a:pathLst>
                <a:path w="3971" h="20059">
                  <a:moveTo>
                    <a:pt x="1" y="1"/>
                  </a:moveTo>
                  <a:lnTo>
                    <a:pt x="1" y="19740"/>
                  </a:lnTo>
                  <a:cubicBezTo>
                    <a:pt x="229" y="19820"/>
                    <a:pt x="463" y="19884"/>
                    <a:pt x="699" y="19932"/>
                  </a:cubicBezTo>
                  <a:cubicBezTo>
                    <a:pt x="1117" y="20016"/>
                    <a:pt x="1542" y="20059"/>
                    <a:pt x="1968" y="20059"/>
                  </a:cubicBezTo>
                  <a:cubicBezTo>
                    <a:pt x="1974" y="20059"/>
                    <a:pt x="1980" y="20059"/>
                    <a:pt x="1986" y="20059"/>
                  </a:cubicBezTo>
                  <a:cubicBezTo>
                    <a:pt x="1992" y="20059"/>
                    <a:pt x="1998" y="20059"/>
                    <a:pt x="2004" y="20059"/>
                  </a:cubicBezTo>
                  <a:cubicBezTo>
                    <a:pt x="2430" y="20059"/>
                    <a:pt x="2854" y="20016"/>
                    <a:pt x="3273" y="19932"/>
                  </a:cubicBezTo>
                  <a:cubicBezTo>
                    <a:pt x="3510" y="19884"/>
                    <a:pt x="3743" y="19820"/>
                    <a:pt x="3971" y="19740"/>
                  </a:cubicBezTo>
                  <a:lnTo>
                    <a:pt x="3971" y="1"/>
                  </a:lnTo>
                  <a:cubicBezTo>
                    <a:pt x="3480" y="856"/>
                    <a:pt x="1983" y="861"/>
                    <a:pt x="1983" y="861"/>
                  </a:cubicBezTo>
                  <a:cubicBezTo>
                    <a:pt x="1983" y="861"/>
                    <a:pt x="1983" y="861"/>
                    <a:pt x="1983" y="861"/>
                  </a:cubicBezTo>
                  <a:cubicBezTo>
                    <a:pt x="1967" y="861"/>
                    <a:pt x="483" y="859"/>
                    <a:pt x="1" y="1"/>
                  </a:cubicBezTo>
                  <a:close/>
                </a:path>
              </a:pathLst>
            </a:custGeom>
            <a:solidFill>
              <a:srgbClr val="FFDB4C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36" name="CustomShape 28"/>
            <p:cNvSpPr/>
            <p:nvPr/>
          </p:nvSpPr>
          <p:spPr>
            <a:xfrm>
              <a:off x="4414320" y="1440720"/>
              <a:ext cx="229320" cy="287640"/>
            </a:xfrm>
            <a:custGeom>
              <a:avLst/>
              <a:gdLst/>
              <a:ahLst/>
              <a:cxnLst/>
              <a:rect l="l" t="t" r="r" b="b"/>
              <a:pathLst>
                <a:path w="2885" h="3615">
                  <a:moveTo>
                    <a:pt x="1438" y="0"/>
                  </a:moveTo>
                  <a:cubicBezTo>
                    <a:pt x="1437" y="0"/>
                    <a:pt x="1436" y="0"/>
                    <a:pt x="1435" y="0"/>
                  </a:cubicBezTo>
                  <a:lnTo>
                    <a:pt x="1434" y="0"/>
                  </a:lnTo>
                  <a:cubicBezTo>
                    <a:pt x="1433" y="0"/>
                    <a:pt x="1432" y="0"/>
                    <a:pt x="1431" y="0"/>
                  </a:cubicBezTo>
                  <a:cubicBezTo>
                    <a:pt x="1271" y="0"/>
                    <a:pt x="1127" y="96"/>
                    <a:pt x="1068" y="245"/>
                  </a:cubicBezTo>
                  <a:lnTo>
                    <a:pt x="128" y="2508"/>
                  </a:lnTo>
                  <a:lnTo>
                    <a:pt x="34" y="2733"/>
                  </a:lnTo>
                  <a:cubicBezTo>
                    <a:pt x="0" y="2964"/>
                    <a:pt x="137" y="3201"/>
                    <a:pt x="442" y="3378"/>
                  </a:cubicBezTo>
                  <a:cubicBezTo>
                    <a:pt x="716" y="3536"/>
                    <a:pt x="1075" y="3615"/>
                    <a:pt x="1434" y="3615"/>
                  </a:cubicBezTo>
                  <a:cubicBezTo>
                    <a:pt x="1713" y="3615"/>
                    <a:pt x="1992" y="3567"/>
                    <a:pt x="2230" y="3472"/>
                  </a:cubicBezTo>
                  <a:cubicBezTo>
                    <a:pt x="2299" y="3445"/>
                    <a:pt x="2364" y="3414"/>
                    <a:pt x="2427" y="3378"/>
                  </a:cubicBezTo>
                  <a:cubicBezTo>
                    <a:pt x="2750" y="3190"/>
                    <a:pt x="2884" y="2935"/>
                    <a:pt x="2825" y="2691"/>
                  </a:cubicBezTo>
                  <a:cubicBezTo>
                    <a:pt x="2825" y="2690"/>
                    <a:pt x="2824" y="2689"/>
                    <a:pt x="2824" y="2687"/>
                  </a:cubicBezTo>
                  <a:lnTo>
                    <a:pt x="2756" y="2530"/>
                  </a:lnTo>
                  <a:lnTo>
                    <a:pt x="1801" y="244"/>
                  </a:lnTo>
                  <a:cubicBezTo>
                    <a:pt x="1741" y="96"/>
                    <a:pt x="1597" y="0"/>
                    <a:pt x="1438" y="0"/>
                  </a:cubicBezTo>
                  <a:close/>
                </a:path>
              </a:pathLst>
            </a:custGeom>
            <a:solidFill>
              <a:srgbClr val="2D2979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37" name="CustomShape 29"/>
            <p:cNvSpPr/>
            <p:nvPr/>
          </p:nvSpPr>
          <p:spPr>
            <a:xfrm>
              <a:off x="4416840" y="1640160"/>
              <a:ext cx="7200" cy="17640"/>
            </a:xfrm>
            <a:custGeom>
              <a:avLst/>
              <a:gdLst/>
              <a:ahLst/>
              <a:cxnLst/>
              <a:rect l="l" t="t" r="r" b="b"/>
              <a:pathLst>
                <a:path w="95" h="227">
                  <a:moveTo>
                    <a:pt x="94" y="1"/>
                  </a:moveTo>
                  <a:cubicBezTo>
                    <a:pt x="46" y="68"/>
                    <a:pt x="14" y="145"/>
                    <a:pt x="0" y="226"/>
                  </a:cubicBezTo>
                  <a:lnTo>
                    <a:pt x="94" y="1"/>
                  </a:ln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38" name="CustomShape 30"/>
            <p:cNvSpPr/>
            <p:nvPr/>
          </p:nvSpPr>
          <p:spPr>
            <a:xfrm>
              <a:off x="4633920" y="1642320"/>
              <a:ext cx="5040" cy="12240"/>
            </a:xfrm>
            <a:custGeom>
              <a:avLst/>
              <a:gdLst/>
              <a:ahLst/>
              <a:cxnLst/>
              <a:rect l="l" t="t" r="r" b="b"/>
              <a:pathLst>
                <a:path w="68" h="159">
                  <a:moveTo>
                    <a:pt x="0" y="0"/>
                  </a:moveTo>
                  <a:lnTo>
                    <a:pt x="68" y="159"/>
                  </a:lnTo>
                  <a:cubicBezTo>
                    <a:pt x="53" y="103"/>
                    <a:pt x="32" y="50"/>
                    <a:pt x="0" y="0"/>
                  </a:cubicBez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39" name="CustomShape 31"/>
            <p:cNvSpPr/>
            <p:nvPr/>
          </p:nvSpPr>
          <p:spPr>
            <a:xfrm>
              <a:off x="4528440" y="1440720"/>
              <a:ext cx="115200" cy="276120"/>
            </a:xfrm>
            <a:custGeom>
              <a:avLst/>
              <a:gdLst/>
              <a:ahLst/>
              <a:cxnLst/>
              <a:rect l="l" t="t" r="r" b="b"/>
              <a:pathLst>
                <a:path w="1451" h="3471">
                  <a:moveTo>
                    <a:pt x="4" y="0"/>
                  </a:moveTo>
                  <a:cubicBezTo>
                    <a:pt x="3" y="0"/>
                    <a:pt x="2" y="0"/>
                    <a:pt x="1" y="0"/>
                  </a:cubicBezTo>
                  <a:cubicBezTo>
                    <a:pt x="84" y="17"/>
                    <a:pt x="422" y="1594"/>
                    <a:pt x="797" y="3471"/>
                  </a:cubicBezTo>
                  <a:cubicBezTo>
                    <a:pt x="865" y="3445"/>
                    <a:pt x="930" y="3414"/>
                    <a:pt x="993" y="3377"/>
                  </a:cubicBezTo>
                  <a:cubicBezTo>
                    <a:pt x="1316" y="3189"/>
                    <a:pt x="1450" y="2934"/>
                    <a:pt x="1391" y="2691"/>
                  </a:cubicBezTo>
                  <a:cubicBezTo>
                    <a:pt x="1391" y="2690"/>
                    <a:pt x="1390" y="2689"/>
                    <a:pt x="1390" y="2688"/>
                  </a:cubicBezTo>
                  <a:lnTo>
                    <a:pt x="1322" y="2529"/>
                  </a:lnTo>
                  <a:lnTo>
                    <a:pt x="367" y="244"/>
                  </a:lnTo>
                  <a:cubicBezTo>
                    <a:pt x="307" y="97"/>
                    <a:pt x="163" y="0"/>
                    <a:pt x="4" y="0"/>
                  </a:cubicBezTo>
                  <a:close/>
                </a:path>
              </a:pathLst>
            </a:custGeom>
            <a:solidFill>
              <a:srgbClr val="1A1A5B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40" name="CustomShape 32"/>
            <p:cNvSpPr/>
            <p:nvPr/>
          </p:nvSpPr>
          <p:spPr>
            <a:xfrm>
              <a:off x="4221000" y="3637080"/>
              <a:ext cx="149040" cy="557640"/>
            </a:xfrm>
            <a:custGeom>
              <a:avLst/>
              <a:gdLst/>
              <a:ahLst/>
              <a:cxnLst/>
              <a:rect l="l" t="t" r="r" b="b"/>
              <a:pathLst>
                <a:path w="1875" h="7006">
                  <a:moveTo>
                    <a:pt x="1" y="1"/>
                  </a:moveTo>
                  <a:lnTo>
                    <a:pt x="1" y="5159"/>
                  </a:lnTo>
                  <a:cubicBezTo>
                    <a:pt x="29" y="5708"/>
                    <a:pt x="404" y="6254"/>
                    <a:pt x="1129" y="6672"/>
                  </a:cubicBezTo>
                  <a:cubicBezTo>
                    <a:pt x="1367" y="6806"/>
                    <a:pt x="1617" y="6918"/>
                    <a:pt x="1875" y="7005"/>
                  </a:cubicBezTo>
                  <a:lnTo>
                    <a:pt x="1875" y="1847"/>
                  </a:lnTo>
                  <a:cubicBezTo>
                    <a:pt x="1714" y="1793"/>
                    <a:pt x="1558" y="1729"/>
                    <a:pt x="1404" y="1658"/>
                  </a:cubicBezTo>
                  <a:cubicBezTo>
                    <a:pt x="1310" y="1612"/>
                    <a:pt x="1218" y="1565"/>
                    <a:pt x="1129" y="1514"/>
                  </a:cubicBezTo>
                  <a:cubicBezTo>
                    <a:pt x="762" y="1302"/>
                    <a:pt x="486" y="1058"/>
                    <a:pt x="298" y="797"/>
                  </a:cubicBezTo>
                  <a:cubicBezTo>
                    <a:pt x="113" y="543"/>
                    <a:pt x="14" y="272"/>
                    <a:pt x="1" y="1"/>
                  </a:cubicBezTo>
                  <a:close/>
                </a:path>
              </a:pathLst>
            </a:custGeom>
            <a:solidFill>
              <a:srgbClr val="DAE6EA">
                <a:alpha val="26000"/>
              </a:srgb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41" name="CustomShape 33"/>
            <p:cNvSpPr/>
            <p:nvPr/>
          </p:nvSpPr>
          <p:spPr>
            <a:xfrm>
              <a:off x="4218840" y="4048200"/>
              <a:ext cx="518760" cy="555120"/>
            </a:xfrm>
            <a:custGeom>
              <a:avLst/>
              <a:gdLst/>
              <a:ahLst/>
              <a:cxnLst/>
              <a:rect l="l" t="t" r="r" b="b"/>
              <a:pathLst>
                <a:path w="6515" h="6973">
                  <a:moveTo>
                    <a:pt x="29" y="0"/>
                  </a:moveTo>
                  <a:lnTo>
                    <a:pt x="29" y="4682"/>
                  </a:lnTo>
                  <a:cubicBezTo>
                    <a:pt x="0" y="5273"/>
                    <a:pt x="376" y="5870"/>
                    <a:pt x="1157" y="6322"/>
                  </a:cubicBezTo>
                  <a:cubicBezTo>
                    <a:pt x="1910" y="6756"/>
                    <a:pt x="2895" y="6972"/>
                    <a:pt x="3881" y="6972"/>
                  </a:cubicBezTo>
                  <a:cubicBezTo>
                    <a:pt x="4827" y="6972"/>
                    <a:pt x="5773" y="6773"/>
                    <a:pt x="6515" y="6375"/>
                  </a:cubicBezTo>
                  <a:lnTo>
                    <a:pt x="6515" y="6375"/>
                  </a:lnTo>
                  <a:cubicBezTo>
                    <a:pt x="6192" y="6530"/>
                    <a:pt x="5529" y="6630"/>
                    <a:pt x="4804" y="6630"/>
                  </a:cubicBezTo>
                  <a:cubicBezTo>
                    <a:pt x="3460" y="6630"/>
                    <a:pt x="1903" y="6287"/>
                    <a:pt x="1903" y="5319"/>
                  </a:cubicBezTo>
                  <a:cubicBezTo>
                    <a:pt x="1903" y="4600"/>
                    <a:pt x="1903" y="1850"/>
                    <a:pt x="1903" y="1850"/>
                  </a:cubicBezTo>
                  <a:cubicBezTo>
                    <a:pt x="1645" y="1762"/>
                    <a:pt x="1395" y="1648"/>
                    <a:pt x="1157" y="1513"/>
                  </a:cubicBezTo>
                  <a:cubicBezTo>
                    <a:pt x="432" y="1095"/>
                    <a:pt x="57" y="549"/>
                    <a:pt x="29" y="0"/>
                  </a:cubicBezTo>
                  <a:close/>
                </a:path>
              </a:pathLst>
            </a:custGeom>
            <a:solidFill>
              <a:srgbClr val="FD9CC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pic>
        <p:nvPicPr>
          <p:cNvPr id="642" name="Picture 55"/>
          <p:cNvPicPr/>
          <p:nvPr/>
        </p:nvPicPr>
        <p:blipFill>
          <a:blip r:embed="rId2"/>
          <a:stretch/>
        </p:blipFill>
        <p:spPr>
          <a:xfrm>
            <a:off x="8046000" y="-19080"/>
            <a:ext cx="1007640" cy="11066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CustomShape 1"/>
          <p:cNvSpPr/>
          <p:nvPr/>
        </p:nvSpPr>
        <p:spPr>
          <a:xfrm>
            <a:off x="865440" y="-1134720"/>
            <a:ext cx="7412760" cy="74127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44" name="TextShape 2"/>
          <p:cNvSpPr txBox="1"/>
          <p:nvPr/>
        </p:nvSpPr>
        <p:spPr>
          <a:xfrm>
            <a:off x="3308400" y="2031120"/>
            <a:ext cx="4182480" cy="452880"/>
          </a:xfrm>
          <a:prstGeom prst="rect">
            <a:avLst/>
          </a:prstGeom>
          <a:noFill/>
          <a:ln>
            <a:noFill/>
          </a:ln>
        </p:spPr>
        <p:txBody>
          <a:bodyPr tIns="91440" bIns="91440" anchor="b"/>
          <a:lstStyle/>
          <a:p>
            <a:pPr algn="r">
              <a:lnSpc>
                <a:spcPct val="100000"/>
              </a:lnSpc>
            </a:pPr>
            <a:r>
              <a:rPr lang="en-US" sz="4000" b="0" strike="noStrike" spc="-1">
                <a:solidFill>
                  <a:srgbClr val="324788"/>
                </a:solidFill>
                <a:latin typeface="Dosis ExtraLight"/>
                <a:ea typeface="Dosis ExtraLight"/>
              </a:rPr>
              <a:t>LATAR BELAKANG</a:t>
            </a:r>
            <a:endParaRPr lang="en-US" sz="4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5" name="TextShape 3"/>
          <p:cNvSpPr txBox="1"/>
          <p:nvPr/>
        </p:nvSpPr>
        <p:spPr>
          <a:xfrm>
            <a:off x="5250600" y="793440"/>
            <a:ext cx="2240280" cy="577440"/>
          </a:xfrm>
          <a:prstGeom prst="rect">
            <a:avLst/>
          </a:prstGeom>
          <a:noFill/>
          <a:ln>
            <a:noFill/>
          </a:ln>
        </p:spPr>
        <p:txBody>
          <a:bodyPr tIns="91440" bIns="91440" anchor="ctr"/>
          <a:lstStyle/>
          <a:p>
            <a:pPr algn="r">
              <a:lnSpc>
                <a:spcPct val="100000"/>
              </a:lnSpc>
            </a:pPr>
            <a:r>
              <a:rPr lang="en-US" sz="9600" b="0" strike="noStrike" spc="-1">
                <a:solidFill>
                  <a:srgbClr val="F5FBFB"/>
                </a:solidFill>
                <a:latin typeface="Dosis ExtraLight"/>
                <a:ea typeface="Dosis ExtraLight"/>
              </a:rPr>
              <a:t>01</a:t>
            </a:r>
            <a:endParaRPr lang="en-US" sz="96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646" name="Group 4"/>
          <p:cNvGrpSpPr/>
          <p:nvPr/>
        </p:nvGrpSpPr>
        <p:grpSpPr>
          <a:xfrm>
            <a:off x="217080" y="1918080"/>
            <a:ext cx="3905280" cy="2677320"/>
            <a:chOff x="217080" y="1918080"/>
            <a:chExt cx="3905280" cy="2677320"/>
          </a:xfrm>
        </p:grpSpPr>
        <p:sp>
          <p:nvSpPr>
            <p:cNvPr id="647" name="CustomShape 5"/>
            <p:cNvSpPr/>
            <p:nvPr/>
          </p:nvSpPr>
          <p:spPr>
            <a:xfrm>
              <a:off x="239040" y="2418480"/>
              <a:ext cx="3875040" cy="2176920"/>
            </a:xfrm>
            <a:custGeom>
              <a:avLst/>
              <a:gdLst/>
              <a:ahLst/>
              <a:cxnLst/>
              <a:rect l="l" t="t" r="r" b="b"/>
              <a:pathLst>
                <a:path w="53542" h="30080">
                  <a:moveTo>
                    <a:pt x="41169" y="1"/>
                  </a:moveTo>
                  <a:cubicBezTo>
                    <a:pt x="39089" y="1"/>
                    <a:pt x="4445" y="15378"/>
                    <a:pt x="4445" y="15378"/>
                  </a:cubicBezTo>
                  <a:cubicBezTo>
                    <a:pt x="4445" y="15378"/>
                    <a:pt x="369" y="19596"/>
                    <a:pt x="130" y="20078"/>
                  </a:cubicBezTo>
                  <a:cubicBezTo>
                    <a:pt x="0" y="20342"/>
                    <a:pt x="144" y="20459"/>
                    <a:pt x="825" y="20459"/>
                  </a:cubicBezTo>
                  <a:cubicBezTo>
                    <a:pt x="1147" y="20459"/>
                    <a:pt x="1590" y="20433"/>
                    <a:pt x="2180" y="20383"/>
                  </a:cubicBezTo>
                  <a:cubicBezTo>
                    <a:pt x="4092" y="20223"/>
                    <a:pt x="10108" y="19301"/>
                    <a:pt x="10108" y="19301"/>
                  </a:cubicBezTo>
                  <a:lnTo>
                    <a:pt x="15006" y="16473"/>
                  </a:lnTo>
                  <a:cubicBezTo>
                    <a:pt x="15006" y="16473"/>
                    <a:pt x="15788" y="18232"/>
                    <a:pt x="17836" y="19415"/>
                  </a:cubicBezTo>
                  <a:lnTo>
                    <a:pt x="36158" y="29992"/>
                  </a:lnTo>
                  <a:cubicBezTo>
                    <a:pt x="36258" y="30050"/>
                    <a:pt x="36389" y="30080"/>
                    <a:pt x="36520" y="30080"/>
                  </a:cubicBezTo>
                  <a:cubicBezTo>
                    <a:pt x="36651" y="30080"/>
                    <a:pt x="36783" y="30050"/>
                    <a:pt x="36883" y="29992"/>
                  </a:cubicBezTo>
                  <a:lnTo>
                    <a:pt x="53341" y="20490"/>
                  </a:lnTo>
                  <a:cubicBezTo>
                    <a:pt x="53541" y="20375"/>
                    <a:pt x="53541" y="20188"/>
                    <a:pt x="53341" y="20072"/>
                  </a:cubicBezTo>
                  <a:lnTo>
                    <a:pt x="31056" y="7206"/>
                  </a:lnTo>
                  <a:lnTo>
                    <a:pt x="41247" y="1321"/>
                  </a:lnTo>
                  <a:cubicBezTo>
                    <a:pt x="41247" y="1321"/>
                    <a:pt x="42206" y="560"/>
                    <a:pt x="41247" y="15"/>
                  </a:cubicBezTo>
                  <a:cubicBezTo>
                    <a:pt x="41231" y="5"/>
                    <a:pt x="41205" y="1"/>
                    <a:pt x="41169" y="1"/>
                  </a:cubicBezTo>
                  <a:close/>
                </a:path>
              </a:pathLst>
            </a:custGeom>
            <a:solidFill>
              <a:srgbClr val="C1CFF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48" name="CustomShape 6"/>
            <p:cNvSpPr/>
            <p:nvPr/>
          </p:nvSpPr>
          <p:spPr>
            <a:xfrm>
              <a:off x="345240" y="2866320"/>
              <a:ext cx="1007640" cy="968760"/>
            </a:xfrm>
            <a:custGeom>
              <a:avLst/>
              <a:gdLst/>
              <a:ahLst/>
              <a:cxnLst/>
              <a:rect l="l" t="t" r="r" b="b"/>
              <a:pathLst>
                <a:path w="13928" h="13391">
                  <a:moveTo>
                    <a:pt x="13927" y="0"/>
                  </a:moveTo>
                  <a:lnTo>
                    <a:pt x="3946" y="5780"/>
                  </a:lnTo>
                  <a:lnTo>
                    <a:pt x="0" y="10928"/>
                  </a:lnTo>
                  <a:cubicBezTo>
                    <a:pt x="89" y="10858"/>
                    <a:pt x="198" y="10821"/>
                    <a:pt x="321" y="10821"/>
                  </a:cubicBezTo>
                  <a:cubicBezTo>
                    <a:pt x="456" y="10821"/>
                    <a:pt x="608" y="10865"/>
                    <a:pt x="769" y="10958"/>
                  </a:cubicBezTo>
                  <a:cubicBezTo>
                    <a:pt x="1323" y="11277"/>
                    <a:pt x="1773" y="12056"/>
                    <a:pt x="1772" y="12695"/>
                  </a:cubicBezTo>
                  <a:cubicBezTo>
                    <a:pt x="1772" y="13073"/>
                    <a:pt x="1616" y="13318"/>
                    <a:pt x="1374" y="13390"/>
                  </a:cubicBezTo>
                  <a:lnTo>
                    <a:pt x="7790" y="12567"/>
                  </a:lnTo>
                  <a:lnTo>
                    <a:pt x="10689" y="10894"/>
                  </a:lnTo>
                  <a:cubicBezTo>
                    <a:pt x="10689" y="10894"/>
                    <a:pt x="10557" y="9381"/>
                    <a:pt x="9295" y="7193"/>
                  </a:cubicBezTo>
                  <a:cubicBezTo>
                    <a:pt x="8032" y="5004"/>
                    <a:pt x="13927" y="1"/>
                    <a:pt x="13927" y="0"/>
                  </a:cubicBez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49" name="CustomShape 7"/>
            <p:cNvSpPr/>
            <p:nvPr/>
          </p:nvSpPr>
          <p:spPr>
            <a:xfrm>
              <a:off x="345240" y="2866320"/>
              <a:ext cx="1007640" cy="968760"/>
            </a:xfrm>
            <a:custGeom>
              <a:avLst/>
              <a:gdLst/>
              <a:ahLst/>
              <a:cxnLst/>
              <a:rect l="l" t="t" r="r" b="b"/>
              <a:pathLst>
                <a:path w="13928" h="13391">
                  <a:moveTo>
                    <a:pt x="13927" y="0"/>
                  </a:moveTo>
                  <a:lnTo>
                    <a:pt x="3946" y="5780"/>
                  </a:lnTo>
                  <a:lnTo>
                    <a:pt x="0" y="10928"/>
                  </a:lnTo>
                  <a:cubicBezTo>
                    <a:pt x="89" y="10858"/>
                    <a:pt x="198" y="10821"/>
                    <a:pt x="321" y="10821"/>
                  </a:cubicBezTo>
                  <a:cubicBezTo>
                    <a:pt x="456" y="10821"/>
                    <a:pt x="608" y="10865"/>
                    <a:pt x="769" y="10958"/>
                  </a:cubicBezTo>
                  <a:cubicBezTo>
                    <a:pt x="1261" y="11241"/>
                    <a:pt x="1672" y="11888"/>
                    <a:pt x="1756" y="12476"/>
                  </a:cubicBezTo>
                  <a:cubicBezTo>
                    <a:pt x="1767" y="12548"/>
                    <a:pt x="1773" y="12622"/>
                    <a:pt x="1772" y="12695"/>
                  </a:cubicBezTo>
                  <a:cubicBezTo>
                    <a:pt x="1772" y="13073"/>
                    <a:pt x="1616" y="13318"/>
                    <a:pt x="1374" y="13390"/>
                  </a:cubicBezTo>
                  <a:lnTo>
                    <a:pt x="7790" y="12567"/>
                  </a:lnTo>
                  <a:lnTo>
                    <a:pt x="10689" y="10894"/>
                  </a:lnTo>
                  <a:cubicBezTo>
                    <a:pt x="10689" y="10894"/>
                    <a:pt x="10557" y="9381"/>
                    <a:pt x="9295" y="7193"/>
                  </a:cubicBezTo>
                  <a:cubicBezTo>
                    <a:pt x="8032" y="5004"/>
                    <a:pt x="13927" y="1"/>
                    <a:pt x="13927" y="0"/>
                  </a:cubicBez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50" name="CustomShape 8"/>
            <p:cNvSpPr/>
            <p:nvPr/>
          </p:nvSpPr>
          <p:spPr>
            <a:xfrm>
              <a:off x="223560" y="3596760"/>
              <a:ext cx="790200" cy="263520"/>
            </a:xfrm>
            <a:custGeom>
              <a:avLst/>
              <a:gdLst/>
              <a:ahLst/>
              <a:cxnLst/>
              <a:rect l="l" t="t" r="r" b="b"/>
              <a:pathLst>
                <a:path w="10923" h="3647">
                  <a:moveTo>
                    <a:pt x="9975" y="1"/>
                  </a:moveTo>
                  <a:lnTo>
                    <a:pt x="9473" y="291"/>
                  </a:lnTo>
                  <a:cubicBezTo>
                    <a:pt x="9473" y="291"/>
                    <a:pt x="6149" y="1471"/>
                    <a:pt x="3439" y="2389"/>
                  </a:cubicBezTo>
                  <a:cubicBezTo>
                    <a:pt x="1714" y="2973"/>
                    <a:pt x="238" y="3450"/>
                    <a:pt x="25" y="3450"/>
                  </a:cubicBezTo>
                  <a:cubicBezTo>
                    <a:pt x="12" y="3450"/>
                    <a:pt x="3" y="3449"/>
                    <a:pt x="0" y="3445"/>
                  </a:cubicBezTo>
                  <a:lnTo>
                    <a:pt x="0" y="3445"/>
                  </a:lnTo>
                  <a:cubicBezTo>
                    <a:pt x="71" y="3570"/>
                    <a:pt x="203" y="3646"/>
                    <a:pt x="345" y="3646"/>
                  </a:cubicBezTo>
                  <a:cubicBezTo>
                    <a:pt x="363" y="3646"/>
                    <a:pt x="380" y="3645"/>
                    <a:pt x="398" y="3643"/>
                  </a:cubicBezTo>
                  <a:lnTo>
                    <a:pt x="2882" y="3323"/>
                  </a:lnTo>
                  <a:lnTo>
                    <a:pt x="3053" y="3302"/>
                  </a:lnTo>
                  <a:lnTo>
                    <a:pt x="3058" y="3302"/>
                  </a:lnTo>
                  <a:lnTo>
                    <a:pt x="9473" y="2479"/>
                  </a:lnTo>
                  <a:lnTo>
                    <a:pt x="10922" y="1642"/>
                  </a:lnTo>
                  <a:lnTo>
                    <a:pt x="9975" y="1"/>
                  </a:lnTo>
                  <a:close/>
                </a:path>
              </a:pathLst>
            </a:custGeom>
            <a:solidFill>
              <a:srgbClr val="F2E2CC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51" name="CustomShape 9"/>
            <p:cNvSpPr/>
            <p:nvPr/>
          </p:nvSpPr>
          <p:spPr>
            <a:xfrm>
              <a:off x="2664360" y="2104920"/>
              <a:ext cx="7920" cy="4320"/>
            </a:xfrm>
            <a:custGeom>
              <a:avLst/>
              <a:gdLst/>
              <a:ahLst/>
              <a:cxnLst/>
              <a:rect l="l" t="t" r="r" b="b"/>
              <a:pathLst>
                <a:path w="112" h="65">
                  <a:moveTo>
                    <a:pt x="112" y="1"/>
                  </a:moveTo>
                  <a:cubicBezTo>
                    <a:pt x="73" y="21"/>
                    <a:pt x="37" y="42"/>
                    <a:pt x="1" y="64"/>
                  </a:cubicBezTo>
                  <a:lnTo>
                    <a:pt x="112" y="1"/>
                  </a:ln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52" name="CustomShape 10"/>
            <p:cNvSpPr/>
            <p:nvPr/>
          </p:nvSpPr>
          <p:spPr>
            <a:xfrm>
              <a:off x="2555280" y="2167560"/>
              <a:ext cx="7920" cy="4320"/>
            </a:xfrm>
            <a:custGeom>
              <a:avLst/>
              <a:gdLst/>
              <a:ahLst/>
              <a:cxnLst/>
              <a:rect l="l" t="t" r="r" b="b"/>
              <a:pathLst>
                <a:path w="112" h="66">
                  <a:moveTo>
                    <a:pt x="111" y="0"/>
                  </a:moveTo>
                  <a:cubicBezTo>
                    <a:pt x="73" y="21"/>
                    <a:pt x="36" y="41"/>
                    <a:pt x="0" y="65"/>
                  </a:cubicBezTo>
                  <a:lnTo>
                    <a:pt x="111" y="0"/>
                  </a:ln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53" name="CustomShape 11"/>
            <p:cNvSpPr/>
            <p:nvPr/>
          </p:nvSpPr>
          <p:spPr>
            <a:xfrm>
              <a:off x="2446560" y="2230560"/>
              <a:ext cx="7920" cy="4320"/>
            </a:xfrm>
            <a:custGeom>
              <a:avLst/>
              <a:gdLst/>
              <a:ahLst/>
              <a:cxnLst/>
              <a:rect l="l" t="t" r="r" b="b"/>
              <a:pathLst>
                <a:path w="112" h="64">
                  <a:moveTo>
                    <a:pt x="112" y="0"/>
                  </a:moveTo>
                  <a:cubicBezTo>
                    <a:pt x="73" y="21"/>
                    <a:pt x="36" y="41"/>
                    <a:pt x="1" y="64"/>
                  </a:cubicBezTo>
                  <a:lnTo>
                    <a:pt x="112" y="0"/>
                  </a:ln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54" name="CustomShape 12"/>
            <p:cNvSpPr/>
            <p:nvPr/>
          </p:nvSpPr>
          <p:spPr>
            <a:xfrm>
              <a:off x="2337480" y="2293560"/>
              <a:ext cx="7560" cy="4320"/>
            </a:xfrm>
            <a:custGeom>
              <a:avLst/>
              <a:gdLst/>
              <a:ahLst/>
              <a:cxnLst/>
              <a:rect l="l" t="t" r="r" b="b"/>
              <a:pathLst>
                <a:path w="111" h="65">
                  <a:moveTo>
                    <a:pt x="111" y="1"/>
                  </a:moveTo>
                  <a:cubicBezTo>
                    <a:pt x="73" y="21"/>
                    <a:pt x="36" y="42"/>
                    <a:pt x="1" y="65"/>
                  </a:cubicBezTo>
                  <a:lnTo>
                    <a:pt x="111" y="1"/>
                  </a:ln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55" name="CustomShape 13"/>
            <p:cNvSpPr/>
            <p:nvPr/>
          </p:nvSpPr>
          <p:spPr>
            <a:xfrm>
              <a:off x="909000" y="3776040"/>
              <a:ext cx="360" cy="360"/>
            </a:xfrm>
            <a:custGeom>
              <a:avLst/>
              <a:gdLst/>
              <a:ahLst/>
              <a:cxnLst/>
              <a:rect l="l" t="t" r="r" b="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56" name="CustomShape 14"/>
            <p:cNvSpPr/>
            <p:nvPr/>
          </p:nvSpPr>
          <p:spPr>
            <a:xfrm>
              <a:off x="2672280" y="1918080"/>
              <a:ext cx="641160" cy="677880"/>
            </a:xfrm>
            <a:custGeom>
              <a:avLst/>
              <a:gdLst/>
              <a:ahLst/>
              <a:cxnLst/>
              <a:rect l="l" t="t" r="r" b="b"/>
              <a:pathLst>
                <a:path w="8862" h="9371">
                  <a:moveTo>
                    <a:pt x="4872" y="1"/>
                  </a:moveTo>
                  <a:cubicBezTo>
                    <a:pt x="4581" y="1"/>
                    <a:pt x="4319" y="75"/>
                    <a:pt x="4097" y="218"/>
                  </a:cubicBezTo>
                  <a:lnTo>
                    <a:pt x="1" y="2584"/>
                  </a:lnTo>
                  <a:cubicBezTo>
                    <a:pt x="197" y="2483"/>
                    <a:pt x="420" y="2430"/>
                    <a:pt x="663" y="2430"/>
                  </a:cubicBezTo>
                  <a:cubicBezTo>
                    <a:pt x="1034" y="2430"/>
                    <a:pt x="1452" y="2551"/>
                    <a:pt x="1894" y="2807"/>
                  </a:cubicBezTo>
                  <a:cubicBezTo>
                    <a:pt x="3418" y="3687"/>
                    <a:pt x="4654" y="5825"/>
                    <a:pt x="4654" y="7584"/>
                  </a:cubicBezTo>
                  <a:cubicBezTo>
                    <a:pt x="4654" y="8464"/>
                    <a:pt x="4345" y="9081"/>
                    <a:pt x="3845" y="9371"/>
                  </a:cubicBezTo>
                  <a:lnTo>
                    <a:pt x="8053" y="6941"/>
                  </a:lnTo>
                  <a:cubicBezTo>
                    <a:pt x="8552" y="6652"/>
                    <a:pt x="8861" y="6035"/>
                    <a:pt x="8861" y="5155"/>
                  </a:cubicBezTo>
                  <a:cubicBezTo>
                    <a:pt x="8861" y="3396"/>
                    <a:pt x="7626" y="1256"/>
                    <a:pt x="6103" y="377"/>
                  </a:cubicBezTo>
                  <a:cubicBezTo>
                    <a:pt x="5660" y="121"/>
                    <a:pt x="5242" y="1"/>
                    <a:pt x="4872" y="1"/>
                  </a:cubicBezTo>
                  <a:close/>
                </a:path>
              </a:pathLst>
            </a:custGeom>
            <a:solidFill>
              <a:srgbClr val="F95DA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57" name="CustomShape 15"/>
            <p:cNvSpPr/>
            <p:nvPr/>
          </p:nvSpPr>
          <p:spPr>
            <a:xfrm>
              <a:off x="2563560" y="2093760"/>
              <a:ext cx="445320" cy="564840"/>
            </a:xfrm>
            <a:custGeom>
              <a:avLst/>
              <a:gdLst/>
              <a:ahLst/>
              <a:cxnLst/>
              <a:rect l="l" t="t" r="r" b="b"/>
              <a:pathLst>
                <a:path w="6157" h="7810">
                  <a:moveTo>
                    <a:pt x="2168" y="1"/>
                  </a:moveTo>
                  <a:cubicBezTo>
                    <a:pt x="1924" y="1"/>
                    <a:pt x="1701" y="53"/>
                    <a:pt x="1505" y="154"/>
                  </a:cubicBezTo>
                  <a:lnTo>
                    <a:pt x="1394" y="217"/>
                  </a:lnTo>
                  <a:lnTo>
                    <a:pt x="0" y="1022"/>
                  </a:lnTo>
                  <a:cubicBezTo>
                    <a:pt x="196" y="921"/>
                    <a:pt x="420" y="870"/>
                    <a:pt x="665" y="870"/>
                  </a:cubicBezTo>
                  <a:cubicBezTo>
                    <a:pt x="724" y="870"/>
                    <a:pt x="784" y="873"/>
                    <a:pt x="846" y="879"/>
                  </a:cubicBezTo>
                  <a:cubicBezTo>
                    <a:pt x="1169" y="912"/>
                    <a:pt x="1523" y="1032"/>
                    <a:pt x="1893" y="1245"/>
                  </a:cubicBezTo>
                  <a:cubicBezTo>
                    <a:pt x="3417" y="2125"/>
                    <a:pt x="4653" y="4264"/>
                    <a:pt x="4653" y="6024"/>
                  </a:cubicBezTo>
                  <a:cubicBezTo>
                    <a:pt x="4653" y="6452"/>
                    <a:pt x="4578" y="6818"/>
                    <a:pt x="4445" y="7114"/>
                  </a:cubicBezTo>
                  <a:cubicBezTo>
                    <a:pt x="4306" y="7426"/>
                    <a:pt x="4102" y="7660"/>
                    <a:pt x="3848" y="7808"/>
                  </a:cubicBezTo>
                  <a:lnTo>
                    <a:pt x="3848" y="7808"/>
                  </a:lnTo>
                  <a:lnTo>
                    <a:pt x="5349" y="6941"/>
                  </a:lnTo>
                  <a:cubicBezTo>
                    <a:pt x="5849" y="6652"/>
                    <a:pt x="6156" y="6035"/>
                    <a:pt x="6156" y="5155"/>
                  </a:cubicBezTo>
                  <a:cubicBezTo>
                    <a:pt x="6156" y="3396"/>
                    <a:pt x="4922" y="1256"/>
                    <a:pt x="3398" y="377"/>
                  </a:cubicBezTo>
                  <a:cubicBezTo>
                    <a:pt x="2956" y="121"/>
                    <a:pt x="2538" y="1"/>
                    <a:pt x="2168" y="1"/>
                  </a:cubicBezTo>
                  <a:close/>
                  <a:moveTo>
                    <a:pt x="3848" y="7808"/>
                  </a:moveTo>
                  <a:lnTo>
                    <a:pt x="3845" y="7810"/>
                  </a:lnTo>
                  <a:cubicBezTo>
                    <a:pt x="3846" y="7809"/>
                    <a:pt x="3847" y="7808"/>
                    <a:pt x="3848" y="7808"/>
                  </a:cubicBezTo>
                  <a:close/>
                </a:path>
              </a:pathLst>
            </a:custGeom>
            <a:solidFill>
              <a:srgbClr val="A5CBFA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58" name="CustomShape 16"/>
            <p:cNvSpPr/>
            <p:nvPr/>
          </p:nvSpPr>
          <p:spPr>
            <a:xfrm>
              <a:off x="2454480" y="2156760"/>
              <a:ext cx="445320" cy="564840"/>
            </a:xfrm>
            <a:custGeom>
              <a:avLst/>
              <a:gdLst/>
              <a:ahLst/>
              <a:cxnLst/>
              <a:rect l="l" t="t" r="r" b="b"/>
              <a:pathLst>
                <a:path w="6158" h="7809">
                  <a:moveTo>
                    <a:pt x="2166" y="0"/>
                  </a:moveTo>
                  <a:cubicBezTo>
                    <a:pt x="1923" y="0"/>
                    <a:pt x="1701" y="52"/>
                    <a:pt x="1505" y="152"/>
                  </a:cubicBezTo>
                  <a:lnTo>
                    <a:pt x="1394" y="216"/>
                  </a:lnTo>
                  <a:lnTo>
                    <a:pt x="1" y="1021"/>
                  </a:lnTo>
                  <a:cubicBezTo>
                    <a:pt x="197" y="920"/>
                    <a:pt x="421" y="868"/>
                    <a:pt x="665" y="868"/>
                  </a:cubicBezTo>
                  <a:cubicBezTo>
                    <a:pt x="725" y="868"/>
                    <a:pt x="785" y="871"/>
                    <a:pt x="846" y="877"/>
                  </a:cubicBezTo>
                  <a:cubicBezTo>
                    <a:pt x="1171" y="911"/>
                    <a:pt x="1523" y="1031"/>
                    <a:pt x="1895" y="1244"/>
                  </a:cubicBezTo>
                  <a:cubicBezTo>
                    <a:pt x="1983" y="1296"/>
                    <a:pt x="2071" y="1352"/>
                    <a:pt x="2158" y="1412"/>
                  </a:cubicBezTo>
                  <a:cubicBezTo>
                    <a:pt x="3471" y="2315"/>
                    <a:pt x="4515" y="4122"/>
                    <a:pt x="4640" y="5710"/>
                  </a:cubicBezTo>
                  <a:cubicBezTo>
                    <a:pt x="4649" y="5815"/>
                    <a:pt x="4653" y="5920"/>
                    <a:pt x="4653" y="6022"/>
                  </a:cubicBezTo>
                  <a:cubicBezTo>
                    <a:pt x="4653" y="6451"/>
                    <a:pt x="4580" y="6816"/>
                    <a:pt x="4447" y="7113"/>
                  </a:cubicBezTo>
                  <a:cubicBezTo>
                    <a:pt x="4306" y="7424"/>
                    <a:pt x="4102" y="7659"/>
                    <a:pt x="3848" y="7806"/>
                  </a:cubicBezTo>
                  <a:lnTo>
                    <a:pt x="3848" y="7806"/>
                  </a:lnTo>
                  <a:lnTo>
                    <a:pt x="5350" y="6940"/>
                  </a:lnTo>
                  <a:cubicBezTo>
                    <a:pt x="5607" y="6792"/>
                    <a:pt x="5812" y="6557"/>
                    <a:pt x="5952" y="6244"/>
                  </a:cubicBezTo>
                  <a:cubicBezTo>
                    <a:pt x="6084" y="5948"/>
                    <a:pt x="6158" y="5582"/>
                    <a:pt x="6158" y="5154"/>
                  </a:cubicBezTo>
                  <a:cubicBezTo>
                    <a:pt x="6158" y="3394"/>
                    <a:pt x="4922" y="1255"/>
                    <a:pt x="3400" y="375"/>
                  </a:cubicBezTo>
                  <a:cubicBezTo>
                    <a:pt x="3028" y="162"/>
                    <a:pt x="2674" y="42"/>
                    <a:pt x="2352" y="10"/>
                  </a:cubicBezTo>
                  <a:cubicBezTo>
                    <a:pt x="2289" y="3"/>
                    <a:pt x="2227" y="0"/>
                    <a:pt x="2166" y="0"/>
                  </a:cubicBezTo>
                  <a:close/>
                  <a:moveTo>
                    <a:pt x="3848" y="7806"/>
                  </a:moveTo>
                  <a:lnTo>
                    <a:pt x="3845" y="7808"/>
                  </a:lnTo>
                  <a:cubicBezTo>
                    <a:pt x="3846" y="7808"/>
                    <a:pt x="3847" y="7807"/>
                    <a:pt x="3848" y="7806"/>
                  </a:cubicBezTo>
                  <a:close/>
                </a:path>
              </a:pathLst>
            </a:custGeom>
            <a:solidFill>
              <a:srgbClr val="34459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59" name="CustomShape 17"/>
            <p:cNvSpPr/>
            <p:nvPr/>
          </p:nvSpPr>
          <p:spPr>
            <a:xfrm>
              <a:off x="2345400" y="2219400"/>
              <a:ext cx="445320" cy="564840"/>
            </a:xfrm>
            <a:custGeom>
              <a:avLst/>
              <a:gdLst/>
              <a:ahLst/>
              <a:cxnLst/>
              <a:rect l="l" t="t" r="r" b="b"/>
              <a:pathLst>
                <a:path w="6159" h="7811">
                  <a:moveTo>
                    <a:pt x="2169" y="1"/>
                  </a:moveTo>
                  <a:cubicBezTo>
                    <a:pt x="1925" y="1"/>
                    <a:pt x="1702" y="53"/>
                    <a:pt x="1505" y="154"/>
                  </a:cubicBezTo>
                  <a:lnTo>
                    <a:pt x="1394" y="218"/>
                  </a:lnTo>
                  <a:lnTo>
                    <a:pt x="1" y="1023"/>
                  </a:lnTo>
                  <a:cubicBezTo>
                    <a:pt x="197" y="922"/>
                    <a:pt x="420" y="870"/>
                    <a:pt x="664" y="870"/>
                  </a:cubicBezTo>
                  <a:cubicBezTo>
                    <a:pt x="724" y="870"/>
                    <a:pt x="785" y="873"/>
                    <a:pt x="848" y="879"/>
                  </a:cubicBezTo>
                  <a:cubicBezTo>
                    <a:pt x="1171" y="913"/>
                    <a:pt x="1525" y="1032"/>
                    <a:pt x="1895" y="1246"/>
                  </a:cubicBezTo>
                  <a:cubicBezTo>
                    <a:pt x="1984" y="1298"/>
                    <a:pt x="2073" y="1353"/>
                    <a:pt x="2159" y="1414"/>
                  </a:cubicBezTo>
                  <a:cubicBezTo>
                    <a:pt x="3472" y="2316"/>
                    <a:pt x="4516" y="4124"/>
                    <a:pt x="4640" y="5712"/>
                  </a:cubicBezTo>
                  <a:cubicBezTo>
                    <a:pt x="4649" y="5817"/>
                    <a:pt x="4653" y="5922"/>
                    <a:pt x="4653" y="6024"/>
                  </a:cubicBezTo>
                  <a:cubicBezTo>
                    <a:pt x="4653" y="6453"/>
                    <a:pt x="4580" y="6818"/>
                    <a:pt x="4447" y="7115"/>
                  </a:cubicBezTo>
                  <a:cubicBezTo>
                    <a:pt x="4308" y="7426"/>
                    <a:pt x="4104" y="7661"/>
                    <a:pt x="3849" y="7808"/>
                  </a:cubicBezTo>
                  <a:lnTo>
                    <a:pt x="3849" y="7808"/>
                  </a:lnTo>
                  <a:lnTo>
                    <a:pt x="5351" y="6941"/>
                  </a:lnTo>
                  <a:cubicBezTo>
                    <a:pt x="5607" y="6794"/>
                    <a:pt x="5812" y="6559"/>
                    <a:pt x="5952" y="6246"/>
                  </a:cubicBezTo>
                  <a:cubicBezTo>
                    <a:pt x="6085" y="5949"/>
                    <a:pt x="6158" y="5584"/>
                    <a:pt x="6158" y="5155"/>
                  </a:cubicBezTo>
                  <a:cubicBezTo>
                    <a:pt x="6158" y="5053"/>
                    <a:pt x="6153" y="4948"/>
                    <a:pt x="6145" y="4843"/>
                  </a:cubicBezTo>
                  <a:cubicBezTo>
                    <a:pt x="6021" y="3255"/>
                    <a:pt x="4976" y="1448"/>
                    <a:pt x="3664" y="545"/>
                  </a:cubicBezTo>
                  <a:cubicBezTo>
                    <a:pt x="3577" y="486"/>
                    <a:pt x="3489" y="429"/>
                    <a:pt x="3400" y="377"/>
                  </a:cubicBezTo>
                  <a:cubicBezTo>
                    <a:pt x="3029" y="164"/>
                    <a:pt x="2676" y="44"/>
                    <a:pt x="2352" y="10"/>
                  </a:cubicBezTo>
                  <a:cubicBezTo>
                    <a:pt x="2290" y="4"/>
                    <a:pt x="2229" y="1"/>
                    <a:pt x="2169" y="1"/>
                  </a:cubicBezTo>
                  <a:close/>
                  <a:moveTo>
                    <a:pt x="3849" y="7808"/>
                  </a:moveTo>
                  <a:lnTo>
                    <a:pt x="3846" y="7810"/>
                  </a:lnTo>
                  <a:cubicBezTo>
                    <a:pt x="3847" y="7809"/>
                    <a:pt x="3848" y="7809"/>
                    <a:pt x="3849" y="7808"/>
                  </a:cubicBezTo>
                  <a:close/>
                </a:path>
              </a:pathLst>
            </a:custGeom>
            <a:solidFill>
              <a:srgbClr val="A5CBFA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60" name="CustomShape 18"/>
            <p:cNvSpPr/>
            <p:nvPr/>
          </p:nvSpPr>
          <p:spPr>
            <a:xfrm>
              <a:off x="630720" y="2282400"/>
              <a:ext cx="1937520" cy="1083600"/>
            </a:xfrm>
            <a:custGeom>
              <a:avLst/>
              <a:gdLst/>
              <a:ahLst/>
              <a:cxnLst/>
              <a:rect l="l" t="t" r="r" b="b"/>
              <a:pathLst>
                <a:path w="26775" h="14975">
                  <a:moveTo>
                    <a:pt x="24354" y="1"/>
                  </a:moveTo>
                  <a:cubicBezTo>
                    <a:pt x="24110" y="1"/>
                    <a:pt x="23887" y="53"/>
                    <a:pt x="23691" y="154"/>
                  </a:cubicBezTo>
                  <a:lnTo>
                    <a:pt x="23581" y="218"/>
                  </a:lnTo>
                  <a:lnTo>
                    <a:pt x="140" y="13768"/>
                  </a:lnTo>
                  <a:lnTo>
                    <a:pt x="0" y="13849"/>
                  </a:lnTo>
                  <a:cubicBezTo>
                    <a:pt x="18" y="13840"/>
                    <a:pt x="119" y="13820"/>
                    <a:pt x="274" y="13820"/>
                  </a:cubicBezTo>
                  <a:cubicBezTo>
                    <a:pt x="527" y="13820"/>
                    <a:pt x="923" y="13872"/>
                    <a:pt x="1336" y="14105"/>
                  </a:cubicBezTo>
                  <a:cubicBezTo>
                    <a:pt x="1832" y="14383"/>
                    <a:pt x="1839" y="14975"/>
                    <a:pt x="1839" y="14975"/>
                  </a:cubicBezTo>
                  <a:lnTo>
                    <a:pt x="26775" y="1375"/>
                  </a:lnTo>
                  <a:cubicBezTo>
                    <a:pt x="26490" y="1054"/>
                    <a:pt x="26178" y="772"/>
                    <a:pt x="25849" y="545"/>
                  </a:cubicBezTo>
                  <a:cubicBezTo>
                    <a:pt x="25763" y="486"/>
                    <a:pt x="25674" y="429"/>
                    <a:pt x="25585" y="377"/>
                  </a:cubicBezTo>
                  <a:cubicBezTo>
                    <a:pt x="25215" y="163"/>
                    <a:pt x="24861" y="44"/>
                    <a:pt x="24538" y="10"/>
                  </a:cubicBezTo>
                  <a:cubicBezTo>
                    <a:pt x="24475" y="4"/>
                    <a:pt x="24414" y="1"/>
                    <a:pt x="24354" y="1"/>
                  </a:cubicBezTo>
                  <a:close/>
                </a:path>
              </a:pathLst>
            </a:custGeom>
            <a:solidFill>
              <a:srgbClr val="FFE48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61" name="CustomShape 19"/>
            <p:cNvSpPr/>
            <p:nvPr/>
          </p:nvSpPr>
          <p:spPr>
            <a:xfrm>
              <a:off x="909000" y="2544840"/>
              <a:ext cx="1773000" cy="1230840"/>
            </a:xfrm>
            <a:custGeom>
              <a:avLst/>
              <a:gdLst/>
              <a:ahLst/>
              <a:cxnLst/>
              <a:rect l="l" t="t" r="r" b="b"/>
              <a:pathLst>
                <a:path w="24500" h="17010">
                  <a:moveTo>
                    <a:pt x="24230" y="1"/>
                  </a:moveTo>
                  <a:lnTo>
                    <a:pt x="0" y="14822"/>
                  </a:lnTo>
                  <a:cubicBezTo>
                    <a:pt x="0" y="14822"/>
                    <a:pt x="503" y="15114"/>
                    <a:pt x="502" y="15690"/>
                  </a:cubicBezTo>
                  <a:cubicBezTo>
                    <a:pt x="500" y="16455"/>
                    <a:pt x="65" y="16972"/>
                    <a:pt x="0" y="17009"/>
                  </a:cubicBezTo>
                  <a:lnTo>
                    <a:pt x="196" y="16897"/>
                  </a:lnTo>
                  <a:lnTo>
                    <a:pt x="23691" y="3314"/>
                  </a:lnTo>
                  <a:cubicBezTo>
                    <a:pt x="23948" y="3167"/>
                    <a:pt x="24153" y="2932"/>
                    <a:pt x="24293" y="2619"/>
                  </a:cubicBezTo>
                  <a:cubicBezTo>
                    <a:pt x="24426" y="2322"/>
                    <a:pt x="24499" y="1957"/>
                    <a:pt x="24499" y="1528"/>
                  </a:cubicBezTo>
                  <a:cubicBezTo>
                    <a:pt x="24499" y="1426"/>
                    <a:pt x="24495" y="1321"/>
                    <a:pt x="24486" y="1216"/>
                  </a:cubicBezTo>
                  <a:cubicBezTo>
                    <a:pt x="24455" y="819"/>
                    <a:pt x="24366" y="407"/>
                    <a:pt x="24230" y="1"/>
                  </a:cubicBezTo>
                  <a:close/>
                </a:path>
              </a:pathLst>
            </a:custGeom>
            <a:solidFill>
              <a:srgbClr val="FDB72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62" name="CustomShape 20"/>
            <p:cNvSpPr/>
            <p:nvPr/>
          </p:nvSpPr>
          <p:spPr>
            <a:xfrm>
              <a:off x="763920" y="2344680"/>
              <a:ext cx="1911960" cy="1272600"/>
            </a:xfrm>
            <a:custGeom>
              <a:avLst/>
              <a:gdLst/>
              <a:ahLst/>
              <a:cxnLst/>
              <a:rect l="l" t="t" r="r" b="b"/>
              <a:pathLst>
                <a:path w="26421" h="17589">
                  <a:moveTo>
                    <a:pt x="24416" y="1"/>
                  </a:moveTo>
                  <a:lnTo>
                    <a:pt x="1" y="14114"/>
                  </a:lnTo>
                  <a:cubicBezTo>
                    <a:pt x="5" y="14113"/>
                    <a:pt x="9" y="14113"/>
                    <a:pt x="13" y="14113"/>
                  </a:cubicBezTo>
                  <a:cubicBezTo>
                    <a:pt x="1007" y="14113"/>
                    <a:pt x="1755" y="15414"/>
                    <a:pt x="1755" y="15414"/>
                  </a:cubicBezTo>
                  <a:cubicBezTo>
                    <a:pt x="1755" y="15414"/>
                    <a:pt x="2507" y="16727"/>
                    <a:pt x="2006" y="17589"/>
                  </a:cubicBezTo>
                  <a:lnTo>
                    <a:pt x="26421" y="3475"/>
                  </a:lnTo>
                  <a:cubicBezTo>
                    <a:pt x="26375" y="3235"/>
                    <a:pt x="26314" y="2998"/>
                    <a:pt x="26236" y="2766"/>
                  </a:cubicBezTo>
                  <a:cubicBezTo>
                    <a:pt x="26096" y="2353"/>
                    <a:pt x="25917" y="1954"/>
                    <a:pt x="25697" y="1577"/>
                  </a:cubicBezTo>
                  <a:cubicBezTo>
                    <a:pt x="25480" y="1198"/>
                    <a:pt x="25225" y="842"/>
                    <a:pt x="24937" y="515"/>
                  </a:cubicBezTo>
                  <a:cubicBezTo>
                    <a:pt x="24774" y="331"/>
                    <a:pt x="24600" y="160"/>
                    <a:pt x="24416" y="1"/>
                  </a:cubicBezTo>
                  <a:close/>
                </a:path>
              </a:pathLst>
            </a:custGeom>
            <a:solidFill>
              <a:srgbClr val="FFDB4C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63" name="CustomShape 21"/>
            <p:cNvSpPr/>
            <p:nvPr/>
          </p:nvSpPr>
          <p:spPr>
            <a:xfrm>
              <a:off x="217080" y="3649680"/>
              <a:ext cx="255960" cy="210600"/>
            </a:xfrm>
            <a:custGeom>
              <a:avLst/>
              <a:gdLst/>
              <a:ahLst/>
              <a:cxnLst/>
              <a:rect l="l" t="t" r="r" b="b"/>
              <a:pathLst>
                <a:path w="3540" h="2914">
                  <a:moveTo>
                    <a:pt x="2089" y="0"/>
                  </a:moveTo>
                  <a:cubicBezTo>
                    <a:pt x="1966" y="0"/>
                    <a:pt x="1857" y="37"/>
                    <a:pt x="1768" y="108"/>
                  </a:cubicBezTo>
                  <a:lnTo>
                    <a:pt x="1618" y="303"/>
                  </a:lnTo>
                  <a:lnTo>
                    <a:pt x="112" y="2268"/>
                  </a:lnTo>
                  <a:cubicBezTo>
                    <a:pt x="12" y="2396"/>
                    <a:pt x="1" y="2572"/>
                    <a:pt x="83" y="2710"/>
                  </a:cubicBezTo>
                  <a:lnTo>
                    <a:pt x="83" y="2712"/>
                  </a:lnTo>
                  <a:cubicBezTo>
                    <a:pt x="154" y="2837"/>
                    <a:pt x="286" y="2913"/>
                    <a:pt x="428" y="2913"/>
                  </a:cubicBezTo>
                  <a:cubicBezTo>
                    <a:pt x="445" y="2913"/>
                    <a:pt x="463" y="2912"/>
                    <a:pt x="481" y="2910"/>
                  </a:cubicBezTo>
                  <a:lnTo>
                    <a:pt x="2964" y="2591"/>
                  </a:lnTo>
                  <a:lnTo>
                    <a:pt x="3137" y="2570"/>
                  </a:lnTo>
                  <a:lnTo>
                    <a:pt x="3140" y="2570"/>
                  </a:lnTo>
                  <a:cubicBezTo>
                    <a:pt x="3384" y="2498"/>
                    <a:pt x="3540" y="2252"/>
                    <a:pt x="3540" y="1874"/>
                  </a:cubicBezTo>
                  <a:cubicBezTo>
                    <a:pt x="3540" y="1801"/>
                    <a:pt x="3535" y="1728"/>
                    <a:pt x="3524" y="1656"/>
                  </a:cubicBezTo>
                  <a:cubicBezTo>
                    <a:pt x="3440" y="1067"/>
                    <a:pt x="3029" y="422"/>
                    <a:pt x="2537" y="138"/>
                  </a:cubicBezTo>
                  <a:cubicBezTo>
                    <a:pt x="2376" y="45"/>
                    <a:pt x="2224" y="0"/>
                    <a:pt x="2089" y="0"/>
                  </a:cubicBezTo>
                  <a:close/>
                </a:path>
              </a:pathLst>
            </a:custGeom>
            <a:solidFill>
              <a:srgbClr val="2D2979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64" name="CustomShape 22"/>
            <p:cNvSpPr/>
            <p:nvPr/>
          </p:nvSpPr>
          <p:spPr>
            <a:xfrm>
              <a:off x="334440" y="3657240"/>
              <a:ext cx="10800" cy="14040"/>
            </a:xfrm>
            <a:custGeom>
              <a:avLst/>
              <a:gdLst/>
              <a:ahLst/>
              <a:cxnLst/>
              <a:rect l="l" t="t" r="r" b="b"/>
              <a:pathLst>
                <a:path w="152" h="198">
                  <a:moveTo>
                    <a:pt x="151" y="1"/>
                  </a:moveTo>
                  <a:lnTo>
                    <a:pt x="151" y="1"/>
                  </a:lnTo>
                  <a:cubicBezTo>
                    <a:pt x="86" y="54"/>
                    <a:pt x="36" y="121"/>
                    <a:pt x="1" y="197"/>
                  </a:cubicBezTo>
                  <a:lnTo>
                    <a:pt x="151" y="1"/>
                  </a:ln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65" name="CustomShape 23"/>
            <p:cNvSpPr/>
            <p:nvPr/>
          </p:nvSpPr>
          <p:spPr>
            <a:xfrm>
              <a:off x="432000" y="3835800"/>
              <a:ext cx="12240" cy="1080"/>
            </a:xfrm>
            <a:custGeom>
              <a:avLst/>
              <a:gdLst/>
              <a:ahLst/>
              <a:cxnLst/>
              <a:rect l="l" t="t" r="r" b="b"/>
              <a:pathLst>
                <a:path w="173" h="22">
                  <a:moveTo>
                    <a:pt x="173" y="0"/>
                  </a:moveTo>
                  <a:lnTo>
                    <a:pt x="0" y="21"/>
                  </a:lnTo>
                  <a:cubicBezTo>
                    <a:pt x="8" y="21"/>
                    <a:pt x="15" y="21"/>
                    <a:pt x="22" y="21"/>
                  </a:cubicBezTo>
                  <a:cubicBezTo>
                    <a:pt x="73" y="21"/>
                    <a:pt x="123" y="14"/>
                    <a:pt x="173" y="0"/>
                  </a:cubicBez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66" name="CustomShape 24"/>
            <p:cNvSpPr/>
            <p:nvPr/>
          </p:nvSpPr>
          <p:spPr>
            <a:xfrm>
              <a:off x="223200" y="3769560"/>
              <a:ext cx="249840" cy="90720"/>
            </a:xfrm>
            <a:custGeom>
              <a:avLst/>
              <a:gdLst/>
              <a:ahLst/>
              <a:cxnLst/>
              <a:rect l="l" t="t" r="r" b="b"/>
              <a:pathLst>
                <a:path w="3457" h="1259">
                  <a:moveTo>
                    <a:pt x="3440" y="1"/>
                  </a:moveTo>
                  <a:cubicBezTo>
                    <a:pt x="1714" y="584"/>
                    <a:pt x="237" y="1062"/>
                    <a:pt x="25" y="1062"/>
                  </a:cubicBezTo>
                  <a:cubicBezTo>
                    <a:pt x="12" y="1062"/>
                    <a:pt x="4" y="1060"/>
                    <a:pt x="1" y="1057"/>
                  </a:cubicBezTo>
                  <a:lnTo>
                    <a:pt x="1" y="1057"/>
                  </a:lnTo>
                  <a:cubicBezTo>
                    <a:pt x="72" y="1182"/>
                    <a:pt x="205" y="1258"/>
                    <a:pt x="346" y="1258"/>
                  </a:cubicBezTo>
                  <a:cubicBezTo>
                    <a:pt x="364" y="1258"/>
                    <a:pt x="381" y="1257"/>
                    <a:pt x="399" y="1255"/>
                  </a:cubicBezTo>
                  <a:lnTo>
                    <a:pt x="2882" y="935"/>
                  </a:lnTo>
                  <a:lnTo>
                    <a:pt x="3055" y="914"/>
                  </a:lnTo>
                  <a:lnTo>
                    <a:pt x="3059" y="914"/>
                  </a:lnTo>
                  <a:cubicBezTo>
                    <a:pt x="3301" y="843"/>
                    <a:pt x="3457" y="597"/>
                    <a:pt x="3457" y="219"/>
                  </a:cubicBezTo>
                  <a:cubicBezTo>
                    <a:pt x="3457" y="146"/>
                    <a:pt x="3451" y="72"/>
                    <a:pt x="3440" y="1"/>
                  </a:cubicBezTo>
                  <a:close/>
                </a:path>
              </a:pathLst>
            </a:custGeom>
            <a:solidFill>
              <a:srgbClr val="1A1A5B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67" name="CustomShape 25"/>
            <p:cNvSpPr/>
            <p:nvPr/>
          </p:nvSpPr>
          <p:spPr>
            <a:xfrm>
              <a:off x="2345400" y="2093760"/>
              <a:ext cx="511920" cy="250560"/>
            </a:xfrm>
            <a:custGeom>
              <a:avLst/>
              <a:gdLst/>
              <a:ahLst/>
              <a:cxnLst/>
              <a:rect l="l" t="t" r="r" b="b"/>
              <a:pathLst>
                <a:path w="7079" h="3467">
                  <a:moveTo>
                    <a:pt x="5180" y="1"/>
                  </a:moveTo>
                  <a:cubicBezTo>
                    <a:pt x="4936" y="1"/>
                    <a:pt x="4712" y="53"/>
                    <a:pt x="4516" y="154"/>
                  </a:cubicBezTo>
                  <a:lnTo>
                    <a:pt x="4405" y="219"/>
                  </a:lnTo>
                  <a:lnTo>
                    <a:pt x="3011" y="1022"/>
                  </a:lnTo>
                  <a:lnTo>
                    <a:pt x="2900" y="1086"/>
                  </a:lnTo>
                  <a:lnTo>
                    <a:pt x="1505" y="1891"/>
                  </a:lnTo>
                  <a:lnTo>
                    <a:pt x="1394" y="1955"/>
                  </a:lnTo>
                  <a:lnTo>
                    <a:pt x="1" y="2760"/>
                  </a:lnTo>
                  <a:cubicBezTo>
                    <a:pt x="197" y="2659"/>
                    <a:pt x="420" y="2607"/>
                    <a:pt x="664" y="2607"/>
                  </a:cubicBezTo>
                  <a:cubicBezTo>
                    <a:pt x="724" y="2607"/>
                    <a:pt x="785" y="2610"/>
                    <a:pt x="848" y="2616"/>
                  </a:cubicBezTo>
                  <a:cubicBezTo>
                    <a:pt x="1171" y="2649"/>
                    <a:pt x="1525" y="2768"/>
                    <a:pt x="1895" y="2982"/>
                  </a:cubicBezTo>
                  <a:cubicBezTo>
                    <a:pt x="1984" y="3034"/>
                    <a:pt x="2073" y="3090"/>
                    <a:pt x="2159" y="3151"/>
                  </a:cubicBezTo>
                  <a:cubicBezTo>
                    <a:pt x="2299" y="3248"/>
                    <a:pt x="2435" y="3355"/>
                    <a:pt x="2564" y="3467"/>
                  </a:cubicBezTo>
                  <a:lnTo>
                    <a:pt x="7079" y="862"/>
                  </a:lnTo>
                  <a:cubicBezTo>
                    <a:pt x="6871" y="680"/>
                    <a:pt x="6648" y="517"/>
                    <a:pt x="6410" y="377"/>
                  </a:cubicBezTo>
                  <a:cubicBezTo>
                    <a:pt x="5968" y="121"/>
                    <a:pt x="5550" y="1"/>
                    <a:pt x="5180" y="1"/>
                  </a:cubicBezTo>
                  <a:close/>
                </a:path>
              </a:pathLst>
            </a:custGeom>
            <a:solidFill>
              <a:srgbClr val="DAE6EA">
                <a:alpha val="26000"/>
              </a:srgb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68" name="CustomShape 26"/>
            <p:cNvSpPr/>
            <p:nvPr/>
          </p:nvSpPr>
          <p:spPr>
            <a:xfrm>
              <a:off x="2672280" y="1918080"/>
              <a:ext cx="640800" cy="364320"/>
            </a:xfrm>
            <a:custGeom>
              <a:avLst/>
              <a:gdLst/>
              <a:ahLst/>
              <a:cxnLst/>
              <a:rect l="l" t="t" r="r" b="b"/>
              <a:pathLst>
                <a:path w="8857" h="5038">
                  <a:moveTo>
                    <a:pt x="4871" y="0"/>
                  </a:moveTo>
                  <a:cubicBezTo>
                    <a:pt x="4580" y="0"/>
                    <a:pt x="4319" y="75"/>
                    <a:pt x="4097" y="218"/>
                  </a:cubicBezTo>
                  <a:lnTo>
                    <a:pt x="1" y="2583"/>
                  </a:lnTo>
                  <a:cubicBezTo>
                    <a:pt x="197" y="2482"/>
                    <a:pt x="420" y="2430"/>
                    <a:pt x="664" y="2430"/>
                  </a:cubicBezTo>
                  <a:cubicBezTo>
                    <a:pt x="1034" y="2430"/>
                    <a:pt x="1452" y="2550"/>
                    <a:pt x="1894" y="2806"/>
                  </a:cubicBezTo>
                  <a:cubicBezTo>
                    <a:pt x="2133" y="2944"/>
                    <a:pt x="2357" y="3106"/>
                    <a:pt x="2565" y="3288"/>
                  </a:cubicBezTo>
                  <a:cubicBezTo>
                    <a:pt x="2565" y="3288"/>
                    <a:pt x="4972" y="1900"/>
                    <a:pt x="5601" y="1536"/>
                  </a:cubicBezTo>
                  <a:cubicBezTo>
                    <a:pt x="5735" y="1459"/>
                    <a:pt x="5876" y="1423"/>
                    <a:pt x="6020" y="1423"/>
                  </a:cubicBezTo>
                  <a:cubicBezTo>
                    <a:pt x="7273" y="1423"/>
                    <a:pt x="8786" y="4114"/>
                    <a:pt x="8856" y="5038"/>
                  </a:cubicBezTo>
                  <a:cubicBezTo>
                    <a:pt x="8803" y="3300"/>
                    <a:pt x="7593" y="1237"/>
                    <a:pt x="6103" y="377"/>
                  </a:cubicBezTo>
                  <a:cubicBezTo>
                    <a:pt x="5660" y="121"/>
                    <a:pt x="5242" y="0"/>
                    <a:pt x="4871" y="0"/>
                  </a:cubicBezTo>
                  <a:close/>
                </a:path>
              </a:pathLst>
            </a:custGeom>
            <a:solidFill>
              <a:srgbClr val="FD9CC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69" name="CustomShape 27"/>
            <p:cNvSpPr/>
            <p:nvPr/>
          </p:nvSpPr>
          <p:spPr>
            <a:xfrm>
              <a:off x="1312560" y="2502720"/>
              <a:ext cx="2809800" cy="2063160"/>
            </a:xfrm>
            <a:custGeom>
              <a:avLst/>
              <a:gdLst/>
              <a:ahLst/>
              <a:cxnLst/>
              <a:rect l="l" t="t" r="r" b="b"/>
              <a:pathLst>
                <a:path w="38823" h="28511">
                  <a:moveTo>
                    <a:pt x="17703" y="0"/>
                  </a:moveTo>
                  <a:lnTo>
                    <a:pt x="0" y="10220"/>
                  </a:lnTo>
                  <a:lnTo>
                    <a:pt x="0" y="13089"/>
                  </a:lnTo>
                  <a:cubicBezTo>
                    <a:pt x="0" y="14674"/>
                    <a:pt x="1779" y="16986"/>
                    <a:pt x="3974" y="18253"/>
                  </a:cubicBezTo>
                  <a:lnTo>
                    <a:pt x="21741" y="28510"/>
                  </a:lnTo>
                  <a:lnTo>
                    <a:pt x="38822" y="18648"/>
                  </a:lnTo>
                  <a:lnTo>
                    <a:pt x="21676" y="8749"/>
                  </a:lnTo>
                  <a:cubicBezTo>
                    <a:pt x="19482" y="7482"/>
                    <a:pt x="17703" y="5010"/>
                    <a:pt x="17703" y="3228"/>
                  </a:cubicBezTo>
                  <a:lnTo>
                    <a:pt x="17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70" name="CustomShape 28"/>
            <p:cNvSpPr/>
            <p:nvPr/>
          </p:nvSpPr>
          <p:spPr>
            <a:xfrm>
              <a:off x="1940760" y="3296160"/>
              <a:ext cx="985680" cy="564120"/>
            </a:xfrm>
            <a:custGeom>
              <a:avLst/>
              <a:gdLst/>
              <a:ahLst/>
              <a:cxnLst/>
              <a:rect l="l" t="t" r="r" b="b"/>
              <a:pathLst>
                <a:path w="13621" h="7801">
                  <a:moveTo>
                    <a:pt x="12867" y="0"/>
                  </a:moveTo>
                  <a:cubicBezTo>
                    <a:pt x="12723" y="0"/>
                    <a:pt x="12579" y="32"/>
                    <a:pt x="12470" y="95"/>
                  </a:cubicBezTo>
                  <a:lnTo>
                    <a:pt x="220" y="7167"/>
                  </a:lnTo>
                  <a:cubicBezTo>
                    <a:pt x="0" y="7294"/>
                    <a:pt x="0" y="7499"/>
                    <a:pt x="220" y="7626"/>
                  </a:cubicBezTo>
                  <a:lnTo>
                    <a:pt x="358" y="7705"/>
                  </a:lnTo>
                  <a:cubicBezTo>
                    <a:pt x="467" y="7769"/>
                    <a:pt x="611" y="7800"/>
                    <a:pt x="755" y="7800"/>
                  </a:cubicBezTo>
                  <a:cubicBezTo>
                    <a:pt x="898" y="7800"/>
                    <a:pt x="1042" y="7769"/>
                    <a:pt x="1152" y="7705"/>
                  </a:cubicBezTo>
                  <a:lnTo>
                    <a:pt x="13401" y="633"/>
                  </a:lnTo>
                  <a:cubicBezTo>
                    <a:pt x="13621" y="507"/>
                    <a:pt x="13621" y="300"/>
                    <a:pt x="13401" y="174"/>
                  </a:cubicBezTo>
                  <a:lnTo>
                    <a:pt x="13265" y="95"/>
                  </a:lnTo>
                  <a:cubicBezTo>
                    <a:pt x="13155" y="32"/>
                    <a:pt x="13011" y="0"/>
                    <a:pt x="12867" y="0"/>
                  </a:cubicBezTo>
                  <a:close/>
                </a:path>
              </a:pathLst>
            </a:custGeom>
            <a:solidFill>
              <a:srgbClr val="4C68A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71" name="CustomShape 29"/>
            <p:cNvSpPr/>
            <p:nvPr/>
          </p:nvSpPr>
          <p:spPr>
            <a:xfrm>
              <a:off x="2160720" y="3422880"/>
              <a:ext cx="985680" cy="564120"/>
            </a:xfrm>
            <a:custGeom>
              <a:avLst/>
              <a:gdLst/>
              <a:ahLst/>
              <a:cxnLst/>
              <a:rect l="l" t="t" r="r" b="b"/>
              <a:pathLst>
                <a:path w="13621" h="7801">
                  <a:moveTo>
                    <a:pt x="12867" y="0"/>
                  </a:moveTo>
                  <a:cubicBezTo>
                    <a:pt x="12723" y="0"/>
                    <a:pt x="12580" y="32"/>
                    <a:pt x="12470" y="95"/>
                  </a:cubicBezTo>
                  <a:lnTo>
                    <a:pt x="220" y="7169"/>
                  </a:lnTo>
                  <a:cubicBezTo>
                    <a:pt x="1" y="7295"/>
                    <a:pt x="1" y="7500"/>
                    <a:pt x="220" y="7627"/>
                  </a:cubicBezTo>
                  <a:lnTo>
                    <a:pt x="358" y="7707"/>
                  </a:lnTo>
                  <a:cubicBezTo>
                    <a:pt x="468" y="7769"/>
                    <a:pt x="611" y="7801"/>
                    <a:pt x="755" y="7801"/>
                  </a:cubicBezTo>
                  <a:cubicBezTo>
                    <a:pt x="898" y="7801"/>
                    <a:pt x="1042" y="7769"/>
                    <a:pt x="1152" y="7707"/>
                  </a:cubicBezTo>
                  <a:lnTo>
                    <a:pt x="13401" y="633"/>
                  </a:lnTo>
                  <a:cubicBezTo>
                    <a:pt x="13621" y="507"/>
                    <a:pt x="13621" y="302"/>
                    <a:pt x="13401" y="175"/>
                  </a:cubicBezTo>
                  <a:lnTo>
                    <a:pt x="13265" y="95"/>
                  </a:lnTo>
                  <a:cubicBezTo>
                    <a:pt x="13155" y="32"/>
                    <a:pt x="13011" y="0"/>
                    <a:pt x="12867" y="0"/>
                  </a:cubicBezTo>
                  <a:close/>
                </a:path>
              </a:pathLst>
            </a:custGeom>
            <a:solidFill>
              <a:srgbClr val="4C68A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72" name="CustomShape 30"/>
            <p:cNvSpPr/>
            <p:nvPr/>
          </p:nvSpPr>
          <p:spPr>
            <a:xfrm>
              <a:off x="1794600" y="3206880"/>
              <a:ext cx="987840" cy="569160"/>
            </a:xfrm>
            <a:custGeom>
              <a:avLst/>
              <a:gdLst/>
              <a:ahLst/>
              <a:cxnLst/>
              <a:rect l="l" t="t" r="r" b="b"/>
              <a:pathLst>
                <a:path w="13655" h="7869">
                  <a:moveTo>
                    <a:pt x="12940" y="0"/>
                  </a:moveTo>
                  <a:cubicBezTo>
                    <a:pt x="12831" y="0"/>
                    <a:pt x="12648" y="60"/>
                    <a:pt x="12477" y="159"/>
                  </a:cubicBezTo>
                  <a:lnTo>
                    <a:pt x="220" y="7236"/>
                  </a:lnTo>
                  <a:cubicBezTo>
                    <a:pt x="1" y="7362"/>
                    <a:pt x="1" y="7567"/>
                    <a:pt x="220" y="7694"/>
                  </a:cubicBezTo>
                  <a:lnTo>
                    <a:pt x="358" y="7774"/>
                  </a:lnTo>
                  <a:cubicBezTo>
                    <a:pt x="468" y="7837"/>
                    <a:pt x="612" y="7869"/>
                    <a:pt x="755" y="7869"/>
                  </a:cubicBezTo>
                  <a:cubicBezTo>
                    <a:pt x="899" y="7869"/>
                    <a:pt x="1043" y="7837"/>
                    <a:pt x="1152" y="7774"/>
                  </a:cubicBezTo>
                  <a:lnTo>
                    <a:pt x="13402" y="702"/>
                  </a:lnTo>
                  <a:cubicBezTo>
                    <a:pt x="13622" y="575"/>
                    <a:pt x="13655" y="388"/>
                    <a:pt x="13476" y="285"/>
                  </a:cubicBezTo>
                  <a:lnTo>
                    <a:pt x="13153" y="98"/>
                  </a:lnTo>
                  <a:cubicBezTo>
                    <a:pt x="13106" y="72"/>
                    <a:pt x="13059" y="44"/>
                    <a:pt x="13013" y="15"/>
                  </a:cubicBezTo>
                  <a:cubicBezTo>
                    <a:pt x="12996" y="5"/>
                    <a:pt x="12971" y="0"/>
                    <a:pt x="12940" y="0"/>
                  </a:cubicBezTo>
                  <a:close/>
                </a:path>
              </a:pathLst>
            </a:custGeom>
            <a:solidFill>
              <a:srgbClr val="4C68A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73" name="CustomShape 31"/>
            <p:cNvSpPr/>
            <p:nvPr/>
          </p:nvSpPr>
          <p:spPr>
            <a:xfrm>
              <a:off x="1671840" y="3124440"/>
              <a:ext cx="985320" cy="573840"/>
            </a:xfrm>
            <a:custGeom>
              <a:avLst/>
              <a:gdLst/>
              <a:ahLst/>
              <a:cxnLst/>
              <a:rect l="l" t="t" r="r" b="b"/>
              <a:pathLst>
                <a:path w="13618" h="7934">
                  <a:moveTo>
                    <a:pt x="12942" y="1"/>
                  </a:moveTo>
                  <a:cubicBezTo>
                    <a:pt x="12838" y="1"/>
                    <a:pt x="12736" y="24"/>
                    <a:pt x="12650" y="74"/>
                  </a:cubicBezTo>
                  <a:lnTo>
                    <a:pt x="241" y="7239"/>
                  </a:lnTo>
                  <a:cubicBezTo>
                    <a:pt x="21" y="7366"/>
                    <a:pt x="1" y="7601"/>
                    <a:pt x="202" y="7754"/>
                  </a:cubicBezTo>
                  <a:lnTo>
                    <a:pt x="278" y="7811"/>
                  </a:lnTo>
                  <a:cubicBezTo>
                    <a:pt x="389" y="7893"/>
                    <a:pt x="543" y="7934"/>
                    <a:pt x="695" y="7934"/>
                  </a:cubicBezTo>
                  <a:cubicBezTo>
                    <a:pt x="823" y="7934"/>
                    <a:pt x="950" y="7905"/>
                    <a:pt x="1049" y="7847"/>
                  </a:cubicBezTo>
                  <a:lnTo>
                    <a:pt x="13381" y="728"/>
                  </a:lnTo>
                  <a:cubicBezTo>
                    <a:pt x="13601" y="601"/>
                    <a:pt x="13618" y="371"/>
                    <a:pt x="13428" y="203"/>
                  </a:cubicBezTo>
                  <a:lnTo>
                    <a:pt x="13381" y="160"/>
                  </a:lnTo>
                  <a:cubicBezTo>
                    <a:pt x="13267" y="57"/>
                    <a:pt x="13103" y="1"/>
                    <a:pt x="12942" y="1"/>
                  </a:cubicBezTo>
                  <a:close/>
                </a:path>
              </a:pathLst>
            </a:custGeom>
            <a:solidFill>
              <a:srgbClr val="4C68A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74" name="CustomShape 32"/>
            <p:cNvSpPr/>
            <p:nvPr/>
          </p:nvSpPr>
          <p:spPr>
            <a:xfrm>
              <a:off x="2306880" y="3507480"/>
              <a:ext cx="985680" cy="564480"/>
            </a:xfrm>
            <a:custGeom>
              <a:avLst/>
              <a:gdLst/>
              <a:ahLst/>
              <a:cxnLst/>
              <a:rect l="l" t="t" r="r" b="b"/>
              <a:pathLst>
                <a:path w="13621" h="7802">
                  <a:moveTo>
                    <a:pt x="12867" y="1"/>
                  </a:moveTo>
                  <a:cubicBezTo>
                    <a:pt x="12723" y="1"/>
                    <a:pt x="12579" y="33"/>
                    <a:pt x="12469" y="96"/>
                  </a:cubicBezTo>
                  <a:lnTo>
                    <a:pt x="220" y="7169"/>
                  </a:lnTo>
                  <a:cubicBezTo>
                    <a:pt x="0" y="7296"/>
                    <a:pt x="0" y="7501"/>
                    <a:pt x="220" y="7628"/>
                  </a:cubicBezTo>
                  <a:lnTo>
                    <a:pt x="357" y="7706"/>
                  </a:lnTo>
                  <a:cubicBezTo>
                    <a:pt x="467" y="7769"/>
                    <a:pt x="611" y="7801"/>
                    <a:pt x="755" y="7801"/>
                  </a:cubicBezTo>
                  <a:cubicBezTo>
                    <a:pt x="899" y="7801"/>
                    <a:pt x="1042" y="7769"/>
                    <a:pt x="1151" y="7706"/>
                  </a:cubicBezTo>
                  <a:lnTo>
                    <a:pt x="13402" y="634"/>
                  </a:lnTo>
                  <a:cubicBezTo>
                    <a:pt x="13621" y="507"/>
                    <a:pt x="13621" y="302"/>
                    <a:pt x="13402" y="176"/>
                  </a:cubicBezTo>
                  <a:lnTo>
                    <a:pt x="13265" y="96"/>
                  </a:lnTo>
                  <a:cubicBezTo>
                    <a:pt x="13155" y="33"/>
                    <a:pt x="13011" y="1"/>
                    <a:pt x="12867" y="1"/>
                  </a:cubicBezTo>
                  <a:close/>
                </a:path>
              </a:pathLst>
            </a:custGeom>
            <a:solidFill>
              <a:srgbClr val="4C68A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75" name="CustomShape 33"/>
            <p:cNvSpPr/>
            <p:nvPr/>
          </p:nvSpPr>
          <p:spPr>
            <a:xfrm>
              <a:off x="1471680" y="2858760"/>
              <a:ext cx="1029960" cy="635400"/>
            </a:xfrm>
            <a:custGeom>
              <a:avLst/>
              <a:gdLst/>
              <a:ahLst/>
              <a:cxnLst/>
              <a:rect l="l" t="t" r="r" b="b"/>
              <a:pathLst>
                <a:path w="14234" h="8784">
                  <a:moveTo>
                    <a:pt x="13878" y="0"/>
                  </a:moveTo>
                  <a:cubicBezTo>
                    <a:pt x="13832" y="0"/>
                    <a:pt x="13779" y="18"/>
                    <a:pt x="13721" y="58"/>
                  </a:cubicBezTo>
                  <a:lnTo>
                    <a:pt x="162" y="7886"/>
                  </a:lnTo>
                  <a:cubicBezTo>
                    <a:pt x="1" y="8015"/>
                    <a:pt x="57" y="8783"/>
                    <a:pt x="397" y="8783"/>
                  </a:cubicBezTo>
                  <a:cubicBezTo>
                    <a:pt x="444" y="8783"/>
                    <a:pt x="496" y="8768"/>
                    <a:pt x="554" y="8735"/>
                  </a:cubicBezTo>
                  <a:lnTo>
                    <a:pt x="14016" y="963"/>
                  </a:lnTo>
                  <a:cubicBezTo>
                    <a:pt x="14233" y="823"/>
                    <a:pt x="14195" y="0"/>
                    <a:pt x="13878" y="0"/>
                  </a:cubicBezTo>
                  <a:close/>
                </a:path>
              </a:pathLst>
            </a:custGeom>
            <a:solidFill>
              <a:srgbClr val="4C68A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76" name="CustomShape 34"/>
            <p:cNvSpPr/>
            <p:nvPr/>
          </p:nvSpPr>
          <p:spPr>
            <a:xfrm>
              <a:off x="2453040" y="3591720"/>
              <a:ext cx="985680" cy="564120"/>
            </a:xfrm>
            <a:custGeom>
              <a:avLst/>
              <a:gdLst/>
              <a:ahLst/>
              <a:cxnLst/>
              <a:rect l="l" t="t" r="r" b="b"/>
              <a:pathLst>
                <a:path w="13621" h="7801">
                  <a:moveTo>
                    <a:pt x="12867" y="1"/>
                  </a:moveTo>
                  <a:cubicBezTo>
                    <a:pt x="12723" y="1"/>
                    <a:pt x="12579" y="32"/>
                    <a:pt x="12469" y="96"/>
                  </a:cubicBezTo>
                  <a:lnTo>
                    <a:pt x="220" y="7168"/>
                  </a:lnTo>
                  <a:cubicBezTo>
                    <a:pt x="0" y="7294"/>
                    <a:pt x="0" y="7500"/>
                    <a:pt x="220" y="7626"/>
                  </a:cubicBezTo>
                  <a:lnTo>
                    <a:pt x="357" y="7706"/>
                  </a:lnTo>
                  <a:cubicBezTo>
                    <a:pt x="467" y="7769"/>
                    <a:pt x="611" y="7801"/>
                    <a:pt x="755" y="7801"/>
                  </a:cubicBezTo>
                  <a:cubicBezTo>
                    <a:pt x="898" y="7801"/>
                    <a:pt x="1042" y="7769"/>
                    <a:pt x="1151" y="7706"/>
                  </a:cubicBezTo>
                  <a:lnTo>
                    <a:pt x="13402" y="634"/>
                  </a:lnTo>
                  <a:cubicBezTo>
                    <a:pt x="13620" y="506"/>
                    <a:pt x="13620" y="302"/>
                    <a:pt x="13402" y="174"/>
                  </a:cubicBezTo>
                  <a:lnTo>
                    <a:pt x="13264" y="96"/>
                  </a:lnTo>
                  <a:cubicBezTo>
                    <a:pt x="13155" y="32"/>
                    <a:pt x="13011" y="1"/>
                    <a:pt x="12867" y="1"/>
                  </a:cubicBezTo>
                  <a:close/>
                </a:path>
              </a:pathLst>
            </a:custGeom>
            <a:solidFill>
              <a:srgbClr val="4C68A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77" name="CustomShape 35"/>
            <p:cNvSpPr/>
            <p:nvPr/>
          </p:nvSpPr>
          <p:spPr>
            <a:xfrm>
              <a:off x="2759040" y="4106880"/>
              <a:ext cx="348480" cy="183240"/>
            </a:xfrm>
            <a:custGeom>
              <a:avLst/>
              <a:gdLst/>
              <a:ahLst/>
              <a:cxnLst/>
              <a:rect l="l" t="t" r="r" b="b"/>
              <a:pathLst>
                <a:path w="4822" h="2537">
                  <a:moveTo>
                    <a:pt x="2411" y="1"/>
                  </a:moveTo>
                  <a:cubicBezTo>
                    <a:pt x="1849" y="1"/>
                    <a:pt x="1287" y="124"/>
                    <a:pt x="858" y="372"/>
                  </a:cubicBezTo>
                  <a:cubicBezTo>
                    <a:pt x="0" y="866"/>
                    <a:pt x="0" y="1670"/>
                    <a:pt x="858" y="2165"/>
                  </a:cubicBezTo>
                  <a:cubicBezTo>
                    <a:pt x="1287" y="2413"/>
                    <a:pt x="1849" y="2537"/>
                    <a:pt x="2411" y="2537"/>
                  </a:cubicBezTo>
                  <a:cubicBezTo>
                    <a:pt x="2973" y="2537"/>
                    <a:pt x="3535" y="2413"/>
                    <a:pt x="3964" y="2165"/>
                  </a:cubicBezTo>
                  <a:cubicBezTo>
                    <a:pt x="4822" y="1670"/>
                    <a:pt x="4822" y="866"/>
                    <a:pt x="3964" y="372"/>
                  </a:cubicBezTo>
                  <a:cubicBezTo>
                    <a:pt x="3535" y="124"/>
                    <a:pt x="2973" y="1"/>
                    <a:pt x="2411" y="1"/>
                  </a:cubicBezTo>
                  <a:close/>
                </a:path>
              </a:pathLst>
            </a:custGeom>
            <a:solidFill>
              <a:srgbClr val="E7478D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78" name="CustomShape 36"/>
            <p:cNvSpPr/>
            <p:nvPr/>
          </p:nvSpPr>
          <p:spPr>
            <a:xfrm>
              <a:off x="2759040" y="4089600"/>
              <a:ext cx="348480" cy="183240"/>
            </a:xfrm>
            <a:custGeom>
              <a:avLst/>
              <a:gdLst/>
              <a:ahLst/>
              <a:cxnLst/>
              <a:rect l="l" t="t" r="r" b="b"/>
              <a:pathLst>
                <a:path w="4822" h="2536">
                  <a:moveTo>
                    <a:pt x="2412" y="0"/>
                  </a:moveTo>
                  <a:cubicBezTo>
                    <a:pt x="1850" y="0"/>
                    <a:pt x="1287" y="124"/>
                    <a:pt x="858" y="372"/>
                  </a:cubicBezTo>
                  <a:cubicBezTo>
                    <a:pt x="0" y="866"/>
                    <a:pt x="0" y="1670"/>
                    <a:pt x="858" y="2165"/>
                  </a:cubicBezTo>
                  <a:cubicBezTo>
                    <a:pt x="1287" y="2412"/>
                    <a:pt x="1849" y="2536"/>
                    <a:pt x="2411" y="2536"/>
                  </a:cubicBezTo>
                  <a:cubicBezTo>
                    <a:pt x="2973" y="2536"/>
                    <a:pt x="3535" y="2412"/>
                    <a:pt x="3964" y="2165"/>
                  </a:cubicBezTo>
                  <a:cubicBezTo>
                    <a:pt x="4822" y="1670"/>
                    <a:pt x="4822" y="866"/>
                    <a:pt x="3964" y="372"/>
                  </a:cubicBezTo>
                  <a:cubicBezTo>
                    <a:pt x="3535" y="124"/>
                    <a:pt x="2974" y="0"/>
                    <a:pt x="2412" y="0"/>
                  </a:cubicBezTo>
                  <a:close/>
                </a:path>
              </a:pathLst>
            </a:custGeom>
            <a:solidFill>
              <a:srgbClr val="FF66A7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79" name="CustomShape 37"/>
            <p:cNvSpPr/>
            <p:nvPr/>
          </p:nvSpPr>
          <p:spPr>
            <a:xfrm>
              <a:off x="2835000" y="4129560"/>
              <a:ext cx="196920" cy="103320"/>
            </a:xfrm>
            <a:custGeom>
              <a:avLst/>
              <a:gdLst/>
              <a:ahLst/>
              <a:cxnLst/>
              <a:rect l="l" t="t" r="r" b="b"/>
              <a:pathLst>
                <a:path w="2728" h="1434">
                  <a:moveTo>
                    <a:pt x="1364" y="0"/>
                  </a:moveTo>
                  <a:cubicBezTo>
                    <a:pt x="1047" y="0"/>
                    <a:pt x="729" y="70"/>
                    <a:pt x="486" y="210"/>
                  </a:cubicBezTo>
                  <a:cubicBezTo>
                    <a:pt x="0" y="490"/>
                    <a:pt x="0" y="944"/>
                    <a:pt x="486" y="1224"/>
                  </a:cubicBezTo>
                  <a:cubicBezTo>
                    <a:pt x="728" y="1364"/>
                    <a:pt x="1046" y="1434"/>
                    <a:pt x="1364" y="1434"/>
                  </a:cubicBezTo>
                  <a:cubicBezTo>
                    <a:pt x="1682" y="1434"/>
                    <a:pt x="2000" y="1364"/>
                    <a:pt x="2242" y="1224"/>
                  </a:cubicBezTo>
                  <a:cubicBezTo>
                    <a:pt x="2727" y="944"/>
                    <a:pt x="2727" y="490"/>
                    <a:pt x="2242" y="210"/>
                  </a:cubicBezTo>
                  <a:cubicBezTo>
                    <a:pt x="2000" y="70"/>
                    <a:pt x="1682" y="0"/>
                    <a:pt x="1364" y="0"/>
                  </a:cubicBezTo>
                  <a:close/>
                </a:path>
              </a:pathLst>
            </a:custGeom>
            <a:solidFill>
              <a:srgbClr val="FFDB4C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80" name="CustomShape 38"/>
            <p:cNvSpPr/>
            <p:nvPr/>
          </p:nvSpPr>
          <p:spPr>
            <a:xfrm>
              <a:off x="3161880" y="3749760"/>
              <a:ext cx="519480" cy="327240"/>
            </a:xfrm>
            <a:custGeom>
              <a:avLst/>
              <a:gdLst/>
              <a:ahLst/>
              <a:cxnLst/>
              <a:rect l="l" t="t" r="r" b="b"/>
              <a:pathLst>
                <a:path w="7182" h="4524">
                  <a:moveTo>
                    <a:pt x="4968" y="136"/>
                  </a:moveTo>
                  <a:cubicBezTo>
                    <a:pt x="4974" y="136"/>
                    <a:pt x="4979" y="141"/>
                    <a:pt x="4984" y="151"/>
                  </a:cubicBezTo>
                  <a:cubicBezTo>
                    <a:pt x="5013" y="209"/>
                    <a:pt x="4957" y="397"/>
                    <a:pt x="4945" y="453"/>
                  </a:cubicBezTo>
                  <a:cubicBezTo>
                    <a:pt x="4919" y="577"/>
                    <a:pt x="4880" y="696"/>
                    <a:pt x="4829" y="812"/>
                  </a:cubicBezTo>
                  <a:cubicBezTo>
                    <a:pt x="4826" y="743"/>
                    <a:pt x="4826" y="674"/>
                    <a:pt x="4831" y="607"/>
                  </a:cubicBezTo>
                  <a:cubicBezTo>
                    <a:pt x="4832" y="550"/>
                    <a:pt x="4914" y="136"/>
                    <a:pt x="4968" y="136"/>
                  </a:cubicBezTo>
                  <a:close/>
                  <a:moveTo>
                    <a:pt x="5012" y="0"/>
                  </a:moveTo>
                  <a:cubicBezTo>
                    <a:pt x="5005" y="0"/>
                    <a:pt x="4998" y="1"/>
                    <a:pt x="4992" y="3"/>
                  </a:cubicBezTo>
                  <a:cubicBezTo>
                    <a:pt x="4682" y="99"/>
                    <a:pt x="4642" y="592"/>
                    <a:pt x="4767" y="949"/>
                  </a:cubicBezTo>
                  <a:cubicBezTo>
                    <a:pt x="4763" y="955"/>
                    <a:pt x="4761" y="961"/>
                    <a:pt x="4758" y="967"/>
                  </a:cubicBezTo>
                  <a:cubicBezTo>
                    <a:pt x="4663" y="1163"/>
                    <a:pt x="4400" y="1600"/>
                    <a:pt x="4166" y="1697"/>
                  </a:cubicBezTo>
                  <a:cubicBezTo>
                    <a:pt x="4155" y="1702"/>
                    <a:pt x="4141" y="1704"/>
                    <a:pt x="4125" y="1704"/>
                  </a:cubicBezTo>
                  <a:cubicBezTo>
                    <a:pt x="4062" y="1704"/>
                    <a:pt x="3968" y="1677"/>
                    <a:pt x="3900" y="1677"/>
                  </a:cubicBezTo>
                  <a:cubicBezTo>
                    <a:pt x="3878" y="1677"/>
                    <a:pt x="3859" y="1679"/>
                    <a:pt x="3845" y="1687"/>
                  </a:cubicBezTo>
                  <a:cubicBezTo>
                    <a:pt x="3730" y="1745"/>
                    <a:pt x="3654" y="1901"/>
                    <a:pt x="3578" y="1999"/>
                  </a:cubicBezTo>
                  <a:cubicBezTo>
                    <a:pt x="3535" y="2053"/>
                    <a:pt x="3443" y="2204"/>
                    <a:pt x="3381" y="2238"/>
                  </a:cubicBezTo>
                  <a:cubicBezTo>
                    <a:pt x="3264" y="2304"/>
                    <a:pt x="3191" y="2330"/>
                    <a:pt x="3144" y="2330"/>
                  </a:cubicBezTo>
                  <a:cubicBezTo>
                    <a:pt x="3028" y="2330"/>
                    <a:pt x="3073" y="2173"/>
                    <a:pt x="3036" y="2070"/>
                  </a:cubicBezTo>
                  <a:cubicBezTo>
                    <a:pt x="3030" y="2053"/>
                    <a:pt x="3014" y="2047"/>
                    <a:pt x="2997" y="2047"/>
                  </a:cubicBezTo>
                  <a:cubicBezTo>
                    <a:pt x="2984" y="2047"/>
                    <a:pt x="2971" y="2051"/>
                    <a:pt x="2961" y="2056"/>
                  </a:cubicBezTo>
                  <a:cubicBezTo>
                    <a:pt x="2721" y="2187"/>
                    <a:pt x="2564" y="2576"/>
                    <a:pt x="2433" y="2804"/>
                  </a:cubicBezTo>
                  <a:cubicBezTo>
                    <a:pt x="2380" y="2896"/>
                    <a:pt x="2254" y="3243"/>
                    <a:pt x="2102" y="3243"/>
                  </a:cubicBezTo>
                  <a:cubicBezTo>
                    <a:pt x="2079" y="3243"/>
                    <a:pt x="2056" y="3235"/>
                    <a:pt x="2032" y="3218"/>
                  </a:cubicBezTo>
                  <a:cubicBezTo>
                    <a:pt x="1948" y="3155"/>
                    <a:pt x="1987" y="2880"/>
                    <a:pt x="2040" y="2642"/>
                  </a:cubicBezTo>
                  <a:cubicBezTo>
                    <a:pt x="2078" y="2526"/>
                    <a:pt x="2107" y="2407"/>
                    <a:pt x="2128" y="2288"/>
                  </a:cubicBezTo>
                  <a:cubicBezTo>
                    <a:pt x="2128" y="2284"/>
                    <a:pt x="2130" y="2279"/>
                    <a:pt x="2130" y="2277"/>
                  </a:cubicBezTo>
                  <a:cubicBezTo>
                    <a:pt x="2130" y="2272"/>
                    <a:pt x="2133" y="2267"/>
                    <a:pt x="2133" y="2262"/>
                  </a:cubicBezTo>
                  <a:cubicBezTo>
                    <a:pt x="2138" y="2231"/>
                    <a:pt x="2118" y="2219"/>
                    <a:pt x="2092" y="2219"/>
                  </a:cubicBezTo>
                  <a:cubicBezTo>
                    <a:pt x="2059" y="2219"/>
                    <a:pt x="2016" y="2240"/>
                    <a:pt x="2009" y="2272"/>
                  </a:cubicBezTo>
                  <a:cubicBezTo>
                    <a:pt x="1991" y="2365"/>
                    <a:pt x="1955" y="2484"/>
                    <a:pt x="1925" y="2611"/>
                  </a:cubicBezTo>
                  <a:cubicBezTo>
                    <a:pt x="1778" y="3066"/>
                    <a:pt x="1510" y="3482"/>
                    <a:pt x="1223" y="3861"/>
                  </a:cubicBezTo>
                  <a:cubicBezTo>
                    <a:pt x="1120" y="3997"/>
                    <a:pt x="801" y="4403"/>
                    <a:pt x="532" y="4403"/>
                  </a:cubicBezTo>
                  <a:cubicBezTo>
                    <a:pt x="427" y="4403"/>
                    <a:pt x="330" y="4341"/>
                    <a:pt x="256" y="4176"/>
                  </a:cubicBezTo>
                  <a:cubicBezTo>
                    <a:pt x="148" y="3935"/>
                    <a:pt x="241" y="3482"/>
                    <a:pt x="278" y="3247"/>
                  </a:cubicBezTo>
                  <a:cubicBezTo>
                    <a:pt x="373" y="2669"/>
                    <a:pt x="664" y="2166"/>
                    <a:pt x="1062" y="1741"/>
                  </a:cubicBezTo>
                  <a:cubicBezTo>
                    <a:pt x="1188" y="1607"/>
                    <a:pt x="1313" y="1547"/>
                    <a:pt x="1421" y="1547"/>
                  </a:cubicBezTo>
                  <a:cubicBezTo>
                    <a:pt x="1624" y="1547"/>
                    <a:pt x="1766" y="1758"/>
                    <a:pt x="1738" y="2085"/>
                  </a:cubicBezTo>
                  <a:cubicBezTo>
                    <a:pt x="1715" y="2360"/>
                    <a:pt x="1532" y="2548"/>
                    <a:pt x="1501" y="2806"/>
                  </a:cubicBezTo>
                  <a:cubicBezTo>
                    <a:pt x="1499" y="2829"/>
                    <a:pt x="1518" y="2840"/>
                    <a:pt x="1540" y="2840"/>
                  </a:cubicBezTo>
                  <a:cubicBezTo>
                    <a:pt x="1563" y="2840"/>
                    <a:pt x="1588" y="2829"/>
                    <a:pt x="1592" y="2808"/>
                  </a:cubicBezTo>
                  <a:cubicBezTo>
                    <a:pt x="1664" y="2449"/>
                    <a:pt x="2072" y="1997"/>
                    <a:pt x="1853" y="1620"/>
                  </a:cubicBezTo>
                  <a:cubicBezTo>
                    <a:pt x="1761" y="1462"/>
                    <a:pt x="1595" y="1354"/>
                    <a:pt x="1426" y="1354"/>
                  </a:cubicBezTo>
                  <a:cubicBezTo>
                    <a:pt x="1354" y="1354"/>
                    <a:pt x="1282" y="1373"/>
                    <a:pt x="1215" y="1416"/>
                  </a:cubicBezTo>
                  <a:cubicBezTo>
                    <a:pt x="933" y="1597"/>
                    <a:pt x="698" y="1946"/>
                    <a:pt x="525" y="2221"/>
                  </a:cubicBezTo>
                  <a:cubicBezTo>
                    <a:pt x="288" y="2600"/>
                    <a:pt x="155" y="3014"/>
                    <a:pt x="105" y="3458"/>
                  </a:cubicBezTo>
                  <a:cubicBezTo>
                    <a:pt x="75" y="3727"/>
                    <a:pt x="0" y="4207"/>
                    <a:pt x="220" y="4423"/>
                  </a:cubicBezTo>
                  <a:cubicBezTo>
                    <a:pt x="294" y="4496"/>
                    <a:pt x="392" y="4524"/>
                    <a:pt x="493" y="4524"/>
                  </a:cubicBezTo>
                  <a:cubicBezTo>
                    <a:pt x="604" y="4524"/>
                    <a:pt x="719" y="4489"/>
                    <a:pt x="810" y="4441"/>
                  </a:cubicBezTo>
                  <a:cubicBezTo>
                    <a:pt x="1138" y="4266"/>
                    <a:pt x="1368" y="3868"/>
                    <a:pt x="1564" y="3569"/>
                  </a:cubicBezTo>
                  <a:cubicBezTo>
                    <a:pt x="1674" y="3404"/>
                    <a:pt x="1774" y="3232"/>
                    <a:pt x="1866" y="3056"/>
                  </a:cubicBezTo>
                  <a:cubicBezTo>
                    <a:pt x="1869" y="3138"/>
                    <a:pt x="1888" y="3214"/>
                    <a:pt x="1926" y="3276"/>
                  </a:cubicBezTo>
                  <a:cubicBezTo>
                    <a:pt x="1973" y="3352"/>
                    <a:pt x="2028" y="3385"/>
                    <a:pt x="2086" y="3385"/>
                  </a:cubicBezTo>
                  <a:cubicBezTo>
                    <a:pt x="2142" y="3385"/>
                    <a:pt x="2200" y="3355"/>
                    <a:pt x="2254" y="3303"/>
                  </a:cubicBezTo>
                  <a:cubicBezTo>
                    <a:pt x="2403" y="3166"/>
                    <a:pt x="2493" y="2888"/>
                    <a:pt x="2597" y="2715"/>
                  </a:cubicBezTo>
                  <a:cubicBezTo>
                    <a:pt x="2650" y="2624"/>
                    <a:pt x="2803" y="2261"/>
                    <a:pt x="2905" y="2224"/>
                  </a:cubicBezTo>
                  <a:cubicBezTo>
                    <a:pt x="2931" y="2214"/>
                    <a:pt x="2944" y="2210"/>
                    <a:pt x="2950" y="2210"/>
                  </a:cubicBezTo>
                  <a:cubicBezTo>
                    <a:pt x="2966" y="2210"/>
                    <a:pt x="2909" y="2251"/>
                    <a:pt x="2951" y="2315"/>
                  </a:cubicBezTo>
                  <a:cubicBezTo>
                    <a:pt x="2970" y="2344"/>
                    <a:pt x="2969" y="2391"/>
                    <a:pt x="2994" y="2419"/>
                  </a:cubicBezTo>
                  <a:cubicBezTo>
                    <a:pt x="3031" y="2460"/>
                    <a:pt x="3079" y="2472"/>
                    <a:pt x="3129" y="2472"/>
                  </a:cubicBezTo>
                  <a:cubicBezTo>
                    <a:pt x="3152" y="2472"/>
                    <a:pt x="3175" y="2469"/>
                    <a:pt x="3197" y="2466"/>
                  </a:cubicBezTo>
                  <a:cubicBezTo>
                    <a:pt x="3485" y="2425"/>
                    <a:pt x="3599" y="2021"/>
                    <a:pt x="3793" y="1859"/>
                  </a:cubicBezTo>
                  <a:cubicBezTo>
                    <a:pt x="3855" y="1807"/>
                    <a:pt x="3879" y="1790"/>
                    <a:pt x="3887" y="1790"/>
                  </a:cubicBezTo>
                  <a:cubicBezTo>
                    <a:pt x="3903" y="1790"/>
                    <a:pt x="3852" y="1866"/>
                    <a:pt x="3944" y="1866"/>
                  </a:cubicBezTo>
                  <a:cubicBezTo>
                    <a:pt x="3952" y="1866"/>
                    <a:pt x="3961" y="1865"/>
                    <a:pt x="3971" y="1864"/>
                  </a:cubicBezTo>
                  <a:cubicBezTo>
                    <a:pt x="4051" y="1854"/>
                    <a:pt x="4104" y="1829"/>
                    <a:pt x="4172" y="1789"/>
                  </a:cubicBezTo>
                  <a:cubicBezTo>
                    <a:pt x="4442" y="1630"/>
                    <a:pt x="4663" y="1340"/>
                    <a:pt x="4814" y="1057"/>
                  </a:cubicBezTo>
                  <a:cubicBezTo>
                    <a:pt x="4868" y="1170"/>
                    <a:pt x="4942" y="1259"/>
                    <a:pt x="5030" y="1303"/>
                  </a:cubicBezTo>
                  <a:cubicBezTo>
                    <a:pt x="5120" y="1347"/>
                    <a:pt x="5215" y="1365"/>
                    <a:pt x="5311" y="1365"/>
                  </a:cubicBezTo>
                  <a:cubicBezTo>
                    <a:pt x="5572" y="1365"/>
                    <a:pt x="5844" y="1232"/>
                    <a:pt x="6066" y="1129"/>
                  </a:cubicBezTo>
                  <a:cubicBezTo>
                    <a:pt x="6481" y="936"/>
                    <a:pt x="6778" y="677"/>
                    <a:pt x="7141" y="410"/>
                  </a:cubicBezTo>
                  <a:cubicBezTo>
                    <a:pt x="7181" y="381"/>
                    <a:pt x="7146" y="353"/>
                    <a:pt x="7109" y="353"/>
                  </a:cubicBezTo>
                  <a:cubicBezTo>
                    <a:pt x="7096" y="353"/>
                    <a:pt x="7084" y="356"/>
                    <a:pt x="7074" y="363"/>
                  </a:cubicBezTo>
                  <a:cubicBezTo>
                    <a:pt x="6767" y="583"/>
                    <a:pt x="5919" y="1298"/>
                    <a:pt x="5341" y="1298"/>
                  </a:cubicBezTo>
                  <a:cubicBezTo>
                    <a:pt x="5137" y="1298"/>
                    <a:pt x="4966" y="1209"/>
                    <a:pt x="4866" y="976"/>
                  </a:cubicBezTo>
                  <a:cubicBezTo>
                    <a:pt x="4863" y="971"/>
                    <a:pt x="4862" y="966"/>
                    <a:pt x="4861" y="960"/>
                  </a:cubicBezTo>
                  <a:cubicBezTo>
                    <a:pt x="4867" y="947"/>
                    <a:pt x="4874" y="935"/>
                    <a:pt x="4880" y="922"/>
                  </a:cubicBezTo>
                  <a:cubicBezTo>
                    <a:pt x="4973" y="719"/>
                    <a:pt x="5196" y="227"/>
                    <a:pt x="5048" y="15"/>
                  </a:cubicBezTo>
                  <a:cubicBezTo>
                    <a:pt x="5040" y="5"/>
                    <a:pt x="5025" y="0"/>
                    <a:pt x="5012" y="0"/>
                  </a:cubicBezTo>
                  <a:close/>
                </a:path>
              </a:pathLst>
            </a:custGeom>
            <a:solidFill>
              <a:srgbClr val="4C68A5"/>
            </a:solidFill>
            <a:ln>
              <a:solidFill>
                <a:srgbClr val="4C68A5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1" name="Group 1"/>
          <p:cNvGrpSpPr/>
          <p:nvPr/>
        </p:nvGrpSpPr>
        <p:grpSpPr>
          <a:xfrm>
            <a:off x="745560" y="451440"/>
            <a:ext cx="3169800" cy="3002040"/>
            <a:chOff x="745560" y="451440"/>
            <a:chExt cx="3169800" cy="3002040"/>
          </a:xfrm>
        </p:grpSpPr>
        <p:sp>
          <p:nvSpPr>
            <p:cNvPr id="682" name="CustomShape 2"/>
            <p:cNvSpPr/>
            <p:nvPr/>
          </p:nvSpPr>
          <p:spPr>
            <a:xfrm>
              <a:off x="745560" y="451440"/>
              <a:ext cx="3002040" cy="300204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83" name="CustomShape 3"/>
            <p:cNvSpPr/>
            <p:nvPr/>
          </p:nvSpPr>
          <p:spPr>
            <a:xfrm rot="10800000" flipH="1">
              <a:off x="3447360" y="1493280"/>
              <a:ext cx="468000" cy="36972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sp>
        <p:nvSpPr>
          <p:cNvPr id="684" name="TextShape 4"/>
          <p:cNvSpPr txBox="1"/>
          <p:nvPr/>
        </p:nvSpPr>
        <p:spPr>
          <a:xfrm>
            <a:off x="4442040" y="348120"/>
            <a:ext cx="4101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/>
          <a:lstStyle/>
          <a:p>
            <a:pPr algn="r">
              <a:lnSpc>
                <a:spcPct val="100000"/>
              </a:lnSpc>
            </a:pPr>
            <a:r>
              <a:rPr lang="en-US" sz="3600" b="0" strike="noStrike" spc="-1">
                <a:solidFill>
                  <a:srgbClr val="90C4FE"/>
                </a:solidFill>
                <a:latin typeface="Dosis ExtraLight"/>
                <a:ea typeface="Dosis ExtraLight"/>
              </a:rPr>
              <a:t>LATAR BELAKANG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685" name="Group 5"/>
          <p:cNvGrpSpPr/>
          <p:nvPr/>
        </p:nvGrpSpPr>
        <p:grpSpPr>
          <a:xfrm>
            <a:off x="5238720" y="1746720"/>
            <a:ext cx="3159360" cy="3002040"/>
            <a:chOff x="5238720" y="1746720"/>
            <a:chExt cx="3159360" cy="3002040"/>
          </a:xfrm>
        </p:grpSpPr>
        <p:sp>
          <p:nvSpPr>
            <p:cNvPr id="686" name="CustomShape 6"/>
            <p:cNvSpPr/>
            <p:nvPr/>
          </p:nvSpPr>
          <p:spPr>
            <a:xfrm flipV="1">
              <a:off x="5396040" y="-1255680"/>
              <a:ext cx="3002040" cy="300204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87" name="CustomShape 7"/>
            <p:cNvSpPr/>
            <p:nvPr/>
          </p:nvSpPr>
          <p:spPr>
            <a:xfrm rot="10800000" flipV="1">
              <a:off x="5706720" y="2719800"/>
              <a:ext cx="468000" cy="36972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sp>
        <p:nvSpPr>
          <p:cNvPr id="688" name="TextShape 8"/>
          <p:cNvSpPr txBox="1"/>
          <p:nvPr/>
        </p:nvSpPr>
        <p:spPr>
          <a:xfrm>
            <a:off x="1151640" y="1151280"/>
            <a:ext cx="2205360" cy="1602720"/>
          </a:xfrm>
          <a:prstGeom prst="rect">
            <a:avLst/>
          </a:prstGeom>
          <a:noFill/>
          <a:ln>
            <a:noFill/>
          </a:ln>
        </p:spPr>
        <p:txBody>
          <a:bodyPr tIns="91440" bIns="91440" anchor="b"/>
          <a:lstStyle/>
          <a:p>
            <a:pPr algn="ctr">
              <a:lnSpc>
                <a:spcPct val="100000"/>
              </a:lnSpc>
            </a:pPr>
            <a:r>
              <a:rPr lang="en-US" sz="3000" b="0" strike="noStrike" spc="-1">
                <a:solidFill>
                  <a:srgbClr val="324788"/>
                </a:solidFill>
                <a:latin typeface="Dosis ExtraLight"/>
                <a:ea typeface="Dosis ExtraLight"/>
              </a:rPr>
              <a:t>REVOLUSI</a:t>
            </a:r>
            <a:br/>
            <a:r>
              <a:rPr lang="en-US" sz="3000" b="0" strike="noStrike" spc="-1">
                <a:solidFill>
                  <a:srgbClr val="324788"/>
                </a:solidFill>
                <a:latin typeface="Dosis ExtraLight"/>
                <a:ea typeface="Dosis ExtraLight"/>
              </a:rPr>
              <a:t>INDUSTRI</a:t>
            </a:r>
            <a:br/>
            <a:r>
              <a:rPr lang="en-US" sz="3000" b="0" strike="noStrike" spc="-1">
                <a:solidFill>
                  <a:srgbClr val="324788"/>
                </a:solidFill>
                <a:latin typeface="Dosis ExtraLight"/>
                <a:ea typeface="Dosis ExtraLight"/>
              </a:rPr>
              <a:t>4.0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9" name="TextShape 9"/>
          <p:cNvSpPr txBox="1"/>
          <p:nvPr/>
        </p:nvSpPr>
        <p:spPr>
          <a:xfrm>
            <a:off x="5758560" y="2462040"/>
            <a:ext cx="2249640" cy="1571400"/>
          </a:xfrm>
          <a:prstGeom prst="rect">
            <a:avLst/>
          </a:prstGeom>
          <a:noFill/>
          <a:ln>
            <a:noFill/>
          </a:ln>
        </p:spPr>
        <p:txBody>
          <a:bodyPr tIns="91440" bIns="91440" anchor="b"/>
          <a:lstStyle/>
          <a:p>
            <a:pPr algn="ctr">
              <a:lnSpc>
                <a:spcPct val="100000"/>
              </a:lnSpc>
            </a:pPr>
            <a:r>
              <a:rPr lang="en-US" sz="3000" b="0" strike="noStrike" spc="-1">
                <a:solidFill>
                  <a:srgbClr val="324788"/>
                </a:solidFill>
                <a:latin typeface="Dosis ExtraLight"/>
                <a:ea typeface="Dosis ExtraLight"/>
              </a:rPr>
              <a:t>SUMBER</a:t>
            </a:r>
            <a:br/>
            <a:r>
              <a:rPr lang="en-US" sz="3000" b="0" strike="noStrike" spc="-1">
                <a:solidFill>
                  <a:srgbClr val="324788"/>
                </a:solidFill>
                <a:latin typeface="Dosis ExtraLight"/>
                <a:ea typeface="Dosis ExtraLight"/>
              </a:rPr>
              <a:t>DAYA</a:t>
            </a:r>
            <a:br/>
            <a:r>
              <a:rPr lang="en-US" sz="3000" b="0" strike="noStrike" spc="-1">
                <a:solidFill>
                  <a:srgbClr val="324788"/>
                </a:solidFill>
                <a:latin typeface="Dosis ExtraLight"/>
                <a:ea typeface="Dosis ExtraLight"/>
              </a:rPr>
              <a:t>MANUSIA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90" name="Picture 68"/>
          <p:cNvPicPr/>
          <p:nvPr/>
        </p:nvPicPr>
        <p:blipFill>
          <a:blip r:embed="rId2"/>
          <a:stretch/>
        </p:blipFill>
        <p:spPr>
          <a:xfrm>
            <a:off x="109800" y="-19080"/>
            <a:ext cx="1007640" cy="1106640"/>
          </a:xfrm>
          <a:prstGeom prst="rect">
            <a:avLst/>
          </a:prstGeom>
          <a:ln>
            <a:noFill/>
          </a:ln>
        </p:spPr>
      </p:pic>
      <p:grpSp>
        <p:nvGrpSpPr>
          <p:cNvPr id="691" name="Group 10"/>
          <p:cNvGrpSpPr/>
          <p:nvPr/>
        </p:nvGrpSpPr>
        <p:grpSpPr>
          <a:xfrm>
            <a:off x="3704040" y="1530000"/>
            <a:ext cx="1533960" cy="2302200"/>
            <a:chOff x="3704040" y="1530000"/>
            <a:chExt cx="1533960" cy="2302200"/>
          </a:xfrm>
        </p:grpSpPr>
        <p:sp>
          <p:nvSpPr>
            <p:cNvPr id="692" name="CustomShape 11"/>
            <p:cNvSpPr/>
            <p:nvPr/>
          </p:nvSpPr>
          <p:spPr>
            <a:xfrm>
              <a:off x="3744000" y="3002400"/>
              <a:ext cx="1437120" cy="829800"/>
            </a:xfrm>
            <a:custGeom>
              <a:avLst/>
              <a:gdLst/>
              <a:ahLst/>
              <a:cxnLst/>
              <a:rect l="l" t="t" r="r" b="b"/>
              <a:pathLst>
                <a:path w="21695" h="12526">
                  <a:moveTo>
                    <a:pt x="10847" y="0"/>
                  </a:moveTo>
                  <a:cubicBezTo>
                    <a:pt x="7970" y="0"/>
                    <a:pt x="5212" y="660"/>
                    <a:pt x="3178" y="1834"/>
                  </a:cubicBezTo>
                  <a:cubicBezTo>
                    <a:pt x="1143" y="3008"/>
                    <a:pt x="1" y="4601"/>
                    <a:pt x="1" y="6262"/>
                  </a:cubicBezTo>
                  <a:cubicBezTo>
                    <a:pt x="1" y="7923"/>
                    <a:pt x="1143" y="9516"/>
                    <a:pt x="3178" y="10690"/>
                  </a:cubicBezTo>
                  <a:cubicBezTo>
                    <a:pt x="5212" y="11865"/>
                    <a:pt x="7970" y="12525"/>
                    <a:pt x="10847" y="12525"/>
                  </a:cubicBezTo>
                  <a:cubicBezTo>
                    <a:pt x="13725" y="12525"/>
                    <a:pt x="16483" y="11865"/>
                    <a:pt x="18517" y="10690"/>
                  </a:cubicBezTo>
                  <a:cubicBezTo>
                    <a:pt x="20552" y="9516"/>
                    <a:pt x="21694" y="7923"/>
                    <a:pt x="21694" y="6262"/>
                  </a:cubicBezTo>
                  <a:cubicBezTo>
                    <a:pt x="21694" y="4601"/>
                    <a:pt x="20552" y="3008"/>
                    <a:pt x="18517" y="1834"/>
                  </a:cubicBezTo>
                  <a:cubicBezTo>
                    <a:pt x="16483" y="660"/>
                    <a:pt x="13725" y="0"/>
                    <a:pt x="10847" y="0"/>
                  </a:cubicBezTo>
                  <a:close/>
                </a:path>
              </a:pathLst>
            </a:custGeom>
            <a:solidFill>
              <a:srgbClr val="C1CFF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93" name="CustomShape 12"/>
            <p:cNvSpPr/>
            <p:nvPr/>
          </p:nvSpPr>
          <p:spPr>
            <a:xfrm>
              <a:off x="3964320" y="3123000"/>
              <a:ext cx="420840" cy="181440"/>
            </a:xfrm>
            <a:custGeom>
              <a:avLst/>
              <a:gdLst/>
              <a:ahLst/>
              <a:cxnLst/>
              <a:rect l="l" t="t" r="r" b="b"/>
              <a:pathLst>
                <a:path w="6358" h="2745">
                  <a:moveTo>
                    <a:pt x="5997" y="1"/>
                  </a:moveTo>
                  <a:cubicBezTo>
                    <a:pt x="5997" y="1"/>
                    <a:pt x="5997" y="1"/>
                    <a:pt x="5997" y="1"/>
                  </a:cubicBezTo>
                  <a:lnTo>
                    <a:pt x="5997" y="1"/>
                  </a:lnTo>
                  <a:lnTo>
                    <a:pt x="5997" y="1"/>
                  </a:lnTo>
                  <a:close/>
                  <a:moveTo>
                    <a:pt x="5997" y="1"/>
                  </a:moveTo>
                  <a:lnTo>
                    <a:pt x="4161" y="92"/>
                  </a:lnTo>
                  <a:cubicBezTo>
                    <a:pt x="3732" y="613"/>
                    <a:pt x="1985" y="533"/>
                    <a:pt x="631" y="736"/>
                  </a:cubicBezTo>
                  <a:cubicBezTo>
                    <a:pt x="587" y="743"/>
                    <a:pt x="543" y="750"/>
                    <a:pt x="505" y="774"/>
                  </a:cubicBezTo>
                  <a:cubicBezTo>
                    <a:pt x="1" y="1086"/>
                    <a:pt x="688" y="1909"/>
                    <a:pt x="1092" y="2080"/>
                  </a:cubicBezTo>
                  <a:cubicBezTo>
                    <a:pt x="1399" y="2210"/>
                    <a:pt x="1721" y="2302"/>
                    <a:pt x="2051" y="2352"/>
                  </a:cubicBezTo>
                  <a:cubicBezTo>
                    <a:pt x="2428" y="2407"/>
                    <a:pt x="2729" y="2379"/>
                    <a:pt x="3110" y="2401"/>
                  </a:cubicBezTo>
                  <a:cubicBezTo>
                    <a:pt x="3427" y="2420"/>
                    <a:pt x="3887" y="2426"/>
                    <a:pt x="4189" y="2522"/>
                  </a:cubicBezTo>
                  <a:cubicBezTo>
                    <a:pt x="4420" y="2595"/>
                    <a:pt x="4622" y="2649"/>
                    <a:pt x="4928" y="2719"/>
                  </a:cubicBezTo>
                  <a:cubicBezTo>
                    <a:pt x="5004" y="2736"/>
                    <a:pt x="5087" y="2744"/>
                    <a:pt x="5173" y="2744"/>
                  </a:cubicBezTo>
                  <a:cubicBezTo>
                    <a:pt x="5554" y="2744"/>
                    <a:pt x="5999" y="2580"/>
                    <a:pt x="6217" y="2305"/>
                  </a:cubicBezTo>
                  <a:cubicBezTo>
                    <a:pt x="6283" y="2221"/>
                    <a:pt x="6340" y="2127"/>
                    <a:pt x="6351" y="2020"/>
                  </a:cubicBezTo>
                  <a:cubicBezTo>
                    <a:pt x="6358" y="1946"/>
                    <a:pt x="6341" y="1870"/>
                    <a:pt x="6325" y="1795"/>
                  </a:cubicBezTo>
                  <a:cubicBezTo>
                    <a:pt x="6296" y="1661"/>
                    <a:pt x="5942" y="4"/>
                    <a:pt x="5997" y="1"/>
                  </a:cubicBezTo>
                  <a:close/>
                </a:path>
              </a:pathLst>
            </a:custGeom>
            <a:solidFill>
              <a:srgbClr val="2D2979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94" name="CustomShape 13"/>
            <p:cNvSpPr/>
            <p:nvPr/>
          </p:nvSpPr>
          <p:spPr>
            <a:xfrm>
              <a:off x="4195440" y="2517120"/>
              <a:ext cx="187920" cy="630720"/>
            </a:xfrm>
            <a:custGeom>
              <a:avLst/>
              <a:gdLst/>
              <a:ahLst/>
              <a:cxnLst/>
              <a:rect l="l" t="t" r="r" b="b"/>
              <a:pathLst>
                <a:path w="2839" h="9524">
                  <a:moveTo>
                    <a:pt x="0" y="1"/>
                  </a:moveTo>
                  <a:lnTo>
                    <a:pt x="0" y="1"/>
                  </a:lnTo>
                  <a:cubicBezTo>
                    <a:pt x="124" y="1250"/>
                    <a:pt x="672" y="9235"/>
                    <a:pt x="672" y="9235"/>
                  </a:cubicBezTo>
                  <a:cubicBezTo>
                    <a:pt x="919" y="9449"/>
                    <a:pt x="1188" y="9523"/>
                    <a:pt x="1441" y="9523"/>
                  </a:cubicBezTo>
                  <a:cubicBezTo>
                    <a:pt x="2009" y="9523"/>
                    <a:pt x="2501" y="9151"/>
                    <a:pt x="2501" y="9151"/>
                  </a:cubicBezTo>
                  <a:cubicBezTo>
                    <a:pt x="2501" y="9151"/>
                    <a:pt x="2815" y="2400"/>
                    <a:pt x="2826" y="1946"/>
                  </a:cubicBezTo>
                  <a:cubicBezTo>
                    <a:pt x="2838" y="1491"/>
                    <a:pt x="2351" y="226"/>
                    <a:pt x="2351" y="226"/>
                  </a:cubicBezTo>
                  <a:lnTo>
                    <a:pt x="1586" y="86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AACAF9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95" name="CustomShape 14"/>
            <p:cNvSpPr/>
            <p:nvPr/>
          </p:nvSpPr>
          <p:spPr>
            <a:xfrm>
              <a:off x="3704040" y="3254040"/>
              <a:ext cx="414000" cy="181080"/>
            </a:xfrm>
            <a:custGeom>
              <a:avLst/>
              <a:gdLst/>
              <a:ahLst/>
              <a:cxnLst/>
              <a:rect l="l" t="t" r="r" b="b"/>
              <a:pathLst>
                <a:path w="6253" h="2740">
                  <a:moveTo>
                    <a:pt x="6071" y="76"/>
                  </a:moveTo>
                  <a:lnTo>
                    <a:pt x="6071" y="76"/>
                  </a:lnTo>
                  <a:cubicBezTo>
                    <a:pt x="6071" y="76"/>
                    <a:pt x="6071" y="76"/>
                    <a:pt x="6071" y="76"/>
                  </a:cubicBezTo>
                  <a:close/>
                  <a:moveTo>
                    <a:pt x="4234" y="1"/>
                  </a:moveTo>
                  <a:cubicBezTo>
                    <a:pt x="3969" y="267"/>
                    <a:pt x="3313" y="311"/>
                    <a:pt x="2547" y="311"/>
                  </a:cubicBezTo>
                  <a:cubicBezTo>
                    <a:pt x="2178" y="311"/>
                    <a:pt x="1783" y="301"/>
                    <a:pt x="1394" y="301"/>
                  </a:cubicBezTo>
                  <a:cubicBezTo>
                    <a:pt x="1144" y="301"/>
                    <a:pt x="896" y="305"/>
                    <a:pt x="659" y="319"/>
                  </a:cubicBezTo>
                  <a:cubicBezTo>
                    <a:pt x="615" y="321"/>
                    <a:pt x="570" y="325"/>
                    <a:pt x="531" y="344"/>
                  </a:cubicBezTo>
                  <a:cubicBezTo>
                    <a:pt x="0" y="609"/>
                    <a:pt x="609" y="1492"/>
                    <a:pt x="996" y="1700"/>
                  </a:cubicBezTo>
                  <a:cubicBezTo>
                    <a:pt x="1289" y="1856"/>
                    <a:pt x="1601" y="1976"/>
                    <a:pt x="1925" y="2057"/>
                  </a:cubicBezTo>
                  <a:cubicBezTo>
                    <a:pt x="2296" y="2146"/>
                    <a:pt x="2598" y="2146"/>
                    <a:pt x="2976" y="2202"/>
                  </a:cubicBezTo>
                  <a:cubicBezTo>
                    <a:pt x="3291" y="2250"/>
                    <a:pt x="3747" y="2299"/>
                    <a:pt x="4039" y="2421"/>
                  </a:cubicBezTo>
                  <a:cubicBezTo>
                    <a:pt x="4263" y="2516"/>
                    <a:pt x="4459" y="2589"/>
                    <a:pt x="4757" y="2686"/>
                  </a:cubicBezTo>
                  <a:cubicBezTo>
                    <a:pt x="4868" y="2722"/>
                    <a:pt x="4996" y="2740"/>
                    <a:pt x="5128" y="2740"/>
                  </a:cubicBezTo>
                  <a:cubicBezTo>
                    <a:pt x="5478" y="2740"/>
                    <a:pt x="5863" y="2617"/>
                    <a:pt x="6078" y="2392"/>
                  </a:cubicBezTo>
                  <a:cubicBezTo>
                    <a:pt x="6153" y="2315"/>
                    <a:pt x="6217" y="2226"/>
                    <a:pt x="6237" y="2121"/>
                  </a:cubicBezTo>
                  <a:cubicBezTo>
                    <a:pt x="6252" y="2047"/>
                    <a:pt x="6242" y="1969"/>
                    <a:pt x="6233" y="1894"/>
                  </a:cubicBezTo>
                  <a:cubicBezTo>
                    <a:pt x="6215" y="1757"/>
                    <a:pt x="6016" y="76"/>
                    <a:pt x="6071" y="76"/>
                  </a:cubicBezTo>
                  <a:cubicBezTo>
                    <a:pt x="6071" y="76"/>
                    <a:pt x="6071" y="76"/>
                    <a:pt x="6071" y="76"/>
                  </a:cubicBezTo>
                  <a:lnTo>
                    <a:pt x="6071" y="76"/>
                  </a:lnTo>
                  <a:lnTo>
                    <a:pt x="4234" y="1"/>
                  </a:lnTo>
                  <a:close/>
                </a:path>
              </a:pathLst>
            </a:custGeom>
            <a:solidFill>
              <a:srgbClr val="2D2979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96" name="CustomShape 15"/>
            <p:cNvSpPr/>
            <p:nvPr/>
          </p:nvSpPr>
          <p:spPr>
            <a:xfrm>
              <a:off x="3940560" y="2652840"/>
              <a:ext cx="187200" cy="622800"/>
            </a:xfrm>
            <a:custGeom>
              <a:avLst/>
              <a:gdLst/>
              <a:ahLst/>
              <a:cxnLst/>
              <a:rect l="l" t="t" r="r" b="b"/>
              <a:pathLst>
                <a:path w="2829" h="9404">
                  <a:moveTo>
                    <a:pt x="1" y="1"/>
                  </a:moveTo>
                  <a:cubicBezTo>
                    <a:pt x="124" y="1250"/>
                    <a:pt x="664" y="9074"/>
                    <a:pt x="664" y="9074"/>
                  </a:cubicBezTo>
                  <a:cubicBezTo>
                    <a:pt x="952" y="9323"/>
                    <a:pt x="1271" y="9403"/>
                    <a:pt x="1561" y="9403"/>
                  </a:cubicBezTo>
                  <a:cubicBezTo>
                    <a:pt x="2077" y="9403"/>
                    <a:pt x="2501" y="9151"/>
                    <a:pt x="2501" y="9151"/>
                  </a:cubicBezTo>
                  <a:cubicBezTo>
                    <a:pt x="2501" y="9151"/>
                    <a:pt x="2815" y="2400"/>
                    <a:pt x="2826" y="1944"/>
                  </a:cubicBezTo>
                  <a:cubicBezTo>
                    <a:pt x="2829" y="1845"/>
                    <a:pt x="2808" y="1707"/>
                    <a:pt x="2773" y="1552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C4D9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97" name="CustomShape 16"/>
            <p:cNvSpPr/>
            <p:nvPr/>
          </p:nvSpPr>
          <p:spPr>
            <a:xfrm>
              <a:off x="4187880" y="2395800"/>
              <a:ext cx="628920" cy="423360"/>
            </a:xfrm>
            <a:custGeom>
              <a:avLst/>
              <a:gdLst/>
              <a:ahLst/>
              <a:cxnLst/>
              <a:rect l="l" t="t" r="r" b="b"/>
              <a:pathLst>
                <a:path w="9499" h="6393">
                  <a:moveTo>
                    <a:pt x="1963" y="1"/>
                  </a:moveTo>
                  <a:cubicBezTo>
                    <a:pt x="1041" y="1"/>
                    <a:pt x="0" y="675"/>
                    <a:pt x="115" y="1834"/>
                  </a:cubicBezTo>
                  <a:lnTo>
                    <a:pt x="1702" y="2702"/>
                  </a:lnTo>
                  <a:lnTo>
                    <a:pt x="7961" y="6316"/>
                  </a:lnTo>
                  <a:cubicBezTo>
                    <a:pt x="8058" y="6368"/>
                    <a:pt x="8149" y="6392"/>
                    <a:pt x="8234" y="6392"/>
                  </a:cubicBezTo>
                  <a:cubicBezTo>
                    <a:pt x="9292" y="6392"/>
                    <a:pt x="9499" y="2702"/>
                    <a:pt x="9499" y="2702"/>
                  </a:cubicBezTo>
                  <a:cubicBezTo>
                    <a:pt x="9499" y="2702"/>
                    <a:pt x="3424" y="422"/>
                    <a:pt x="2524" y="95"/>
                  </a:cubicBezTo>
                  <a:cubicBezTo>
                    <a:pt x="2350" y="31"/>
                    <a:pt x="2159" y="1"/>
                    <a:pt x="1963" y="1"/>
                  </a:cubicBezTo>
                  <a:close/>
                </a:path>
              </a:pathLst>
            </a:custGeom>
            <a:solidFill>
              <a:srgbClr val="AACAF9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98" name="CustomShape 17"/>
            <p:cNvSpPr/>
            <p:nvPr/>
          </p:nvSpPr>
          <p:spPr>
            <a:xfrm>
              <a:off x="3883680" y="2298240"/>
              <a:ext cx="756000" cy="266760"/>
            </a:xfrm>
            <a:custGeom>
              <a:avLst/>
              <a:gdLst/>
              <a:ahLst/>
              <a:cxnLst/>
              <a:rect l="l" t="t" r="r" b="b"/>
              <a:pathLst>
                <a:path w="11412" h="4032">
                  <a:moveTo>
                    <a:pt x="11411" y="0"/>
                  </a:moveTo>
                  <a:lnTo>
                    <a:pt x="1" y="1046"/>
                  </a:lnTo>
                  <a:cubicBezTo>
                    <a:pt x="1" y="1213"/>
                    <a:pt x="89" y="1367"/>
                    <a:pt x="233" y="1450"/>
                  </a:cubicBezTo>
                  <a:lnTo>
                    <a:pt x="4597" y="3969"/>
                  </a:lnTo>
                  <a:cubicBezTo>
                    <a:pt x="4669" y="4010"/>
                    <a:pt x="4749" y="4031"/>
                    <a:pt x="4830" y="4031"/>
                  </a:cubicBezTo>
                  <a:cubicBezTo>
                    <a:pt x="4910" y="4031"/>
                    <a:pt x="4990" y="4010"/>
                    <a:pt x="5063" y="3969"/>
                  </a:cubicBezTo>
                  <a:lnTo>
                    <a:pt x="11179" y="438"/>
                  </a:lnTo>
                  <a:cubicBezTo>
                    <a:pt x="11322" y="355"/>
                    <a:pt x="11411" y="202"/>
                    <a:pt x="11411" y="36"/>
                  </a:cubicBezTo>
                  <a:lnTo>
                    <a:pt x="11411" y="0"/>
                  </a:lnTo>
                  <a:close/>
                </a:path>
              </a:pathLst>
            </a:custGeom>
            <a:solidFill>
              <a:srgbClr val="C8E2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99" name="CustomShape 18"/>
            <p:cNvSpPr/>
            <p:nvPr/>
          </p:nvSpPr>
          <p:spPr>
            <a:xfrm>
              <a:off x="4265640" y="2341440"/>
              <a:ext cx="316080" cy="185400"/>
            </a:xfrm>
            <a:custGeom>
              <a:avLst/>
              <a:gdLst/>
              <a:ahLst/>
              <a:cxnLst/>
              <a:rect l="l" t="t" r="r" b="b"/>
              <a:pathLst>
                <a:path w="4778" h="2804">
                  <a:moveTo>
                    <a:pt x="4748" y="1"/>
                  </a:moveTo>
                  <a:cubicBezTo>
                    <a:pt x="4739" y="1"/>
                    <a:pt x="4728" y="4"/>
                    <a:pt x="4716" y="11"/>
                  </a:cubicBezTo>
                  <a:lnTo>
                    <a:pt x="59" y="2688"/>
                  </a:lnTo>
                  <a:cubicBezTo>
                    <a:pt x="27" y="2708"/>
                    <a:pt x="1" y="2746"/>
                    <a:pt x="1" y="2775"/>
                  </a:cubicBezTo>
                  <a:cubicBezTo>
                    <a:pt x="1" y="2794"/>
                    <a:pt x="11" y="2804"/>
                    <a:pt x="27" y="2804"/>
                  </a:cubicBezTo>
                  <a:cubicBezTo>
                    <a:pt x="37" y="2804"/>
                    <a:pt x="48" y="2801"/>
                    <a:pt x="59" y="2793"/>
                  </a:cubicBezTo>
                  <a:lnTo>
                    <a:pt x="4719" y="114"/>
                  </a:lnTo>
                  <a:cubicBezTo>
                    <a:pt x="4752" y="96"/>
                    <a:pt x="4777" y="58"/>
                    <a:pt x="4776" y="29"/>
                  </a:cubicBezTo>
                  <a:cubicBezTo>
                    <a:pt x="4776" y="11"/>
                    <a:pt x="4765" y="1"/>
                    <a:pt x="4748" y="1"/>
                  </a:cubicBezTo>
                  <a:close/>
                </a:path>
              </a:pathLst>
            </a:custGeom>
            <a:solidFill>
              <a:srgbClr val="A5CBFA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00" name="CustomShape 19"/>
            <p:cNvSpPr/>
            <p:nvPr/>
          </p:nvSpPr>
          <p:spPr>
            <a:xfrm>
              <a:off x="3883680" y="2367720"/>
              <a:ext cx="319680" cy="197640"/>
            </a:xfrm>
            <a:custGeom>
              <a:avLst/>
              <a:gdLst/>
              <a:ahLst/>
              <a:cxnLst/>
              <a:rect l="l" t="t" r="r" b="b"/>
              <a:pathLst>
                <a:path w="4831" h="2986">
                  <a:moveTo>
                    <a:pt x="1" y="0"/>
                  </a:moveTo>
                  <a:cubicBezTo>
                    <a:pt x="1" y="167"/>
                    <a:pt x="89" y="321"/>
                    <a:pt x="233" y="404"/>
                  </a:cubicBezTo>
                  <a:lnTo>
                    <a:pt x="4597" y="2923"/>
                  </a:lnTo>
                  <a:cubicBezTo>
                    <a:pt x="4667" y="2964"/>
                    <a:pt x="4748" y="2985"/>
                    <a:pt x="4830" y="2985"/>
                  </a:cubicBezTo>
                  <a:lnTo>
                    <a:pt x="4830" y="0"/>
                  </a:lnTo>
                  <a:close/>
                </a:path>
              </a:pathLst>
            </a:custGeom>
            <a:solidFill>
              <a:srgbClr val="A5CBFA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01" name="CustomShape 20"/>
            <p:cNvSpPr/>
            <p:nvPr/>
          </p:nvSpPr>
          <p:spPr>
            <a:xfrm>
              <a:off x="4179600" y="2536920"/>
              <a:ext cx="48240" cy="28440"/>
            </a:xfrm>
            <a:custGeom>
              <a:avLst/>
              <a:gdLst/>
              <a:ahLst/>
              <a:cxnLst/>
              <a:rect l="l" t="t" r="r" b="b"/>
              <a:pathLst>
                <a:path w="731" h="434">
                  <a:moveTo>
                    <a:pt x="0" y="0"/>
                  </a:moveTo>
                  <a:lnTo>
                    <a:pt x="0" y="295"/>
                  </a:lnTo>
                  <a:lnTo>
                    <a:pt x="133" y="371"/>
                  </a:lnTo>
                  <a:cubicBezTo>
                    <a:pt x="205" y="412"/>
                    <a:pt x="285" y="433"/>
                    <a:pt x="366" y="433"/>
                  </a:cubicBezTo>
                  <a:cubicBezTo>
                    <a:pt x="446" y="433"/>
                    <a:pt x="526" y="412"/>
                    <a:pt x="599" y="371"/>
                  </a:cubicBezTo>
                  <a:lnTo>
                    <a:pt x="731" y="29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rgbClr val="B7D6FD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02" name="CustomShape 21"/>
            <p:cNvSpPr/>
            <p:nvPr/>
          </p:nvSpPr>
          <p:spPr>
            <a:xfrm>
              <a:off x="3883680" y="2112480"/>
              <a:ext cx="757080" cy="436320"/>
            </a:xfrm>
            <a:custGeom>
              <a:avLst/>
              <a:gdLst/>
              <a:ahLst/>
              <a:cxnLst/>
              <a:rect l="l" t="t" r="r" b="b"/>
              <a:pathLst>
                <a:path w="11433" h="6588">
                  <a:moveTo>
                    <a:pt x="6669" y="1"/>
                  </a:moveTo>
                  <a:lnTo>
                    <a:pt x="1" y="3852"/>
                  </a:lnTo>
                  <a:lnTo>
                    <a:pt x="4666" y="6544"/>
                  </a:lnTo>
                  <a:cubicBezTo>
                    <a:pt x="4717" y="6573"/>
                    <a:pt x="4773" y="6588"/>
                    <a:pt x="4830" y="6588"/>
                  </a:cubicBezTo>
                  <a:cubicBezTo>
                    <a:pt x="4886" y="6588"/>
                    <a:pt x="4942" y="6573"/>
                    <a:pt x="4993" y="6544"/>
                  </a:cubicBezTo>
                  <a:lnTo>
                    <a:pt x="11351" y="2874"/>
                  </a:lnTo>
                  <a:cubicBezTo>
                    <a:pt x="11432" y="2828"/>
                    <a:pt x="11432" y="2752"/>
                    <a:pt x="11351" y="2704"/>
                  </a:cubicBezTo>
                  <a:lnTo>
                    <a:pt x="6669" y="1"/>
                  </a:lnTo>
                  <a:close/>
                </a:path>
              </a:pathLst>
            </a:custGeom>
            <a:solidFill>
              <a:srgbClr val="EFF6FE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03" name="CustomShape 22"/>
            <p:cNvSpPr/>
            <p:nvPr/>
          </p:nvSpPr>
          <p:spPr>
            <a:xfrm>
              <a:off x="3922560" y="2134800"/>
              <a:ext cx="412920" cy="237960"/>
            </a:xfrm>
            <a:custGeom>
              <a:avLst/>
              <a:gdLst/>
              <a:ahLst/>
              <a:cxnLst/>
              <a:rect l="l" t="t" r="r" b="b"/>
              <a:pathLst>
                <a:path w="6237" h="3595">
                  <a:moveTo>
                    <a:pt x="5995" y="1"/>
                  </a:moveTo>
                  <a:cubicBezTo>
                    <a:pt x="5979" y="1"/>
                    <a:pt x="5962" y="5"/>
                    <a:pt x="5946" y="13"/>
                  </a:cubicBezTo>
                  <a:lnTo>
                    <a:pt x="27" y="3431"/>
                  </a:lnTo>
                  <a:cubicBezTo>
                    <a:pt x="0" y="3447"/>
                    <a:pt x="0" y="3472"/>
                    <a:pt x="27" y="3487"/>
                  </a:cubicBezTo>
                  <a:lnTo>
                    <a:pt x="191" y="3582"/>
                  </a:lnTo>
                  <a:cubicBezTo>
                    <a:pt x="206" y="3590"/>
                    <a:pt x="223" y="3594"/>
                    <a:pt x="240" y="3594"/>
                  </a:cubicBezTo>
                  <a:cubicBezTo>
                    <a:pt x="257" y="3594"/>
                    <a:pt x="274" y="3590"/>
                    <a:pt x="289" y="3582"/>
                  </a:cubicBezTo>
                  <a:lnTo>
                    <a:pt x="6209" y="165"/>
                  </a:lnTo>
                  <a:cubicBezTo>
                    <a:pt x="6236" y="149"/>
                    <a:pt x="6236" y="123"/>
                    <a:pt x="6209" y="107"/>
                  </a:cubicBezTo>
                  <a:lnTo>
                    <a:pt x="6044" y="13"/>
                  </a:lnTo>
                  <a:cubicBezTo>
                    <a:pt x="6029" y="5"/>
                    <a:pt x="6012" y="1"/>
                    <a:pt x="5995" y="1"/>
                  </a:cubicBezTo>
                  <a:close/>
                </a:path>
              </a:pathLst>
            </a:custGeom>
            <a:solidFill>
              <a:srgbClr val="D2EA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04" name="CustomShape 23"/>
            <p:cNvSpPr/>
            <p:nvPr/>
          </p:nvSpPr>
          <p:spPr>
            <a:xfrm>
              <a:off x="4249440" y="2323800"/>
              <a:ext cx="213120" cy="122760"/>
            </a:xfrm>
            <a:custGeom>
              <a:avLst/>
              <a:gdLst/>
              <a:ahLst/>
              <a:cxnLst/>
              <a:rect l="l" t="t" r="r" b="b"/>
              <a:pathLst>
                <a:path w="3221" h="1859">
                  <a:moveTo>
                    <a:pt x="2071" y="0"/>
                  </a:moveTo>
                  <a:lnTo>
                    <a:pt x="1" y="1195"/>
                  </a:lnTo>
                  <a:lnTo>
                    <a:pt x="33" y="1213"/>
                  </a:lnTo>
                  <a:lnTo>
                    <a:pt x="1152" y="1858"/>
                  </a:lnTo>
                  <a:lnTo>
                    <a:pt x="3190" y="682"/>
                  </a:lnTo>
                  <a:lnTo>
                    <a:pt x="3220" y="663"/>
                  </a:lnTo>
                  <a:lnTo>
                    <a:pt x="2071" y="0"/>
                  </a:lnTo>
                  <a:close/>
                </a:path>
              </a:pathLst>
            </a:custGeom>
            <a:solidFill>
              <a:srgbClr val="97C3F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05" name="CustomShape 24"/>
            <p:cNvSpPr/>
            <p:nvPr/>
          </p:nvSpPr>
          <p:spPr>
            <a:xfrm>
              <a:off x="4251600" y="2326320"/>
              <a:ext cx="208800" cy="120600"/>
            </a:xfrm>
            <a:custGeom>
              <a:avLst/>
              <a:gdLst/>
              <a:ahLst/>
              <a:cxnLst/>
              <a:rect l="l" t="t" r="r" b="b"/>
              <a:pathLst>
                <a:path w="3158" h="1823">
                  <a:moveTo>
                    <a:pt x="2040" y="1"/>
                  </a:moveTo>
                  <a:lnTo>
                    <a:pt x="1" y="1177"/>
                  </a:lnTo>
                  <a:lnTo>
                    <a:pt x="1120" y="1822"/>
                  </a:lnTo>
                  <a:lnTo>
                    <a:pt x="3158" y="646"/>
                  </a:lnTo>
                  <a:lnTo>
                    <a:pt x="2040" y="1"/>
                  </a:lnTo>
                  <a:close/>
                </a:path>
              </a:pathLst>
            </a:custGeom>
            <a:solidFill>
              <a:srgbClr val="D2EA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06" name="CustomShape 25"/>
            <p:cNvSpPr/>
            <p:nvPr/>
          </p:nvSpPr>
          <p:spPr>
            <a:xfrm>
              <a:off x="4320360" y="2326320"/>
              <a:ext cx="140040" cy="120600"/>
            </a:xfrm>
            <a:custGeom>
              <a:avLst/>
              <a:gdLst/>
              <a:ahLst/>
              <a:cxnLst/>
              <a:rect l="l" t="t" r="r" b="b"/>
              <a:pathLst>
                <a:path w="2118" h="1823">
                  <a:moveTo>
                    <a:pt x="1000" y="1"/>
                  </a:moveTo>
                  <a:lnTo>
                    <a:pt x="833" y="96"/>
                  </a:lnTo>
                  <a:cubicBezTo>
                    <a:pt x="1123" y="254"/>
                    <a:pt x="1242" y="1044"/>
                    <a:pt x="0" y="1777"/>
                  </a:cubicBezTo>
                  <a:lnTo>
                    <a:pt x="80" y="1822"/>
                  </a:lnTo>
                  <a:lnTo>
                    <a:pt x="2118" y="647"/>
                  </a:lnTo>
                  <a:lnTo>
                    <a:pt x="1000" y="1"/>
                  </a:lnTo>
                  <a:close/>
                </a:path>
              </a:pathLst>
            </a:custGeom>
            <a:solidFill>
              <a:srgbClr val="AAD1FC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07" name="CustomShape 26"/>
            <p:cNvSpPr/>
            <p:nvPr/>
          </p:nvSpPr>
          <p:spPr>
            <a:xfrm>
              <a:off x="3952800" y="2154240"/>
              <a:ext cx="537480" cy="309600"/>
            </a:xfrm>
            <a:custGeom>
              <a:avLst/>
              <a:gdLst/>
              <a:ahLst/>
              <a:cxnLst/>
              <a:rect l="l" t="t" r="r" b="b"/>
              <a:pathLst>
                <a:path w="8119" h="4680">
                  <a:moveTo>
                    <a:pt x="5951" y="0"/>
                  </a:moveTo>
                  <a:cubicBezTo>
                    <a:pt x="5935" y="0"/>
                    <a:pt x="5918" y="4"/>
                    <a:pt x="5903" y="12"/>
                  </a:cubicBezTo>
                  <a:lnTo>
                    <a:pt x="28" y="3405"/>
                  </a:lnTo>
                  <a:cubicBezTo>
                    <a:pt x="1" y="3420"/>
                    <a:pt x="1" y="3446"/>
                    <a:pt x="28" y="3462"/>
                  </a:cubicBezTo>
                  <a:lnTo>
                    <a:pt x="30" y="3463"/>
                  </a:lnTo>
                  <a:lnTo>
                    <a:pt x="2115" y="4668"/>
                  </a:lnTo>
                  <a:cubicBezTo>
                    <a:pt x="2130" y="4676"/>
                    <a:pt x="2147" y="4680"/>
                    <a:pt x="2164" y="4680"/>
                  </a:cubicBezTo>
                  <a:cubicBezTo>
                    <a:pt x="2181" y="4680"/>
                    <a:pt x="2198" y="4676"/>
                    <a:pt x="2214" y="4668"/>
                  </a:cubicBezTo>
                  <a:lnTo>
                    <a:pt x="8090" y="1278"/>
                  </a:lnTo>
                  <a:lnTo>
                    <a:pt x="8092" y="1278"/>
                  </a:lnTo>
                  <a:cubicBezTo>
                    <a:pt x="8118" y="1262"/>
                    <a:pt x="8118" y="1237"/>
                    <a:pt x="8092" y="1219"/>
                  </a:cubicBezTo>
                  <a:lnTo>
                    <a:pt x="6000" y="12"/>
                  </a:lnTo>
                  <a:cubicBezTo>
                    <a:pt x="5985" y="4"/>
                    <a:pt x="5968" y="0"/>
                    <a:pt x="5951" y="0"/>
                  </a:cubicBezTo>
                  <a:close/>
                </a:path>
              </a:pathLst>
            </a:custGeom>
            <a:solidFill>
              <a:srgbClr val="97C3F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08" name="CustomShape 27"/>
            <p:cNvSpPr/>
            <p:nvPr/>
          </p:nvSpPr>
          <p:spPr>
            <a:xfrm>
              <a:off x="3954240" y="2379600"/>
              <a:ext cx="360" cy="360"/>
            </a:xfrm>
            <a:custGeom>
              <a:avLst/>
              <a:gdLst/>
              <a:ahLst/>
              <a:cxnLst/>
              <a:rect l="l" t="t" r="r" b="b"/>
              <a:pathLst>
                <a:path w="8" h="4">
                  <a:moveTo>
                    <a:pt x="8" y="0"/>
                  </a:moveTo>
                  <a:lnTo>
                    <a:pt x="4" y="1"/>
                  </a:lnTo>
                  <a:cubicBezTo>
                    <a:pt x="3" y="2"/>
                    <a:pt x="3" y="2"/>
                    <a:pt x="3" y="3"/>
                  </a:cubicBezTo>
                  <a:lnTo>
                    <a:pt x="3" y="3"/>
                  </a:lnTo>
                  <a:lnTo>
                    <a:pt x="8" y="0"/>
                  </a:lnTo>
                  <a:close/>
                  <a:moveTo>
                    <a:pt x="3" y="3"/>
                  </a:moveTo>
                  <a:lnTo>
                    <a:pt x="0" y="4"/>
                  </a:lnTo>
                  <a:cubicBezTo>
                    <a:pt x="1" y="4"/>
                    <a:pt x="2" y="3"/>
                    <a:pt x="3" y="3"/>
                  </a:cubicBezTo>
                  <a:close/>
                </a:path>
              </a:pathLst>
            </a:custGeom>
            <a:solidFill>
              <a:srgbClr val="97C3F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09" name="CustomShape 28"/>
            <p:cNvSpPr/>
            <p:nvPr/>
          </p:nvSpPr>
          <p:spPr>
            <a:xfrm>
              <a:off x="3954600" y="2157840"/>
              <a:ext cx="533880" cy="306000"/>
            </a:xfrm>
            <a:custGeom>
              <a:avLst/>
              <a:gdLst/>
              <a:ahLst/>
              <a:cxnLst/>
              <a:rect l="l" t="t" r="r" b="b"/>
              <a:pathLst>
                <a:path w="8061" h="4623">
                  <a:moveTo>
                    <a:pt x="5921" y="1"/>
                  </a:moveTo>
                  <a:cubicBezTo>
                    <a:pt x="5905" y="1"/>
                    <a:pt x="5888" y="5"/>
                    <a:pt x="5873" y="13"/>
                  </a:cubicBezTo>
                  <a:lnTo>
                    <a:pt x="0" y="3406"/>
                  </a:lnTo>
                  <a:lnTo>
                    <a:pt x="2085" y="4611"/>
                  </a:lnTo>
                  <a:cubicBezTo>
                    <a:pt x="2100" y="4619"/>
                    <a:pt x="2117" y="4623"/>
                    <a:pt x="2134" y="4623"/>
                  </a:cubicBezTo>
                  <a:cubicBezTo>
                    <a:pt x="2151" y="4623"/>
                    <a:pt x="2168" y="4619"/>
                    <a:pt x="2184" y="4611"/>
                  </a:cubicBezTo>
                  <a:lnTo>
                    <a:pt x="8060" y="1222"/>
                  </a:lnTo>
                  <a:lnTo>
                    <a:pt x="5970" y="13"/>
                  </a:lnTo>
                  <a:cubicBezTo>
                    <a:pt x="5955" y="5"/>
                    <a:pt x="5938" y="1"/>
                    <a:pt x="5921" y="1"/>
                  </a:cubicBezTo>
                  <a:close/>
                </a:path>
              </a:pathLst>
            </a:custGeom>
            <a:solidFill>
              <a:srgbClr val="AAD1FC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10" name="CustomShape 29"/>
            <p:cNvSpPr/>
            <p:nvPr/>
          </p:nvSpPr>
          <p:spPr>
            <a:xfrm>
              <a:off x="3868560" y="1751400"/>
              <a:ext cx="456480" cy="615960"/>
            </a:xfrm>
            <a:custGeom>
              <a:avLst/>
              <a:gdLst/>
              <a:ahLst/>
              <a:cxnLst/>
              <a:rect l="l" t="t" r="r" b="b"/>
              <a:pathLst>
                <a:path w="6897" h="9303">
                  <a:moveTo>
                    <a:pt x="6560" y="1"/>
                  </a:moveTo>
                  <a:cubicBezTo>
                    <a:pt x="6481" y="1"/>
                    <a:pt x="6401" y="21"/>
                    <a:pt x="6330" y="63"/>
                  </a:cubicBezTo>
                  <a:lnTo>
                    <a:pt x="229" y="3585"/>
                  </a:lnTo>
                  <a:cubicBezTo>
                    <a:pt x="87" y="3668"/>
                    <a:pt x="0" y="3820"/>
                    <a:pt x="0" y="3984"/>
                  </a:cubicBezTo>
                  <a:lnTo>
                    <a:pt x="0" y="8904"/>
                  </a:lnTo>
                  <a:cubicBezTo>
                    <a:pt x="42" y="9159"/>
                    <a:pt x="87" y="9220"/>
                    <a:pt x="229" y="9302"/>
                  </a:cubicBezTo>
                  <a:lnTo>
                    <a:pt x="6897" y="5453"/>
                  </a:lnTo>
                  <a:lnTo>
                    <a:pt x="6897" y="207"/>
                  </a:lnTo>
                  <a:lnTo>
                    <a:pt x="6845" y="90"/>
                  </a:lnTo>
                  <a:lnTo>
                    <a:pt x="6790" y="63"/>
                  </a:lnTo>
                  <a:cubicBezTo>
                    <a:pt x="6719" y="21"/>
                    <a:pt x="6640" y="1"/>
                    <a:pt x="6560" y="1"/>
                  </a:cubicBezTo>
                  <a:close/>
                </a:path>
              </a:pathLst>
            </a:custGeom>
            <a:solidFill>
              <a:srgbClr val="A5CBFA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11" name="CustomShape 30"/>
            <p:cNvSpPr/>
            <p:nvPr/>
          </p:nvSpPr>
          <p:spPr>
            <a:xfrm>
              <a:off x="3872160" y="1751400"/>
              <a:ext cx="453240" cy="279360"/>
            </a:xfrm>
            <a:custGeom>
              <a:avLst/>
              <a:gdLst/>
              <a:ahLst/>
              <a:cxnLst/>
              <a:rect l="l" t="t" r="r" b="b"/>
              <a:pathLst>
                <a:path w="6844" h="4220">
                  <a:moveTo>
                    <a:pt x="6507" y="1"/>
                  </a:moveTo>
                  <a:cubicBezTo>
                    <a:pt x="6428" y="1"/>
                    <a:pt x="6348" y="21"/>
                    <a:pt x="6277" y="62"/>
                  </a:cubicBezTo>
                  <a:lnTo>
                    <a:pt x="177" y="3585"/>
                  </a:lnTo>
                  <a:cubicBezTo>
                    <a:pt x="102" y="3628"/>
                    <a:pt x="41" y="3691"/>
                    <a:pt x="1" y="3767"/>
                  </a:cubicBezTo>
                  <a:lnTo>
                    <a:pt x="787" y="4220"/>
                  </a:lnTo>
                  <a:lnTo>
                    <a:pt x="6844" y="383"/>
                  </a:lnTo>
                  <a:lnTo>
                    <a:pt x="6844" y="208"/>
                  </a:lnTo>
                  <a:lnTo>
                    <a:pt x="6792" y="90"/>
                  </a:lnTo>
                  <a:lnTo>
                    <a:pt x="6737" y="62"/>
                  </a:lnTo>
                  <a:cubicBezTo>
                    <a:pt x="6666" y="21"/>
                    <a:pt x="6587" y="1"/>
                    <a:pt x="6507" y="1"/>
                  </a:cubicBezTo>
                  <a:close/>
                </a:path>
              </a:pathLst>
            </a:custGeom>
            <a:solidFill>
              <a:srgbClr val="C8E2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12" name="CustomShape 31"/>
            <p:cNvSpPr/>
            <p:nvPr/>
          </p:nvSpPr>
          <p:spPr>
            <a:xfrm>
              <a:off x="3868560" y="1982880"/>
              <a:ext cx="58680" cy="63000"/>
            </a:xfrm>
            <a:custGeom>
              <a:avLst/>
              <a:gdLst/>
              <a:ahLst/>
              <a:cxnLst/>
              <a:rect l="l" t="t" r="r" b="b"/>
              <a:pathLst>
                <a:path w="889" h="958">
                  <a:moveTo>
                    <a:pt x="382" y="1"/>
                  </a:moveTo>
                  <a:lnTo>
                    <a:pt x="221" y="95"/>
                  </a:lnTo>
                  <a:cubicBezTo>
                    <a:pt x="84" y="178"/>
                    <a:pt x="1" y="328"/>
                    <a:pt x="1" y="488"/>
                  </a:cubicBezTo>
                  <a:lnTo>
                    <a:pt x="1" y="729"/>
                  </a:lnTo>
                  <a:lnTo>
                    <a:pt x="396" y="958"/>
                  </a:lnTo>
                  <a:lnTo>
                    <a:pt x="889" y="291"/>
                  </a:lnTo>
                  <a:lnTo>
                    <a:pt x="382" y="1"/>
                  </a:lnTo>
                  <a:close/>
                </a:path>
              </a:pathLst>
            </a:custGeom>
            <a:solidFill>
              <a:srgbClr val="B7D6FD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13" name="CustomShape 32"/>
            <p:cNvSpPr/>
            <p:nvPr/>
          </p:nvSpPr>
          <p:spPr>
            <a:xfrm>
              <a:off x="3883680" y="1756440"/>
              <a:ext cx="441720" cy="610920"/>
            </a:xfrm>
            <a:custGeom>
              <a:avLst/>
              <a:gdLst/>
              <a:ahLst/>
              <a:cxnLst/>
              <a:rect l="l" t="t" r="r" b="b"/>
              <a:pathLst>
                <a:path w="6669" h="9227">
                  <a:moveTo>
                    <a:pt x="6567" y="1"/>
                  </a:moveTo>
                  <a:cubicBezTo>
                    <a:pt x="6550" y="1"/>
                    <a:pt x="6532" y="5"/>
                    <a:pt x="6516" y="15"/>
                  </a:cubicBezTo>
                  <a:lnTo>
                    <a:pt x="112" y="3712"/>
                  </a:lnTo>
                  <a:cubicBezTo>
                    <a:pt x="44" y="3751"/>
                    <a:pt x="1" y="3824"/>
                    <a:pt x="1" y="3904"/>
                  </a:cubicBezTo>
                  <a:lnTo>
                    <a:pt x="1" y="9226"/>
                  </a:lnTo>
                  <a:lnTo>
                    <a:pt x="6669" y="5377"/>
                  </a:lnTo>
                  <a:lnTo>
                    <a:pt x="6669" y="103"/>
                  </a:lnTo>
                  <a:cubicBezTo>
                    <a:pt x="6669" y="44"/>
                    <a:pt x="6620" y="1"/>
                    <a:pt x="6567" y="1"/>
                  </a:cubicBezTo>
                  <a:close/>
                </a:path>
              </a:pathLst>
            </a:custGeom>
            <a:solidFill>
              <a:srgbClr val="DCEE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14" name="CustomShape 33"/>
            <p:cNvSpPr/>
            <p:nvPr/>
          </p:nvSpPr>
          <p:spPr>
            <a:xfrm>
              <a:off x="3883680" y="1756440"/>
              <a:ext cx="441720" cy="610920"/>
            </a:xfrm>
            <a:custGeom>
              <a:avLst/>
              <a:gdLst/>
              <a:ahLst/>
              <a:cxnLst/>
              <a:rect l="l" t="t" r="r" b="b"/>
              <a:pathLst>
                <a:path w="6669" h="9227">
                  <a:moveTo>
                    <a:pt x="6567" y="1"/>
                  </a:moveTo>
                  <a:cubicBezTo>
                    <a:pt x="6550" y="1"/>
                    <a:pt x="6532" y="5"/>
                    <a:pt x="6516" y="15"/>
                  </a:cubicBezTo>
                  <a:lnTo>
                    <a:pt x="112" y="3712"/>
                  </a:lnTo>
                  <a:cubicBezTo>
                    <a:pt x="44" y="3751"/>
                    <a:pt x="1" y="3824"/>
                    <a:pt x="1" y="3904"/>
                  </a:cubicBezTo>
                  <a:lnTo>
                    <a:pt x="1" y="9226"/>
                  </a:lnTo>
                  <a:lnTo>
                    <a:pt x="6669" y="5377"/>
                  </a:lnTo>
                  <a:lnTo>
                    <a:pt x="6669" y="103"/>
                  </a:lnTo>
                  <a:cubicBezTo>
                    <a:pt x="6669" y="44"/>
                    <a:pt x="6620" y="1"/>
                    <a:pt x="6567" y="1"/>
                  </a:cubicBezTo>
                  <a:close/>
                </a:path>
              </a:pathLst>
            </a:custGeom>
            <a:solidFill>
              <a:srgbClr val="DCEE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15" name="CustomShape 34"/>
            <p:cNvSpPr/>
            <p:nvPr/>
          </p:nvSpPr>
          <p:spPr>
            <a:xfrm>
              <a:off x="3889080" y="1756440"/>
              <a:ext cx="436320" cy="608040"/>
            </a:xfrm>
            <a:custGeom>
              <a:avLst/>
              <a:gdLst/>
              <a:ahLst/>
              <a:cxnLst/>
              <a:rect l="l" t="t" r="r" b="b"/>
              <a:pathLst>
                <a:path w="6591" h="9182">
                  <a:moveTo>
                    <a:pt x="6488" y="1"/>
                  </a:moveTo>
                  <a:cubicBezTo>
                    <a:pt x="6471" y="1"/>
                    <a:pt x="6453" y="5"/>
                    <a:pt x="6437" y="15"/>
                  </a:cubicBezTo>
                  <a:lnTo>
                    <a:pt x="5694" y="443"/>
                  </a:lnTo>
                  <a:lnTo>
                    <a:pt x="5462" y="575"/>
                  </a:lnTo>
                  <a:cubicBezTo>
                    <a:pt x="5462" y="1890"/>
                    <a:pt x="5341" y="5256"/>
                    <a:pt x="0" y="8382"/>
                  </a:cubicBezTo>
                  <a:lnTo>
                    <a:pt x="0" y="9181"/>
                  </a:lnTo>
                  <a:lnTo>
                    <a:pt x="6591" y="5375"/>
                  </a:lnTo>
                  <a:lnTo>
                    <a:pt x="6591" y="103"/>
                  </a:lnTo>
                  <a:cubicBezTo>
                    <a:pt x="6590" y="43"/>
                    <a:pt x="6541" y="1"/>
                    <a:pt x="6488" y="1"/>
                  </a:cubicBezTo>
                  <a:close/>
                </a:path>
              </a:pathLst>
            </a:custGeom>
            <a:solidFill>
              <a:srgbClr val="94C3FB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16" name="CustomShape 35"/>
            <p:cNvSpPr/>
            <p:nvPr/>
          </p:nvSpPr>
          <p:spPr>
            <a:xfrm>
              <a:off x="3883680" y="2099880"/>
              <a:ext cx="441720" cy="267480"/>
            </a:xfrm>
            <a:custGeom>
              <a:avLst/>
              <a:gdLst/>
              <a:ahLst/>
              <a:cxnLst/>
              <a:rect l="l" t="t" r="r" b="b"/>
              <a:pathLst>
                <a:path w="6669" h="4042">
                  <a:moveTo>
                    <a:pt x="6669" y="1"/>
                  </a:moveTo>
                  <a:lnTo>
                    <a:pt x="1" y="3852"/>
                  </a:lnTo>
                  <a:lnTo>
                    <a:pt x="1" y="4041"/>
                  </a:lnTo>
                  <a:lnTo>
                    <a:pt x="6669" y="192"/>
                  </a:lnTo>
                  <a:lnTo>
                    <a:pt x="6669" y="1"/>
                  </a:lnTo>
                  <a:close/>
                </a:path>
              </a:pathLst>
            </a:custGeom>
            <a:solidFill>
              <a:srgbClr val="94C3FB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17" name="CustomShape 36"/>
            <p:cNvSpPr/>
            <p:nvPr/>
          </p:nvSpPr>
          <p:spPr>
            <a:xfrm>
              <a:off x="4308840" y="1775520"/>
              <a:ext cx="5040" cy="318240"/>
            </a:xfrm>
            <a:custGeom>
              <a:avLst/>
              <a:gdLst/>
              <a:ahLst/>
              <a:cxnLst/>
              <a:rect l="l" t="t" r="r" b="b"/>
              <a:pathLst>
                <a:path w="81" h="4808">
                  <a:moveTo>
                    <a:pt x="80" y="0"/>
                  </a:moveTo>
                  <a:lnTo>
                    <a:pt x="1" y="47"/>
                  </a:lnTo>
                  <a:lnTo>
                    <a:pt x="1" y="4767"/>
                  </a:lnTo>
                  <a:lnTo>
                    <a:pt x="80" y="4808"/>
                  </a:lnTo>
                  <a:lnTo>
                    <a:pt x="80" y="0"/>
                  </a:lnTo>
                  <a:close/>
                </a:path>
              </a:pathLst>
            </a:custGeom>
            <a:solidFill>
              <a:srgbClr val="1E3779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18" name="CustomShape 37"/>
            <p:cNvSpPr/>
            <p:nvPr/>
          </p:nvSpPr>
          <p:spPr>
            <a:xfrm>
              <a:off x="3898080" y="1778400"/>
              <a:ext cx="410400" cy="549000"/>
            </a:xfrm>
            <a:custGeom>
              <a:avLst/>
              <a:gdLst/>
              <a:ahLst/>
              <a:cxnLst/>
              <a:rect l="l" t="t" r="r" b="b"/>
              <a:pathLst>
                <a:path w="6200" h="8292">
                  <a:moveTo>
                    <a:pt x="6200" y="1"/>
                  </a:moveTo>
                  <a:lnTo>
                    <a:pt x="0" y="3581"/>
                  </a:lnTo>
                  <a:lnTo>
                    <a:pt x="0" y="8292"/>
                  </a:lnTo>
                  <a:lnTo>
                    <a:pt x="6200" y="4721"/>
                  </a:lnTo>
                  <a:lnTo>
                    <a:pt x="6200" y="1"/>
                  </a:lnTo>
                  <a:close/>
                </a:path>
              </a:pathLst>
            </a:custGeom>
            <a:solidFill>
              <a:srgbClr val="34459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19" name="CustomShape 38"/>
            <p:cNvSpPr/>
            <p:nvPr/>
          </p:nvSpPr>
          <p:spPr>
            <a:xfrm>
              <a:off x="3898080" y="2091240"/>
              <a:ext cx="415800" cy="242640"/>
            </a:xfrm>
            <a:custGeom>
              <a:avLst/>
              <a:gdLst/>
              <a:ahLst/>
              <a:cxnLst/>
              <a:rect l="l" t="t" r="r" b="b"/>
              <a:pathLst>
                <a:path w="6280" h="3666">
                  <a:moveTo>
                    <a:pt x="6200" y="0"/>
                  </a:moveTo>
                  <a:lnTo>
                    <a:pt x="0" y="3571"/>
                  </a:lnTo>
                  <a:lnTo>
                    <a:pt x="0" y="3665"/>
                  </a:lnTo>
                  <a:lnTo>
                    <a:pt x="6279" y="41"/>
                  </a:lnTo>
                  <a:lnTo>
                    <a:pt x="6200" y="0"/>
                  </a:lnTo>
                  <a:close/>
                </a:path>
              </a:pathLst>
            </a:custGeom>
            <a:solidFill>
              <a:srgbClr val="031F6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20" name="CustomShape 39"/>
            <p:cNvSpPr/>
            <p:nvPr/>
          </p:nvSpPr>
          <p:spPr>
            <a:xfrm>
              <a:off x="3898080" y="1778400"/>
              <a:ext cx="410760" cy="549000"/>
            </a:xfrm>
            <a:custGeom>
              <a:avLst/>
              <a:gdLst/>
              <a:ahLst/>
              <a:cxnLst/>
              <a:rect l="l" t="t" r="r" b="b"/>
              <a:pathLst>
                <a:path w="6202" h="8292">
                  <a:moveTo>
                    <a:pt x="6202" y="1"/>
                  </a:moveTo>
                  <a:lnTo>
                    <a:pt x="5324" y="507"/>
                  </a:lnTo>
                  <a:cubicBezTo>
                    <a:pt x="5293" y="1957"/>
                    <a:pt x="4883" y="5056"/>
                    <a:pt x="1" y="7967"/>
                  </a:cubicBezTo>
                  <a:lnTo>
                    <a:pt x="1" y="8292"/>
                  </a:lnTo>
                  <a:lnTo>
                    <a:pt x="6202" y="4721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rgbClr val="2B3D89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21" name="CustomShape 40"/>
            <p:cNvSpPr/>
            <p:nvPr/>
          </p:nvSpPr>
          <p:spPr>
            <a:xfrm>
              <a:off x="4616640" y="2980080"/>
              <a:ext cx="37800" cy="743040"/>
            </a:xfrm>
            <a:custGeom>
              <a:avLst/>
              <a:gdLst/>
              <a:ahLst/>
              <a:cxnLst/>
              <a:rect l="l" t="t" r="r" b="b"/>
              <a:pathLst>
                <a:path w="576" h="11217">
                  <a:moveTo>
                    <a:pt x="288" y="0"/>
                  </a:moveTo>
                  <a:cubicBezTo>
                    <a:pt x="129" y="0"/>
                    <a:pt x="0" y="131"/>
                    <a:pt x="4" y="290"/>
                  </a:cubicBezTo>
                  <a:lnTo>
                    <a:pt x="4" y="10933"/>
                  </a:lnTo>
                  <a:cubicBezTo>
                    <a:pt x="4" y="11089"/>
                    <a:pt x="131" y="11216"/>
                    <a:pt x="288" y="11216"/>
                  </a:cubicBezTo>
                  <a:cubicBezTo>
                    <a:pt x="444" y="11216"/>
                    <a:pt x="571" y="11089"/>
                    <a:pt x="571" y="10933"/>
                  </a:cubicBezTo>
                  <a:lnTo>
                    <a:pt x="571" y="290"/>
                  </a:lnTo>
                  <a:cubicBezTo>
                    <a:pt x="575" y="131"/>
                    <a:pt x="447" y="0"/>
                    <a:pt x="288" y="0"/>
                  </a:cubicBezTo>
                  <a:close/>
                </a:path>
              </a:pathLst>
            </a:custGeom>
            <a:solidFill>
              <a:srgbClr val="223477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22" name="CustomShape 41"/>
            <p:cNvSpPr/>
            <p:nvPr/>
          </p:nvSpPr>
          <p:spPr>
            <a:xfrm>
              <a:off x="4156920" y="2803680"/>
              <a:ext cx="194760" cy="654840"/>
            </a:xfrm>
            <a:custGeom>
              <a:avLst/>
              <a:gdLst/>
              <a:ahLst/>
              <a:cxnLst/>
              <a:rect l="l" t="t" r="r" b="b"/>
              <a:pathLst>
                <a:path w="2946" h="9889">
                  <a:moveTo>
                    <a:pt x="2629" y="1"/>
                  </a:moveTo>
                  <a:cubicBezTo>
                    <a:pt x="2499" y="1"/>
                    <a:pt x="2381" y="91"/>
                    <a:pt x="2352" y="224"/>
                  </a:cubicBezTo>
                  <a:lnTo>
                    <a:pt x="39" y="9536"/>
                  </a:lnTo>
                  <a:cubicBezTo>
                    <a:pt x="1" y="9688"/>
                    <a:pt x="94" y="9842"/>
                    <a:pt x="246" y="9880"/>
                  </a:cubicBezTo>
                  <a:cubicBezTo>
                    <a:pt x="268" y="9885"/>
                    <a:pt x="291" y="9888"/>
                    <a:pt x="314" y="9888"/>
                  </a:cubicBezTo>
                  <a:cubicBezTo>
                    <a:pt x="444" y="9887"/>
                    <a:pt x="557" y="9799"/>
                    <a:pt x="589" y="9673"/>
                  </a:cubicBezTo>
                  <a:lnTo>
                    <a:pt x="2902" y="360"/>
                  </a:lnTo>
                  <a:cubicBezTo>
                    <a:pt x="2945" y="206"/>
                    <a:pt x="2852" y="47"/>
                    <a:pt x="2697" y="9"/>
                  </a:cubicBezTo>
                  <a:cubicBezTo>
                    <a:pt x="2674" y="4"/>
                    <a:pt x="2651" y="1"/>
                    <a:pt x="2629" y="1"/>
                  </a:cubicBezTo>
                  <a:close/>
                </a:path>
              </a:pathLst>
            </a:custGeom>
            <a:solidFill>
              <a:srgbClr val="223477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23" name="CustomShape 42"/>
            <p:cNvSpPr/>
            <p:nvPr/>
          </p:nvSpPr>
          <p:spPr>
            <a:xfrm>
              <a:off x="4920120" y="2804760"/>
              <a:ext cx="194040" cy="653760"/>
            </a:xfrm>
            <a:custGeom>
              <a:avLst/>
              <a:gdLst/>
              <a:ahLst/>
              <a:cxnLst/>
              <a:rect l="l" t="t" r="r" b="b"/>
              <a:pathLst>
                <a:path w="2936" h="9874">
                  <a:moveTo>
                    <a:pt x="311" y="1"/>
                  </a:moveTo>
                  <a:cubicBezTo>
                    <a:pt x="288" y="1"/>
                    <a:pt x="266" y="3"/>
                    <a:pt x="243" y="9"/>
                  </a:cubicBezTo>
                  <a:cubicBezTo>
                    <a:pt x="94" y="47"/>
                    <a:pt x="1" y="195"/>
                    <a:pt x="34" y="345"/>
                  </a:cubicBezTo>
                  <a:lnTo>
                    <a:pt x="2347" y="9658"/>
                  </a:lnTo>
                  <a:cubicBezTo>
                    <a:pt x="2379" y="9784"/>
                    <a:pt x="2493" y="9872"/>
                    <a:pt x="2622" y="9873"/>
                  </a:cubicBezTo>
                  <a:cubicBezTo>
                    <a:pt x="2646" y="9873"/>
                    <a:pt x="2669" y="9870"/>
                    <a:pt x="2691" y="9865"/>
                  </a:cubicBezTo>
                  <a:cubicBezTo>
                    <a:pt x="2842" y="9827"/>
                    <a:pt x="2935" y="9673"/>
                    <a:pt x="2898" y="9521"/>
                  </a:cubicBezTo>
                  <a:lnTo>
                    <a:pt x="584" y="209"/>
                  </a:lnTo>
                  <a:cubicBezTo>
                    <a:pt x="550" y="84"/>
                    <a:pt x="436" y="1"/>
                    <a:pt x="311" y="1"/>
                  </a:cubicBezTo>
                  <a:close/>
                </a:path>
              </a:pathLst>
            </a:custGeom>
            <a:solidFill>
              <a:srgbClr val="223477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24" name="CustomShape 43"/>
            <p:cNvSpPr/>
            <p:nvPr/>
          </p:nvSpPr>
          <p:spPr>
            <a:xfrm>
              <a:off x="4068720" y="2591640"/>
              <a:ext cx="872280" cy="479160"/>
            </a:xfrm>
            <a:custGeom>
              <a:avLst/>
              <a:gdLst/>
              <a:ahLst/>
              <a:cxnLst/>
              <a:rect l="l" t="t" r="r" b="b"/>
              <a:pathLst>
                <a:path w="13167" h="7237">
                  <a:moveTo>
                    <a:pt x="6254" y="0"/>
                  </a:moveTo>
                  <a:cubicBezTo>
                    <a:pt x="5721" y="0"/>
                    <a:pt x="5187" y="118"/>
                    <a:pt x="4780" y="353"/>
                  </a:cubicBezTo>
                  <a:lnTo>
                    <a:pt x="815" y="2643"/>
                  </a:lnTo>
                  <a:cubicBezTo>
                    <a:pt x="2" y="3112"/>
                    <a:pt x="1" y="3874"/>
                    <a:pt x="815" y="4344"/>
                  </a:cubicBezTo>
                  <a:lnTo>
                    <a:pt x="3958" y="6161"/>
                  </a:lnTo>
                  <a:cubicBezTo>
                    <a:pt x="3958" y="6161"/>
                    <a:pt x="5833" y="7237"/>
                    <a:pt x="7360" y="7237"/>
                  </a:cubicBezTo>
                  <a:cubicBezTo>
                    <a:pt x="7572" y="7237"/>
                    <a:pt x="7778" y="7216"/>
                    <a:pt x="7970" y="7169"/>
                  </a:cubicBezTo>
                  <a:cubicBezTo>
                    <a:pt x="9552" y="6781"/>
                    <a:pt x="13167" y="3493"/>
                    <a:pt x="13167" y="3493"/>
                  </a:cubicBezTo>
                  <a:lnTo>
                    <a:pt x="7728" y="353"/>
                  </a:lnTo>
                  <a:cubicBezTo>
                    <a:pt x="7321" y="118"/>
                    <a:pt x="6787" y="0"/>
                    <a:pt x="6254" y="0"/>
                  </a:cubicBezTo>
                  <a:close/>
                </a:path>
              </a:pathLst>
            </a:custGeom>
            <a:solidFill>
              <a:srgbClr val="FDB72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25" name="CustomShape 44"/>
            <p:cNvSpPr/>
            <p:nvPr/>
          </p:nvSpPr>
          <p:spPr>
            <a:xfrm>
              <a:off x="4609080" y="1872000"/>
              <a:ext cx="272520" cy="213120"/>
            </a:xfrm>
            <a:custGeom>
              <a:avLst/>
              <a:gdLst/>
              <a:ahLst/>
              <a:cxnLst/>
              <a:rect l="l" t="t" r="r" b="b"/>
              <a:pathLst>
                <a:path w="4119" h="3224">
                  <a:moveTo>
                    <a:pt x="2526" y="0"/>
                  </a:moveTo>
                  <a:lnTo>
                    <a:pt x="624" y="1140"/>
                  </a:lnTo>
                  <a:cubicBezTo>
                    <a:pt x="624" y="1140"/>
                    <a:pt x="731" y="1518"/>
                    <a:pt x="804" y="1762"/>
                  </a:cubicBezTo>
                  <a:cubicBezTo>
                    <a:pt x="876" y="2004"/>
                    <a:pt x="870" y="2136"/>
                    <a:pt x="408" y="2488"/>
                  </a:cubicBezTo>
                  <a:cubicBezTo>
                    <a:pt x="1" y="2798"/>
                    <a:pt x="961" y="3224"/>
                    <a:pt x="1743" y="3224"/>
                  </a:cubicBezTo>
                  <a:cubicBezTo>
                    <a:pt x="1849" y="3224"/>
                    <a:pt x="1951" y="3216"/>
                    <a:pt x="2047" y="3199"/>
                  </a:cubicBezTo>
                  <a:cubicBezTo>
                    <a:pt x="2848" y="3057"/>
                    <a:pt x="3709" y="2480"/>
                    <a:pt x="3906" y="1932"/>
                  </a:cubicBezTo>
                  <a:cubicBezTo>
                    <a:pt x="4118" y="1344"/>
                    <a:pt x="4051" y="716"/>
                    <a:pt x="3735" y="716"/>
                  </a:cubicBezTo>
                  <a:cubicBezTo>
                    <a:pt x="3722" y="716"/>
                    <a:pt x="3709" y="717"/>
                    <a:pt x="3696" y="719"/>
                  </a:cubicBezTo>
                  <a:cubicBezTo>
                    <a:pt x="3346" y="771"/>
                    <a:pt x="3056" y="854"/>
                    <a:pt x="2883" y="854"/>
                  </a:cubicBezTo>
                  <a:cubicBezTo>
                    <a:pt x="2804" y="854"/>
                    <a:pt x="2748" y="836"/>
                    <a:pt x="2723" y="790"/>
                  </a:cubicBezTo>
                  <a:cubicBezTo>
                    <a:pt x="2662" y="678"/>
                    <a:pt x="2526" y="0"/>
                    <a:pt x="2526" y="0"/>
                  </a:cubicBezTo>
                  <a:close/>
                </a:path>
              </a:pathLst>
            </a:custGeom>
            <a:solidFill>
              <a:srgbClr val="B44C6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26" name="CustomShape 45"/>
            <p:cNvSpPr/>
            <p:nvPr/>
          </p:nvSpPr>
          <p:spPr>
            <a:xfrm>
              <a:off x="3933000" y="2531520"/>
              <a:ext cx="1038240" cy="448920"/>
            </a:xfrm>
            <a:custGeom>
              <a:avLst/>
              <a:gdLst/>
              <a:ahLst/>
              <a:cxnLst/>
              <a:rect l="l" t="t" r="r" b="b"/>
              <a:pathLst>
                <a:path w="15676" h="6779">
                  <a:moveTo>
                    <a:pt x="1962" y="0"/>
                  </a:moveTo>
                  <a:cubicBezTo>
                    <a:pt x="1040" y="0"/>
                    <a:pt x="1" y="674"/>
                    <a:pt x="117" y="1832"/>
                  </a:cubicBezTo>
                  <a:lnTo>
                    <a:pt x="2715" y="3287"/>
                  </a:lnTo>
                  <a:lnTo>
                    <a:pt x="2715" y="3287"/>
                  </a:lnTo>
                  <a:lnTo>
                    <a:pt x="7961" y="6316"/>
                  </a:lnTo>
                  <a:cubicBezTo>
                    <a:pt x="8547" y="6630"/>
                    <a:pt x="9193" y="6779"/>
                    <a:pt x="9880" y="6779"/>
                  </a:cubicBezTo>
                  <a:cubicBezTo>
                    <a:pt x="10714" y="6779"/>
                    <a:pt x="11608" y="6560"/>
                    <a:pt x="12530" y="6155"/>
                  </a:cubicBezTo>
                  <a:cubicBezTo>
                    <a:pt x="14213" y="5415"/>
                    <a:pt x="15675" y="4449"/>
                    <a:pt x="15528" y="2193"/>
                  </a:cubicBezTo>
                  <a:lnTo>
                    <a:pt x="15528" y="2193"/>
                  </a:lnTo>
                  <a:lnTo>
                    <a:pt x="9499" y="2702"/>
                  </a:lnTo>
                  <a:cubicBezTo>
                    <a:pt x="9499" y="2702"/>
                    <a:pt x="3424" y="422"/>
                    <a:pt x="2524" y="94"/>
                  </a:cubicBezTo>
                  <a:cubicBezTo>
                    <a:pt x="2350" y="31"/>
                    <a:pt x="2159" y="0"/>
                    <a:pt x="1962" y="0"/>
                  </a:cubicBezTo>
                  <a:close/>
                </a:path>
              </a:pathLst>
            </a:custGeom>
            <a:solidFill>
              <a:srgbClr val="C4D9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27" name="CustomShape 46"/>
            <p:cNvSpPr/>
            <p:nvPr/>
          </p:nvSpPr>
          <p:spPr>
            <a:xfrm>
              <a:off x="4517640" y="1549440"/>
              <a:ext cx="330480" cy="400680"/>
            </a:xfrm>
            <a:custGeom>
              <a:avLst/>
              <a:gdLst/>
              <a:ahLst/>
              <a:cxnLst/>
              <a:rect l="l" t="t" r="r" b="b"/>
              <a:pathLst>
                <a:path w="4993" h="6054">
                  <a:moveTo>
                    <a:pt x="2448" y="1"/>
                  </a:moveTo>
                  <a:cubicBezTo>
                    <a:pt x="1139" y="1"/>
                    <a:pt x="275" y="1010"/>
                    <a:pt x="144" y="2291"/>
                  </a:cubicBezTo>
                  <a:cubicBezTo>
                    <a:pt x="69" y="2926"/>
                    <a:pt x="0" y="4270"/>
                    <a:pt x="487" y="5248"/>
                  </a:cubicBezTo>
                  <a:cubicBezTo>
                    <a:pt x="762" y="5802"/>
                    <a:pt x="1055" y="6003"/>
                    <a:pt x="1576" y="6051"/>
                  </a:cubicBezTo>
                  <a:cubicBezTo>
                    <a:pt x="1593" y="6053"/>
                    <a:pt x="1612" y="6053"/>
                    <a:pt x="1632" y="6053"/>
                  </a:cubicBezTo>
                  <a:cubicBezTo>
                    <a:pt x="2098" y="6053"/>
                    <a:pt x="3389" y="5658"/>
                    <a:pt x="3808" y="5114"/>
                  </a:cubicBezTo>
                  <a:cubicBezTo>
                    <a:pt x="3885" y="5013"/>
                    <a:pt x="3982" y="4547"/>
                    <a:pt x="3982" y="4547"/>
                  </a:cubicBezTo>
                  <a:cubicBezTo>
                    <a:pt x="4587" y="4085"/>
                    <a:pt x="4982" y="3370"/>
                    <a:pt x="4986" y="2550"/>
                  </a:cubicBezTo>
                  <a:cubicBezTo>
                    <a:pt x="4992" y="1148"/>
                    <a:pt x="3862" y="7"/>
                    <a:pt x="2460" y="1"/>
                  </a:cubicBezTo>
                  <a:cubicBezTo>
                    <a:pt x="2456" y="1"/>
                    <a:pt x="2452" y="1"/>
                    <a:pt x="2448" y="1"/>
                  </a:cubicBezTo>
                  <a:close/>
                </a:path>
              </a:pathLst>
            </a:custGeom>
            <a:solidFill>
              <a:srgbClr val="B44C6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28" name="CustomShape 47"/>
            <p:cNvSpPr/>
            <p:nvPr/>
          </p:nvSpPr>
          <p:spPr>
            <a:xfrm>
              <a:off x="4511160" y="1530000"/>
              <a:ext cx="348840" cy="405000"/>
            </a:xfrm>
            <a:custGeom>
              <a:avLst/>
              <a:gdLst/>
              <a:ahLst/>
              <a:cxnLst/>
              <a:rect l="l" t="t" r="r" b="b"/>
              <a:pathLst>
                <a:path w="5270" h="6117">
                  <a:moveTo>
                    <a:pt x="2439" y="1"/>
                  </a:moveTo>
                  <a:cubicBezTo>
                    <a:pt x="1919" y="1"/>
                    <a:pt x="1397" y="73"/>
                    <a:pt x="874" y="73"/>
                  </a:cubicBezTo>
                  <a:cubicBezTo>
                    <a:pt x="785" y="73"/>
                    <a:pt x="696" y="71"/>
                    <a:pt x="607" y="66"/>
                  </a:cubicBezTo>
                  <a:cubicBezTo>
                    <a:pt x="572" y="64"/>
                    <a:pt x="535" y="62"/>
                    <a:pt x="497" y="62"/>
                  </a:cubicBezTo>
                  <a:cubicBezTo>
                    <a:pt x="342" y="62"/>
                    <a:pt x="181" y="87"/>
                    <a:pt x="97" y="209"/>
                  </a:cubicBezTo>
                  <a:cubicBezTo>
                    <a:pt x="53" y="275"/>
                    <a:pt x="41" y="348"/>
                    <a:pt x="33" y="419"/>
                  </a:cubicBezTo>
                  <a:cubicBezTo>
                    <a:pt x="1" y="703"/>
                    <a:pt x="34" y="1000"/>
                    <a:pt x="160" y="1257"/>
                  </a:cubicBezTo>
                  <a:cubicBezTo>
                    <a:pt x="275" y="1489"/>
                    <a:pt x="542" y="1796"/>
                    <a:pt x="827" y="1796"/>
                  </a:cubicBezTo>
                  <a:cubicBezTo>
                    <a:pt x="833" y="1796"/>
                    <a:pt x="838" y="1796"/>
                    <a:pt x="844" y="1795"/>
                  </a:cubicBezTo>
                  <a:lnTo>
                    <a:pt x="844" y="1795"/>
                  </a:lnTo>
                  <a:cubicBezTo>
                    <a:pt x="798" y="1983"/>
                    <a:pt x="841" y="2204"/>
                    <a:pt x="987" y="2337"/>
                  </a:cubicBezTo>
                  <a:cubicBezTo>
                    <a:pt x="1149" y="2487"/>
                    <a:pt x="1215" y="2714"/>
                    <a:pt x="1204" y="2936"/>
                  </a:cubicBezTo>
                  <a:cubicBezTo>
                    <a:pt x="1192" y="3175"/>
                    <a:pt x="1193" y="3470"/>
                    <a:pt x="1245" y="3727"/>
                  </a:cubicBezTo>
                  <a:cubicBezTo>
                    <a:pt x="1317" y="4089"/>
                    <a:pt x="1678" y="4221"/>
                    <a:pt x="1678" y="4221"/>
                  </a:cubicBezTo>
                  <a:cubicBezTo>
                    <a:pt x="1678" y="4221"/>
                    <a:pt x="1672" y="3658"/>
                    <a:pt x="1781" y="3340"/>
                  </a:cubicBezTo>
                  <a:cubicBezTo>
                    <a:pt x="1841" y="3163"/>
                    <a:pt x="2030" y="3044"/>
                    <a:pt x="2227" y="3044"/>
                  </a:cubicBezTo>
                  <a:cubicBezTo>
                    <a:pt x="2382" y="3044"/>
                    <a:pt x="2541" y="3118"/>
                    <a:pt x="2644" y="3298"/>
                  </a:cubicBezTo>
                  <a:cubicBezTo>
                    <a:pt x="2877" y="3703"/>
                    <a:pt x="2776" y="3973"/>
                    <a:pt x="2697" y="4331"/>
                  </a:cubicBezTo>
                  <a:cubicBezTo>
                    <a:pt x="2617" y="4691"/>
                    <a:pt x="2272" y="4589"/>
                    <a:pt x="2173" y="4684"/>
                  </a:cubicBezTo>
                  <a:cubicBezTo>
                    <a:pt x="2104" y="4750"/>
                    <a:pt x="2112" y="5065"/>
                    <a:pt x="2320" y="5279"/>
                  </a:cubicBezTo>
                  <a:cubicBezTo>
                    <a:pt x="2411" y="5582"/>
                    <a:pt x="2748" y="6116"/>
                    <a:pt x="3190" y="6116"/>
                  </a:cubicBezTo>
                  <a:cubicBezTo>
                    <a:pt x="3222" y="6116"/>
                    <a:pt x="3255" y="6113"/>
                    <a:pt x="3288" y="6107"/>
                  </a:cubicBezTo>
                  <a:cubicBezTo>
                    <a:pt x="3777" y="6021"/>
                    <a:pt x="4129" y="5725"/>
                    <a:pt x="4129" y="5725"/>
                  </a:cubicBezTo>
                  <a:cubicBezTo>
                    <a:pt x="4129" y="5725"/>
                    <a:pt x="4291" y="5332"/>
                    <a:pt x="4780" y="4466"/>
                  </a:cubicBezTo>
                  <a:cubicBezTo>
                    <a:pt x="5269" y="3600"/>
                    <a:pt x="5269" y="2961"/>
                    <a:pt x="5088" y="2095"/>
                  </a:cubicBezTo>
                  <a:cubicBezTo>
                    <a:pt x="4906" y="1230"/>
                    <a:pt x="4318" y="1015"/>
                    <a:pt x="4318" y="1015"/>
                  </a:cubicBezTo>
                  <a:cubicBezTo>
                    <a:pt x="4282" y="1003"/>
                    <a:pt x="4172" y="685"/>
                    <a:pt x="4134" y="631"/>
                  </a:cubicBezTo>
                  <a:cubicBezTo>
                    <a:pt x="4055" y="517"/>
                    <a:pt x="3957" y="418"/>
                    <a:pt x="3844" y="336"/>
                  </a:cubicBezTo>
                  <a:cubicBezTo>
                    <a:pt x="3602" y="162"/>
                    <a:pt x="3307" y="79"/>
                    <a:pt x="3016" y="38"/>
                  </a:cubicBezTo>
                  <a:cubicBezTo>
                    <a:pt x="2824" y="11"/>
                    <a:pt x="2632" y="1"/>
                    <a:pt x="2439" y="1"/>
                  </a:cubicBezTo>
                  <a:close/>
                </a:path>
              </a:pathLst>
            </a:custGeom>
            <a:solidFill>
              <a:srgbClr val="180D2B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29" name="CustomShape 48"/>
            <p:cNvSpPr/>
            <p:nvPr/>
          </p:nvSpPr>
          <p:spPr>
            <a:xfrm>
              <a:off x="4494240" y="1917720"/>
              <a:ext cx="498960" cy="914040"/>
            </a:xfrm>
            <a:custGeom>
              <a:avLst/>
              <a:gdLst/>
              <a:ahLst/>
              <a:cxnLst/>
              <a:rect l="l" t="t" r="r" b="b"/>
              <a:pathLst>
                <a:path w="7534" h="13797">
                  <a:moveTo>
                    <a:pt x="5549" y="0"/>
                  </a:moveTo>
                  <a:cubicBezTo>
                    <a:pt x="5458" y="0"/>
                    <a:pt x="5367" y="9"/>
                    <a:pt x="5276" y="22"/>
                  </a:cubicBezTo>
                  <a:cubicBezTo>
                    <a:pt x="5090" y="47"/>
                    <a:pt x="4908" y="87"/>
                    <a:pt x="4728" y="142"/>
                  </a:cubicBezTo>
                  <a:cubicBezTo>
                    <a:pt x="4785" y="328"/>
                    <a:pt x="4627" y="632"/>
                    <a:pt x="3964" y="986"/>
                  </a:cubicBezTo>
                  <a:cubicBezTo>
                    <a:pt x="3253" y="1365"/>
                    <a:pt x="2770" y="1404"/>
                    <a:pt x="2601" y="1404"/>
                  </a:cubicBezTo>
                  <a:cubicBezTo>
                    <a:pt x="2557" y="1404"/>
                    <a:pt x="2534" y="1402"/>
                    <a:pt x="2534" y="1402"/>
                  </a:cubicBezTo>
                  <a:cubicBezTo>
                    <a:pt x="2534" y="1402"/>
                    <a:pt x="1472" y="1977"/>
                    <a:pt x="1008" y="2301"/>
                  </a:cubicBezTo>
                  <a:cubicBezTo>
                    <a:pt x="427" y="2707"/>
                    <a:pt x="169" y="3884"/>
                    <a:pt x="91" y="5870"/>
                  </a:cubicBezTo>
                  <a:cubicBezTo>
                    <a:pt x="23" y="7628"/>
                    <a:pt x="1" y="10417"/>
                    <a:pt x="29" y="11896"/>
                  </a:cubicBezTo>
                  <a:cubicBezTo>
                    <a:pt x="40" y="12572"/>
                    <a:pt x="432" y="13186"/>
                    <a:pt x="1043" y="13481"/>
                  </a:cubicBezTo>
                  <a:cubicBezTo>
                    <a:pt x="1406" y="13655"/>
                    <a:pt x="1852" y="13797"/>
                    <a:pt x="2342" y="13797"/>
                  </a:cubicBezTo>
                  <a:cubicBezTo>
                    <a:pt x="2410" y="13797"/>
                    <a:pt x="2478" y="13794"/>
                    <a:pt x="2547" y="13788"/>
                  </a:cubicBezTo>
                  <a:cubicBezTo>
                    <a:pt x="3938" y="13673"/>
                    <a:pt x="6491" y="12405"/>
                    <a:pt x="7059" y="11454"/>
                  </a:cubicBezTo>
                  <a:cubicBezTo>
                    <a:pt x="7044" y="9438"/>
                    <a:pt x="6874" y="8214"/>
                    <a:pt x="6945" y="7010"/>
                  </a:cubicBezTo>
                  <a:cubicBezTo>
                    <a:pt x="7068" y="4887"/>
                    <a:pt x="7533" y="3202"/>
                    <a:pt x="6947" y="1498"/>
                  </a:cubicBezTo>
                  <a:cubicBezTo>
                    <a:pt x="6518" y="249"/>
                    <a:pt x="6032" y="0"/>
                    <a:pt x="5549" y="0"/>
                  </a:cubicBezTo>
                  <a:close/>
                </a:path>
              </a:pathLst>
            </a:custGeom>
            <a:solidFill>
              <a:srgbClr val="7FA8E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30" name="CustomShape 49"/>
            <p:cNvSpPr/>
            <p:nvPr/>
          </p:nvSpPr>
          <p:spPr>
            <a:xfrm>
              <a:off x="3831120" y="2079000"/>
              <a:ext cx="807120" cy="519840"/>
            </a:xfrm>
            <a:custGeom>
              <a:avLst/>
              <a:gdLst/>
              <a:ahLst/>
              <a:cxnLst/>
              <a:rect l="l" t="t" r="r" b="b"/>
              <a:pathLst>
                <a:path w="12185" h="7853">
                  <a:moveTo>
                    <a:pt x="11168" y="1"/>
                  </a:moveTo>
                  <a:cubicBezTo>
                    <a:pt x="10838" y="1"/>
                    <a:pt x="10472" y="246"/>
                    <a:pt x="10284" y="786"/>
                  </a:cubicBezTo>
                  <a:cubicBezTo>
                    <a:pt x="9879" y="1948"/>
                    <a:pt x="9884" y="3507"/>
                    <a:pt x="8916" y="4787"/>
                  </a:cubicBezTo>
                  <a:cubicBezTo>
                    <a:pt x="8474" y="5373"/>
                    <a:pt x="7696" y="5884"/>
                    <a:pt x="6392" y="6006"/>
                  </a:cubicBezTo>
                  <a:cubicBezTo>
                    <a:pt x="5613" y="6079"/>
                    <a:pt x="4968" y="6122"/>
                    <a:pt x="4489" y="6122"/>
                  </a:cubicBezTo>
                  <a:cubicBezTo>
                    <a:pt x="4164" y="6122"/>
                    <a:pt x="3915" y="6102"/>
                    <a:pt x="3755" y="6059"/>
                  </a:cubicBezTo>
                  <a:cubicBezTo>
                    <a:pt x="3389" y="5962"/>
                    <a:pt x="3254" y="5866"/>
                    <a:pt x="2931" y="5619"/>
                  </a:cubicBezTo>
                  <a:cubicBezTo>
                    <a:pt x="2566" y="5339"/>
                    <a:pt x="2268" y="5266"/>
                    <a:pt x="1995" y="5089"/>
                  </a:cubicBezTo>
                  <a:cubicBezTo>
                    <a:pt x="1832" y="4984"/>
                    <a:pt x="1774" y="4932"/>
                    <a:pt x="1727" y="4932"/>
                  </a:cubicBezTo>
                  <a:cubicBezTo>
                    <a:pt x="1695" y="4932"/>
                    <a:pt x="1667" y="4956"/>
                    <a:pt x="1616" y="5006"/>
                  </a:cubicBezTo>
                  <a:cubicBezTo>
                    <a:pt x="1488" y="5128"/>
                    <a:pt x="1592" y="5472"/>
                    <a:pt x="1826" y="5681"/>
                  </a:cubicBezTo>
                  <a:cubicBezTo>
                    <a:pt x="2071" y="5900"/>
                    <a:pt x="2290" y="5939"/>
                    <a:pt x="2323" y="6006"/>
                  </a:cubicBezTo>
                  <a:cubicBezTo>
                    <a:pt x="2337" y="6034"/>
                    <a:pt x="2299" y="6048"/>
                    <a:pt x="2225" y="6048"/>
                  </a:cubicBezTo>
                  <a:cubicBezTo>
                    <a:pt x="2119" y="6048"/>
                    <a:pt x="1937" y="6020"/>
                    <a:pt x="1722" y="5965"/>
                  </a:cubicBezTo>
                  <a:cubicBezTo>
                    <a:pt x="1222" y="5836"/>
                    <a:pt x="955" y="5597"/>
                    <a:pt x="709" y="5490"/>
                  </a:cubicBezTo>
                  <a:cubicBezTo>
                    <a:pt x="655" y="5467"/>
                    <a:pt x="609" y="5457"/>
                    <a:pt x="570" y="5457"/>
                  </a:cubicBezTo>
                  <a:cubicBezTo>
                    <a:pt x="411" y="5457"/>
                    <a:pt x="373" y="5621"/>
                    <a:pt x="422" y="5713"/>
                  </a:cubicBezTo>
                  <a:cubicBezTo>
                    <a:pt x="483" y="5827"/>
                    <a:pt x="586" y="5995"/>
                    <a:pt x="945" y="6223"/>
                  </a:cubicBezTo>
                  <a:cubicBezTo>
                    <a:pt x="1305" y="6451"/>
                    <a:pt x="1771" y="6634"/>
                    <a:pt x="1771" y="6634"/>
                  </a:cubicBezTo>
                  <a:cubicBezTo>
                    <a:pt x="1771" y="6634"/>
                    <a:pt x="1453" y="6614"/>
                    <a:pt x="1055" y="6482"/>
                  </a:cubicBezTo>
                  <a:cubicBezTo>
                    <a:pt x="619" y="6336"/>
                    <a:pt x="458" y="6223"/>
                    <a:pt x="228" y="6159"/>
                  </a:cubicBezTo>
                  <a:cubicBezTo>
                    <a:pt x="211" y="6155"/>
                    <a:pt x="196" y="6152"/>
                    <a:pt x="181" y="6152"/>
                  </a:cubicBezTo>
                  <a:cubicBezTo>
                    <a:pt x="0" y="6152"/>
                    <a:pt x="11" y="6503"/>
                    <a:pt x="211" y="6647"/>
                  </a:cubicBezTo>
                  <a:cubicBezTo>
                    <a:pt x="387" y="6773"/>
                    <a:pt x="657" y="6918"/>
                    <a:pt x="950" y="7021"/>
                  </a:cubicBezTo>
                  <a:cubicBezTo>
                    <a:pt x="1242" y="7123"/>
                    <a:pt x="1745" y="7251"/>
                    <a:pt x="1745" y="7251"/>
                  </a:cubicBezTo>
                  <a:cubicBezTo>
                    <a:pt x="1731" y="7251"/>
                    <a:pt x="1718" y="7251"/>
                    <a:pt x="1704" y="7251"/>
                  </a:cubicBezTo>
                  <a:cubicBezTo>
                    <a:pt x="1217" y="7251"/>
                    <a:pt x="867" y="7104"/>
                    <a:pt x="647" y="7036"/>
                  </a:cubicBezTo>
                  <a:cubicBezTo>
                    <a:pt x="578" y="7015"/>
                    <a:pt x="518" y="7005"/>
                    <a:pt x="468" y="7005"/>
                  </a:cubicBezTo>
                  <a:cubicBezTo>
                    <a:pt x="355" y="7005"/>
                    <a:pt x="293" y="7058"/>
                    <a:pt x="293" y="7156"/>
                  </a:cubicBezTo>
                  <a:cubicBezTo>
                    <a:pt x="293" y="7270"/>
                    <a:pt x="431" y="7418"/>
                    <a:pt x="902" y="7625"/>
                  </a:cubicBezTo>
                  <a:cubicBezTo>
                    <a:pt x="1250" y="7777"/>
                    <a:pt x="1735" y="7853"/>
                    <a:pt x="2210" y="7853"/>
                  </a:cubicBezTo>
                  <a:cubicBezTo>
                    <a:pt x="2379" y="7853"/>
                    <a:pt x="2547" y="7843"/>
                    <a:pt x="2707" y="7824"/>
                  </a:cubicBezTo>
                  <a:cubicBezTo>
                    <a:pt x="3317" y="7752"/>
                    <a:pt x="3556" y="7673"/>
                    <a:pt x="3876" y="7673"/>
                  </a:cubicBezTo>
                  <a:cubicBezTo>
                    <a:pt x="4189" y="7673"/>
                    <a:pt x="4486" y="7675"/>
                    <a:pt x="4778" y="7675"/>
                  </a:cubicBezTo>
                  <a:cubicBezTo>
                    <a:pt x="5582" y="7675"/>
                    <a:pt x="6338" y="7658"/>
                    <a:pt x="7229" y="7534"/>
                  </a:cubicBezTo>
                  <a:cubicBezTo>
                    <a:pt x="7973" y="7433"/>
                    <a:pt x="8951" y="7103"/>
                    <a:pt x="9635" y="6647"/>
                  </a:cubicBezTo>
                  <a:cubicBezTo>
                    <a:pt x="10706" y="5938"/>
                    <a:pt x="11497" y="4317"/>
                    <a:pt x="11797" y="3111"/>
                  </a:cubicBezTo>
                  <a:cubicBezTo>
                    <a:pt x="12184" y="1554"/>
                    <a:pt x="11893" y="464"/>
                    <a:pt x="11614" y="185"/>
                  </a:cubicBezTo>
                  <a:cubicBezTo>
                    <a:pt x="11494" y="64"/>
                    <a:pt x="11336" y="1"/>
                    <a:pt x="11168" y="1"/>
                  </a:cubicBezTo>
                  <a:close/>
                </a:path>
              </a:pathLst>
            </a:custGeom>
            <a:solidFill>
              <a:srgbClr val="B44C6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31" name="CustomShape 50"/>
            <p:cNvSpPr/>
            <p:nvPr/>
          </p:nvSpPr>
          <p:spPr>
            <a:xfrm>
              <a:off x="4457880" y="2072880"/>
              <a:ext cx="175680" cy="293760"/>
            </a:xfrm>
            <a:custGeom>
              <a:avLst/>
              <a:gdLst/>
              <a:ahLst/>
              <a:cxnLst/>
              <a:rect l="l" t="t" r="r" b="b"/>
              <a:pathLst>
                <a:path w="2657" h="4436">
                  <a:moveTo>
                    <a:pt x="1615" y="0"/>
                  </a:moveTo>
                  <a:cubicBezTo>
                    <a:pt x="999" y="0"/>
                    <a:pt x="770" y="709"/>
                    <a:pt x="643" y="1186"/>
                  </a:cubicBezTo>
                  <a:cubicBezTo>
                    <a:pt x="505" y="1710"/>
                    <a:pt x="1" y="3710"/>
                    <a:pt x="1" y="3710"/>
                  </a:cubicBezTo>
                  <a:cubicBezTo>
                    <a:pt x="770" y="4378"/>
                    <a:pt x="2177" y="4435"/>
                    <a:pt x="2177" y="4435"/>
                  </a:cubicBezTo>
                  <a:cubicBezTo>
                    <a:pt x="2177" y="4435"/>
                    <a:pt x="2473" y="3420"/>
                    <a:pt x="2529" y="2965"/>
                  </a:cubicBezTo>
                  <a:cubicBezTo>
                    <a:pt x="2620" y="2233"/>
                    <a:pt x="2656" y="1310"/>
                    <a:pt x="2529" y="839"/>
                  </a:cubicBezTo>
                  <a:cubicBezTo>
                    <a:pt x="2402" y="369"/>
                    <a:pt x="2100" y="82"/>
                    <a:pt x="1802" y="20"/>
                  </a:cubicBezTo>
                  <a:cubicBezTo>
                    <a:pt x="1736" y="7"/>
                    <a:pt x="1674" y="0"/>
                    <a:pt x="1615" y="0"/>
                  </a:cubicBezTo>
                  <a:close/>
                </a:path>
              </a:pathLst>
            </a:custGeom>
            <a:solidFill>
              <a:srgbClr val="6795D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32" name="CustomShape 51"/>
            <p:cNvSpPr/>
            <p:nvPr/>
          </p:nvSpPr>
          <p:spPr>
            <a:xfrm>
              <a:off x="4330800" y="2188080"/>
              <a:ext cx="907200" cy="934200"/>
            </a:xfrm>
            <a:custGeom>
              <a:avLst/>
              <a:gdLst/>
              <a:ahLst/>
              <a:cxnLst/>
              <a:rect l="l" t="t" r="r" b="b"/>
              <a:pathLst>
                <a:path w="13697" h="14106">
                  <a:moveTo>
                    <a:pt x="11220" y="3917"/>
                  </a:moveTo>
                  <a:cubicBezTo>
                    <a:pt x="11231" y="3984"/>
                    <a:pt x="11226" y="4059"/>
                    <a:pt x="11214" y="4143"/>
                  </a:cubicBezTo>
                  <a:lnTo>
                    <a:pt x="11028" y="5272"/>
                  </a:lnTo>
                  <a:lnTo>
                    <a:pt x="8026" y="7008"/>
                  </a:lnTo>
                  <a:cubicBezTo>
                    <a:pt x="8055" y="6866"/>
                    <a:pt x="8077" y="6707"/>
                    <a:pt x="8106" y="6543"/>
                  </a:cubicBezTo>
                  <a:cubicBezTo>
                    <a:pt x="8208" y="5919"/>
                    <a:pt x="8951" y="5034"/>
                    <a:pt x="9762" y="4563"/>
                  </a:cubicBezTo>
                  <a:lnTo>
                    <a:pt x="10409" y="4195"/>
                  </a:lnTo>
                  <a:cubicBezTo>
                    <a:pt x="10727" y="4012"/>
                    <a:pt x="11005" y="3922"/>
                    <a:pt x="11220" y="3917"/>
                  </a:cubicBezTo>
                  <a:close/>
                  <a:moveTo>
                    <a:pt x="12619" y="0"/>
                  </a:moveTo>
                  <a:cubicBezTo>
                    <a:pt x="12326" y="0"/>
                    <a:pt x="11973" y="105"/>
                    <a:pt x="11577" y="325"/>
                  </a:cubicBezTo>
                  <a:lnTo>
                    <a:pt x="9383" y="1550"/>
                  </a:lnTo>
                  <a:cubicBezTo>
                    <a:pt x="8015" y="2316"/>
                    <a:pt x="6636" y="4176"/>
                    <a:pt x="6302" y="5708"/>
                  </a:cubicBezTo>
                  <a:lnTo>
                    <a:pt x="5202" y="10803"/>
                  </a:lnTo>
                  <a:cubicBezTo>
                    <a:pt x="4915" y="12111"/>
                    <a:pt x="3926" y="12992"/>
                    <a:pt x="2851" y="12992"/>
                  </a:cubicBezTo>
                  <a:cubicBezTo>
                    <a:pt x="2668" y="12992"/>
                    <a:pt x="2482" y="12967"/>
                    <a:pt x="2296" y="12913"/>
                  </a:cubicBezTo>
                  <a:lnTo>
                    <a:pt x="0" y="12255"/>
                  </a:lnTo>
                  <a:lnTo>
                    <a:pt x="0" y="12255"/>
                  </a:lnTo>
                  <a:cubicBezTo>
                    <a:pt x="119" y="12323"/>
                    <a:pt x="1101" y="12891"/>
                    <a:pt x="2298" y="13577"/>
                  </a:cubicBezTo>
                  <a:cubicBezTo>
                    <a:pt x="2906" y="13931"/>
                    <a:pt x="3713" y="14105"/>
                    <a:pt x="4538" y="14105"/>
                  </a:cubicBezTo>
                  <a:cubicBezTo>
                    <a:pt x="5434" y="14105"/>
                    <a:pt x="6350" y="13899"/>
                    <a:pt x="7056" y="13491"/>
                  </a:cubicBezTo>
                  <a:lnTo>
                    <a:pt x="9054" y="12334"/>
                  </a:lnTo>
                  <a:cubicBezTo>
                    <a:pt x="10414" y="11551"/>
                    <a:pt x="11776" y="9674"/>
                    <a:pt x="12099" y="8142"/>
                  </a:cubicBezTo>
                  <a:lnTo>
                    <a:pt x="13467" y="1720"/>
                  </a:lnTo>
                  <a:cubicBezTo>
                    <a:pt x="13696" y="629"/>
                    <a:pt x="13336" y="0"/>
                    <a:pt x="12619" y="0"/>
                  </a:cubicBezTo>
                  <a:close/>
                </a:path>
              </a:pathLst>
            </a:custGeom>
            <a:solidFill>
              <a:srgbClr val="FFDB4C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33" name="CustomShape 52"/>
            <p:cNvSpPr/>
            <p:nvPr/>
          </p:nvSpPr>
          <p:spPr>
            <a:xfrm>
              <a:off x="4855680" y="2447280"/>
              <a:ext cx="254160" cy="248760"/>
            </a:xfrm>
            <a:custGeom>
              <a:avLst/>
              <a:gdLst/>
              <a:ahLst/>
              <a:cxnLst/>
              <a:rect l="l" t="t" r="r" b="b"/>
              <a:pathLst>
                <a:path w="3839" h="3758">
                  <a:moveTo>
                    <a:pt x="3354" y="0"/>
                  </a:moveTo>
                  <a:cubicBezTo>
                    <a:pt x="3337" y="0"/>
                    <a:pt x="3320" y="1"/>
                    <a:pt x="3302" y="2"/>
                  </a:cubicBezTo>
                  <a:cubicBezTo>
                    <a:pt x="3313" y="70"/>
                    <a:pt x="3308" y="144"/>
                    <a:pt x="3296" y="229"/>
                  </a:cubicBezTo>
                  <a:lnTo>
                    <a:pt x="3110" y="1358"/>
                  </a:lnTo>
                  <a:lnTo>
                    <a:pt x="108" y="3094"/>
                  </a:lnTo>
                  <a:cubicBezTo>
                    <a:pt x="46" y="3486"/>
                    <a:pt x="0" y="3757"/>
                    <a:pt x="0" y="3757"/>
                  </a:cubicBezTo>
                  <a:lnTo>
                    <a:pt x="3592" y="1681"/>
                  </a:lnTo>
                  <a:lnTo>
                    <a:pt x="3779" y="552"/>
                  </a:lnTo>
                  <a:cubicBezTo>
                    <a:pt x="3838" y="192"/>
                    <a:pt x="3667" y="0"/>
                    <a:pt x="3354" y="0"/>
                  </a:cubicBezTo>
                  <a:close/>
                </a:path>
              </a:pathLst>
            </a:custGeom>
            <a:solidFill>
              <a:srgbClr val="FDB72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34" name="CustomShape 53"/>
            <p:cNvSpPr/>
            <p:nvPr/>
          </p:nvSpPr>
          <p:spPr>
            <a:xfrm>
              <a:off x="4232880" y="3113280"/>
              <a:ext cx="804960" cy="260280"/>
            </a:xfrm>
            <a:custGeom>
              <a:avLst/>
              <a:gdLst/>
              <a:ahLst/>
              <a:cxnLst/>
              <a:rect l="l" t="t" r="r" b="b"/>
              <a:pathLst>
                <a:path w="12155" h="3935">
                  <a:moveTo>
                    <a:pt x="324" y="0"/>
                  </a:moveTo>
                  <a:cubicBezTo>
                    <a:pt x="226" y="0"/>
                    <a:pt x="131" y="51"/>
                    <a:pt x="79" y="142"/>
                  </a:cubicBezTo>
                  <a:cubicBezTo>
                    <a:pt x="1" y="276"/>
                    <a:pt x="45" y="447"/>
                    <a:pt x="178" y="526"/>
                  </a:cubicBezTo>
                  <a:lnTo>
                    <a:pt x="6077" y="3934"/>
                  </a:lnTo>
                  <a:lnTo>
                    <a:pt x="11979" y="526"/>
                  </a:lnTo>
                  <a:cubicBezTo>
                    <a:pt x="12111" y="447"/>
                    <a:pt x="12155" y="276"/>
                    <a:pt x="12078" y="142"/>
                  </a:cubicBezTo>
                  <a:cubicBezTo>
                    <a:pt x="12026" y="51"/>
                    <a:pt x="11930" y="0"/>
                    <a:pt x="11832" y="0"/>
                  </a:cubicBezTo>
                  <a:cubicBezTo>
                    <a:pt x="11786" y="0"/>
                    <a:pt x="11738" y="12"/>
                    <a:pt x="11695" y="36"/>
                  </a:cubicBezTo>
                  <a:lnTo>
                    <a:pt x="6077" y="3279"/>
                  </a:lnTo>
                  <a:lnTo>
                    <a:pt x="462" y="36"/>
                  </a:lnTo>
                  <a:cubicBezTo>
                    <a:pt x="418" y="12"/>
                    <a:pt x="371" y="0"/>
                    <a:pt x="324" y="0"/>
                  </a:cubicBezTo>
                  <a:close/>
                </a:path>
              </a:pathLst>
            </a:custGeom>
            <a:solidFill>
              <a:srgbClr val="FFDB4C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35" name="CustomShape 54"/>
            <p:cNvSpPr/>
            <p:nvPr/>
          </p:nvSpPr>
          <p:spPr>
            <a:xfrm>
              <a:off x="4232880" y="3113280"/>
              <a:ext cx="804960" cy="260280"/>
            </a:xfrm>
            <a:custGeom>
              <a:avLst/>
              <a:gdLst/>
              <a:ahLst/>
              <a:cxnLst/>
              <a:rect l="l" t="t" r="r" b="b"/>
              <a:pathLst>
                <a:path w="12155" h="3935">
                  <a:moveTo>
                    <a:pt x="324" y="0"/>
                  </a:moveTo>
                  <a:cubicBezTo>
                    <a:pt x="226" y="0"/>
                    <a:pt x="131" y="51"/>
                    <a:pt x="79" y="142"/>
                  </a:cubicBezTo>
                  <a:cubicBezTo>
                    <a:pt x="1" y="276"/>
                    <a:pt x="45" y="447"/>
                    <a:pt x="178" y="526"/>
                  </a:cubicBezTo>
                  <a:lnTo>
                    <a:pt x="6077" y="3934"/>
                  </a:lnTo>
                  <a:lnTo>
                    <a:pt x="11979" y="526"/>
                  </a:lnTo>
                  <a:cubicBezTo>
                    <a:pt x="12111" y="447"/>
                    <a:pt x="12155" y="276"/>
                    <a:pt x="12078" y="142"/>
                  </a:cubicBezTo>
                  <a:cubicBezTo>
                    <a:pt x="12026" y="51"/>
                    <a:pt x="11930" y="0"/>
                    <a:pt x="11832" y="0"/>
                  </a:cubicBezTo>
                  <a:cubicBezTo>
                    <a:pt x="11786" y="0"/>
                    <a:pt x="11738" y="12"/>
                    <a:pt x="11695" y="36"/>
                  </a:cubicBezTo>
                  <a:lnTo>
                    <a:pt x="6077" y="3279"/>
                  </a:lnTo>
                  <a:lnTo>
                    <a:pt x="462" y="36"/>
                  </a:lnTo>
                  <a:cubicBezTo>
                    <a:pt x="418" y="12"/>
                    <a:pt x="371" y="0"/>
                    <a:pt x="324" y="0"/>
                  </a:cubicBezTo>
                  <a:close/>
                </a:path>
              </a:pathLst>
            </a:custGeom>
            <a:solidFill>
              <a:srgbClr val="223477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CustomShape 1"/>
          <p:cNvSpPr/>
          <p:nvPr/>
        </p:nvSpPr>
        <p:spPr>
          <a:xfrm>
            <a:off x="865440" y="-1134720"/>
            <a:ext cx="7412760" cy="74127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37" name="TextShape 2"/>
          <p:cNvSpPr txBox="1"/>
          <p:nvPr/>
        </p:nvSpPr>
        <p:spPr>
          <a:xfrm>
            <a:off x="1632240" y="2035800"/>
            <a:ext cx="4552200" cy="1098720"/>
          </a:xfrm>
          <a:prstGeom prst="rect">
            <a:avLst/>
          </a:prstGeom>
          <a:noFill/>
          <a:ln>
            <a:noFill/>
          </a:ln>
        </p:spPr>
        <p:txBody>
          <a:bodyPr tIns="91440" bIns="91440" anchor="b"/>
          <a:lstStyle/>
          <a:p>
            <a:pPr>
              <a:lnSpc>
                <a:spcPct val="100000"/>
              </a:lnSpc>
            </a:pPr>
            <a:r>
              <a:rPr lang="en-US" sz="4000" b="0" strike="noStrike" spc="-1">
                <a:solidFill>
                  <a:srgbClr val="324788"/>
                </a:solidFill>
                <a:latin typeface="Dosis ExtraLight"/>
                <a:ea typeface="Dosis ExtraLight"/>
              </a:rPr>
              <a:t>IDENTIFIKASI MASALAH</a:t>
            </a:r>
            <a:endParaRPr lang="en-US" sz="4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8" name="TextShape 3"/>
          <p:cNvSpPr txBox="1"/>
          <p:nvPr/>
        </p:nvSpPr>
        <p:spPr>
          <a:xfrm>
            <a:off x="1632240" y="793440"/>
            <a:ext cx="2240280" cy="577440"/>
          </a:xfrm>
          <a:prstGeom prst="rect">
            <a:avLst/>
          </a:prstGeom>
          <a:noFill/>
          <a:ln>
            <a:noFill/>
          </a:ln>
        </p:spPr>
        <p:txBody>
          <a:bodyPr tIns="91440" bIns="91440" anchor="ctr"/>
          <a:lstStyle/>
          <a:p>
            <a:pPr>
              <a:lnSpc>
                <a:spcPct val="100000"/>
              </a:lnSpc>
            </a:pPr>
            <a:r>
              <a:rPr lang="en-US" sz="9600" b="0" strike="noStrike" spc="-1">
                <a:solidFill>
                  <a:srgbClr val="F5FBFB"/>
                </a:solidFill>
                <a:latin typeface="Dosis ExtraLight"/>
                <a:ea typeface="Dosis ExtraLight"/>
              </a:rPr>
              <a:t>02</a:t>
            </a:r>
            <a:endParaRPr lang="en-US" sz="96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739" name="Group 4"/>
          <p:cNvGrpSpPr/>
          <p:nvPr/>
        </p:nvGrpSpPr>
        <p:grpSpPr>
          <a:xfrm>
            <a:off x="4492800" y="2126520"/>
            <a:ext cx="4359600" cy="2651040"/>
            <a:chOff x="4492800" y="2126520"/>
            <a:chExt cx="4359600" cy="2651040"/>
          </a:xfrm>
        </p:grpSpPr>
        <p:sp>
          <p:nvSpPr>
            <p:cNvPr id="740" name="CustomShape 5"/>
            <p:cNvSpPr/>
            <p:nvPr/>
          </p:nvSpPr>
          <p:spPr>
            <a:xfrm>
              <a:off x="4504680" y="3650760"/>
              <a:ext cx="1669320" cy="1126800"/>
            </a:xfrm>
            <a:custGeom>
              <a:avLst/>
              <a:gdLst/>
              <a:ahLst/>
              <a:cxnLst/>
              <a:rect l="l" t="t" r="r" b="b"/>
              <a:pathLst>
                <a:path w="113015" h="76299">
                  <a:moveTo>
                    <a:pt x="100831" y="0"/>
                  </a:moveTo>
                  <a:cubicBezTo>
                    <a:pt x="100020" y="0"/>
                    <a:pt x="99284" y="190"/>
                    <a:pt x="98648" y="553"/>
                  </a:cubicBezTo>
                  <a:lnTo>
                    <a:pt x="98646" y="551"/>
                  </a:lnTo>
                  <a:lnTo>
                    <a:pt x="98632" y="559"/>
                  </a:lnTo>
                  <a:lnTo>
                    <a:pt x="5960" y="54064"/>
                  </a:lnTo>
                  <a:lnTo>
                    <a:pt x="5956" y="54066"/>
                  </a:lnTo>
                  <a:lnTo>
                    <a:pt x="5913" y="54092"/>
                  </a:lnTo>
                  <a:lnTo>
                    <a:pt x="5917" y="54100"/>
                  </a:lnTo>
                  <a:cubicBezTo>
                    <a:pt x="5913" y="54100"/>
                    <a:pt x="5911" y="54103"/>
                    <a:pt x="5908" y="54107"/>
                  </a:cubicBezTo>
                  <a:cubicBezTo>
                    <a:pt x="2379" y="56174"/>
                    <a:pt x="1" y="59997"/>
                    <a:pt x="1" y="64384"/>
                  </a:cubicBezTo>
                  <a:cubicBezTo>
                    <a:pt x="1" y="70963"/>
                    <a:pt x="5336" y="76298"/>
                    <a:pt x="11915" y="76298"/>
                  </a:cubicBezTo>
                  <a:cubicBezTo>
                    <a:pt x="13989" y="76298"/>
                    <a:pt x="16028" y="75754"/>
                    <a:pt x="17826" y="74720"/>
                  </a:cubicBezTo>
                  <a:cubicBezTo>
                    <a:pt x="17846" y="74709"/>
                    <a:pt x="17869" y="74699"/>
                    <a:pt x="17889" y="74688"/>
                  </a:cubicBezTo>
                  <a:lnTo>
                    <a:pt x="17891" y="74690"/>
                  </a:lnTo>
                  <a:lnTo>
                    <a:pt x="110529" y="21205"/>
                  </a:lnTo>
                  <a:lnTo>
                    <a:pt x="110529" y="21203"/>
                  </a:lnTo>
                  <a:cubicBezTo>
                    <a:pt x="112063" y="20328"/>
                    <a:pt x="113014" y="18438"/>
                    <a:pt x="113014" y="15742"/>
                  </a:cubicBezTo>
                  <a:cubicBezTo>
                    <a:pt x="113014" y="10369"/>
                    <a:pt x="109243" y="3836"/>
                    <a:pt x="104591" y="1149"/>
                  </a:cubicBezTo>
                  <a:cubicBezTo>
                    <a:pt x="103240" y="369"/>
                    <a:pt x="101963" y="0"/>
                    <a:pt x="100831" y="0"/>
                  </a:cubicBezTo>
                  <a:close/>
                </a:path>
              </a:pathLst>
            </a:custGeom>
            <a:solidFill>
              <a:srgbClr val="C1CFF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41" name="CustomShape 6"/>
            <p:cNvSpPr/>
            <p:nvPr/>
          </p:nvSpPr>
          <p:spPr>
            <a:xfrm>
              <a:off x="5712120" y="2365560"/>
              <a:ext cx="3140280" cy="1651680"/>
            </a:xfrm>
            <a:custGeom>
              <a:avLst/>
              <a:gdLst/>
              <a:ahLst/>
              <a:cxnLst/>
              <a:rect l="l" t="t" r="r" b="b"/>
              <a:pathLst>
                <a:path w="212589" h="111822">
                  <a:moveTo>
                    <a:pt x="106294" y="1"/>
                  </a:moveTo>
                  <a:cubicBezTo>
                    <a:pt x="81511" y="1"/>
                    <a:pt x="56728" y="5459"/>
                    <a:pt x="37819" y="16377"/>
                  </a:cubicBezTo>
                  <a:cubicBezTo>
                    <a:pt x="1" y="38211"/>
                    <a:pt x="1" y="73611"/>
                    <a:pt x="37819" y="95446"/>
                  </a:cubicBezTo>
                  <a:cubicBezTo>
                    <a:pt x="56728" y="106363"/>
                    <a:pt x="81511" y="111822"/>
                    <a:pt x="106294" y="111822"/>
                  </a:cubicBezTo>
                  <a:cubicBezTo>
                    <a:pt x="131077" y="111822"/>
                    <a:pt x="155861" y="106363"/>
                    <a:pt x="174771" y="95446"/>
                  </a:cubicBezTo>
                  <a:cubicBezTo>
                    <a:pt x="212587" y="73611"/>
                    <a:pt x="212589" y="38211"/>
                    <a:pt x="174771" y="16377"/>
                  </a:cubicBezTo>
                  <a:cubicBezTo>
                    <a:pt x="155861" y="5459"/>
                    <a:pt x="131077" y="1"/>
                    <a:pt x="106294" y="1"/>
                  </a:cubicBezTo>
                  <a:close/>
                </a:path>
              </a:pathLst>
            </a:custGeom>
            <a:solidFill>
              <a:srgbClr val="C1CFF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42" name="CustomShape 7"/>
            <p:cNvSpPr/>
            <p:nvPr/>
          </p:nvSpPr>
          <p:spPr>
            <a:xfrm>
              <a:off x="5997240" y="3655080"/>
              <a:ext cx="269280" cy="182520"/>
            </a:xfrm>
            <a:custGeom>
              <a:avLst/>
              <a:gdLst/>
              <a:ahLst/>
              <a:cxnLst/>
              <a:rect l="l" t="t" r="r" b="b"/>
              <a:pathLst>
                <a:path w="18265" h="12387">
                  <a:moveTo>
                    <a:pt x="12162" y="1"/>
                  </a:moveTo>
                  <a:lnTo>
                    <a:pt x="1" y="7022"/>
                  </a:lnTo>
                  <a:lnTo>
                    <a:pt x="7941" y="12387"/>
                  </a:lnTo>
                  <a:lnTo>
                    <a:pt x="18265" y="6205"/>
                  </a:lnTo>
                  <a:lnTo>
                    <a:pt x="12162" y="1"/>
                  </a:lnTo>
                  <a:close/>
                </a:path>
              </a:pathLst>
            </a:custGeom>
            <a:solidFill>
              <a:srgbClr val="C1CFF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43" name="CustomShape 8"/>
            <p:cNvSpPr/>
            <p:nvPr/>
          </p:nvSpPr>
          <p:spPr>
            <a:xfrm>
              <a:off x="5962320" y="2548440"/>
              <a:ext cx="2639880" cy="1345680"/>
            </a:xfrm>
            <a:custGeom>
              <a:avLst/>
              <a:gdLst/>
              <a:ahLst/>
              <a:cxnLst/>
              <a:rect l="l" t="t" r="r" b="b"/>
              <a:pathLst>
                <a:path w="178721" h="91130">
                  <a:moveTo>
                    <a:pt x="31982" y="1"/>
                  </a:moveTo>
                  <a:cubicBezTo>
                    <a:pt x="29991" y="966"/>
                    <a:pt x="28045" y="1976"/>
                    <a:pt x="26173" y="3057"/>
                  </a:cubicBezTo>
                  <a:cubicBezTo>
                    <a:pt x="16101" y="8873"/>
                    <a:pt x="8953" y="15735"/>
                    <a:pt x="4695" y="23035"/>
                  </a:cubicBezTo>
                  <a:lnTo>
                    <a:pt x="1" y="23035"/>
                  </a:lnTo>
                  <a:lnTo>
                    <a:pt x="1" y="39538"/>
                  </a:lnTo>
                  <a:cubicBezTo>
                    <a:pt x="1" y="52741"/>
                    <a:pt x="8725" y="65946"/>
                    <a:pt x="26175" y="76018"/>
                  </a:cubicBezTo>
                  <a:cubicBezTo>
                    <a:pt x="43624" y="86093"/>
                    <a:pt x="66493" y="91130"/>
                    <a:pt x="89362" y="91130"/>
                  </a:cubicBezTo>
                  <a:cubicBezTo>
                    <a:pt x="112231" y="91130"/>
                    <a:pt x="135100" y="86093"/>
                    <a:pt x="152548" y="76018"/>
                  </a:cubicBezTo>
                  <a:cubicBezTo>
                    <a:pt x="169996" y="65944"/>
                    <a:pt x="178721" y="52741"/>
                    <a:pt x="178721" y="39538"/>
                  </a:cubicBezTo>
                  <a:lnTo>
                    <a:pt x="178721" y="23035"/>
                  </a:lnTo>
                  <a:lnTo>
                    <a:pt x="174026" y="23035"/>
                  </a:lnTo>
                  <a:cubicBezTo>
                    <a:pt x="169768" y="15735"/>
                    <a:pt x="162620" y="8875"/>
                    <a:pt x="152548" y="3059"/>
                  </a:cubicBezTo>
                  <a:cubicBezTo>
                    <a:pt x="150678" y="1978"/>
                    <a:pt x="148732" y="970"/>
                    <a:pt x="146745" y="4"/>
                  </a:cubicBezTo>
                  <a:lnTo>
                    <a:pt x="146745" y="4"/>
                  </a:lnTo>
                  <a:cubicBezTo>
                    <a:pt x="157855" y="6793"/>
                    <a:pt x="164203" y="15124"/>
                    <a:pt x="164203" y="23037"/>
                  </a:cubicBezTo>
                  <a:cubicBezTo>
                    <a:pt x="164203" y="31289"/>
                    <a:pt x="157307" y="40004"/>
                    <a:pt x="145289" y="46942"/>
                  </a:cubicBezTo>
                  <a:cubicBezTo>
                    <a:pt x="130797" y="55309"/>
                    <a:pt x="110413" y="60108"/>
                    <a:pt x="89362" y="60108"/>
                  </a:cubicBezTo>
                  <a:cubicBezTo>
                    <a:pt x="68311" y="60108"/>
                    <a:pt x="47926" y="55309"/>
                    <a:pt x="33434" y="46942"/>
                  </a:cubicBezTo>
                  <a:cubicBezTo>
                    <a:pt x="21414" y="40004"/>
                    <a:pt x="14519" y="31287"/>
                    <a:pt x="14519" y="23033"/>
                  </a:cubicBezTo>
                  <a:cubicBezTo>
                    <a:pt x="14519" y="15120"/>
                    <a:pt x="20868" y="6790"/>
                    <a:pt x="31982" y="1"/>
                  </a:cubicBezTo>
                  <a:close/>
                </a:path>
              </a:pathLst>
            </a:custGeom>
            <a:solidFill>
              <a:srgbClr val="706EDC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44" name="CustomShape 9"/>
            <p:cNvSpPr/>
            <p:nvPr/>
          </p:nvSpPr>
          <p:spPr>
            <a:xfrm>
              <a:off x="5833440" y="2126520"/>
              <a:ext cx="2897640" cy="1523880"/>
            </a:xfrm>
            <a:custGeom>
              <a:avLst/>
              <a:gdLst/>
              <a:ahLst/>
              <a:cxnLst/>
              <a:rect l="l" t="t" r="r" b="b"/>
              <a:pathLst>
                <a:path w="196168" h="103185">
                  <a:moveTo>
                    <a:pt x="98084" y="14524"/>
                  </a:moveTo>
                  <a:cubicBezTo>
                    <a:pt x="119137" y="14524"/>
                    <a:pt x="139525" y="19315"/>
                    <a:pt x="154023" y="27693"/>
                  </a:cubicBezTo>
                  <a:cubicBezTo>
                    <a:pt x="166032" y="34622"/>
                    <a:pt x="172938" y="43333"/>
                    <a:pt x="172938" y="51587"/>
                  </a:cubicBezTo>
                  <a:cubicBezTo>
                    <a:pt x="172938" y="54324"/>
                    <a:pt x="172191" y="57104"/>
                    <a:pt x="170719" y="59842"/>
                  </a:cubicBezTo>
                  <a:cubicBezTo>
                    <a:pt x="167814" y="65400"/>
                    <a:pt x="162069" y="70855"/>
                    <a:pt x="154023" y="75502"/>
                  </a:cubicBezTo>
                  <a:cubicBezTo>
                    <a:pt x="139525" y="83860"/>
                    <a:pt x="119137" y="88671"/>
                    <a:pt x="98084" y="88671"/>
                  </a:cubicBezTo>
                  <a:cubicBezTo>
                    <a:pt x="77033" y="88671"/>
                    <a:pt x="56645" y="83860"/>
                    <a:pt x="42168" y="75502"/>
                  </a:cubicBezTo>
                  <a:cubicBezTo>
                    <a:pt x="34120" y="70855"/>
                    <a:pt x="28376" y="65400"/>
                    <a:pt x="25472" y="59842"/>
                  </a:cubicBezTo>
                  <a:cubicBezTo>
                    <a:pt x="23999" y="57104"/>
                    <a:pt x="23252" y="54324"/>
                    <a:pt x="23252" y="51587"/>
                  </a:cubicBezTo>
                  <a:cubicBezTo>
                    <a:pt x="23252" y="43333"/>
                    <a:pt x="30138" y="34622"/>
                    <a:pt x="42168" y="27693"/>
                  </a:cubicBezTo>
                  <a:cubicBezTo>
                    <a:pt x="56645" y="19315"/>
                    <a:pt x="77033" y="14524"/>
                    <a:pt x="98084" y="14524"/>
                  </a:cubicBezTo>
                  <a:close/>
                  <a:moveTo>
                    <a:pt x="98088" y="0"/>
                  </a:moveTo>
                  <a:cubicBezTo>
                    <a:pt x="75218" y="0"/>
                    <a:pt x="52352" y="5035"/>
                    <a:pt x="34909" y="15105"/>
                  </a:cubicBezTo>
                  <a:cubicBezTo>
                    <a:pt x="1" y="35264"/>
                    <a:pt x="1" y="67931"/>
                    <a:pt x="34909" y="88070"/>
                  </a:cubicBezTo>
                  <a:cubicBezTo>
                    <a:pt x="36775" y="89149"/>
                    <a:pt x="38705" y="90164"/>
                    <a:pt x="40675" y="91099"/>
                  </a:cubicBezTo>
                  <a:cubicBezTo>
                    <a:pt x="57236" y="99156"/>
                    <a:pt x="77665" y="103185"/>
                    <a:pt x="98094" y="103185"/>
                  </a:cubicBezTo>
                  <a:cubicBezTo>
                    <a:pt x="118524" y="103185"/>
                    <a:pt x="138954" y="99156"/>
                    <a:pt x="155516" y="91099"/>
                  </a:cubicBezTo>
                  <a:cubicBezTo>
                    <a:pt x="157506" y="90164"/>
                    <a:pt x="159415" y="89149"/>
                    <a:pt x="161282" y="88070"/>
                  </a:cubicBezTo>
                  <a:cubicBezTo>
                    <a:pt x="196167" y="67931"/>
                    <a:pt x="196167" y="35264"/>
                    <a:pt x="161282" y="15105"/>
                  </a:cubicBezTo>
                  <a:cubicBezTo>
                    <a:pt x="143829" y="5035"/>
                    <a:pt x="120957" y="0"/>
                    <a:pt x="98088" y="0"/>
                  </a:cubicBezTo>
                  <a:close/>
                </a:path>
              </a:pathLst>
            </a:custGeom>
            <a:solidFill>
              <a:srgbClr val="8989E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45" name="CustomShape 10"/>
            <p:cNvSpPr/>
            <p:nvPr/>
          </p:nvSpPr>
          <p:spPr>
            <a:xfrm>
              <a:off x="6176880" y="2341080"/>
              <a:ext cx="2210760" cy="669240"/>
            </a:xfrm>
            <a:custGeom>
              <a:avLst/>
              <a:gdLst/>
              <a:ahLst/>
              <a:cxnLst/>
              <a:rect l="l" t="t" r="r" b="b"/>
              <a:pathLst>
                <a:path w="149686" h="45319">
                  <a:moveTo>
                    <a:pt x="74832" y="1"/>
                  </a:moveTo>
                  <a:cubicBezTo>
                    <a:pt x="53781" y="1"/>
                    <a:pt x="33393" y="4792"/>
                    <a:pt x="18916" y="13170"/>
                  </a:cubicBezTo>
                  <a:cubicBezTo>
                    <a:pt x="6886" y="20099"/>
                    <a:pt x="0" y="28810"/>
                    <a:pt x="0" y="37064"/>
                  </a:cubicBezTo>
                  <a:cubicBezTo>
                    <a:pt x="0" y="39801"/>
                    <a:pt x="747" y="42581"/>
                    <a:pt x="2220" y="45319"/>
                  </a:cubicBezTo>
                  <a:cubicBezTo>
                    <a:pt x="5124" y="39761"/>
                    <a:pt x="10868" y="34305"/>
                    <a:pt x="18916" y="29659"/>
                  </a:cubicBezTo>
                  <a:cubicBezTo>
                    <a:pt x="33393" y="21300"/>
                    <a:pt x="53781" y="16509"/>
                    <a:pt x="74832" y="16509"/>
                  </a:cubicBezTo>
                  <a:cubicBezTo>
                    <a:pt x="95885" y="16509"/>
                    <a:pt x="116273" y="21300"/>
                    <a:pt x="130771" y="29659"/>
                  </a:cubicBezTo>
                  <a:cubicBezTo>
                    <a:pt x="138817" y="34305"/>
                    <a:pt x="144562" y="39761"/>
                    <a:pt x="147467" y="45319"/>
                  </a:cubicBezTo>
                  <a:cubicBezTo>
                    <a:pt x="148939" y="42581"/>
                    <a:pt x="149686" y="39801"/>
                    <a:pt x="149686" y="37064"/>
                  </a:cubicBezTo>
                  <a:cubicBezTo>
                    <a:pt x="149686" y="28810"/>
                    <a:pt x="142780" y="20099"/>
                    <a:pt x="130771" y="13170"/>
                  </a:cubicBezTo>
                  <a:cubicBezTo>
                    <a:pt x="116273" y="4792"/>
                    <a:pt x="95885" y="1"/>
                    <a:pt x="74832" y="1"/>
                  </a:cubicBezTo>
                  <a:close/>
                </a:path>
              </a:pathLst>
            </a:custGeom>
            <a:solidFill>
              <a:srgbClr val="5C5CC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46" name="CustomShape 11"/>
            <p:cNvSpPr/>
            <p:nvPr/>
          </p:nvSpPr>
          <p:spPr>
            <a:xfrm>
              <a:off x="6209640" y="2584800"/>
              <a:ext cx="2145240" cy="851040"/>
            </a:xfrm>
            <a:custGeom>
              <a:avLst/>
              <a:gdLst/>
              <a:ahLst/>
              <a:cxnLst/>
              <a:rect l="l" t="t" r="r" b="b"/>
              <a:pathLst>
                <a:path w="145248" h="57634">
                  <a:moveTo>
                    <a:pt x="72613" y="0"/>
                  </a:moveTo>
                  <a:cubicBezTo>
                    <a:pt x="51562" y="0"/>
                    <a:pt x="31174" y="4791"/>
                    <a:pt x="16697" y="13151"/>
                  </a:cubicBezTo>
                  <a:cubicBezTo>
                    <a:pt x="8649" y="17796"/>
                    <a:pt x="2905" y="23252"/>
                    <a:pt x="1" y="28810"/>
                  </a:cubicBezTo>
                  <a:cubicBezTo>
                    <a:pt x="2905" y="34368"/>
                    <a:pt x="8649" y="39823"/>
                    <a:pt x="16697" y="44470"/>
                  </a:cubicBezTo>
                  <a:cubicBezTo>
                    <a:pt x="24797" y="49146"/>
                    <a:pt x="34747" y="52713"/>
                    <a:pt x="45631" y="54947"/>
                  </a:cubicBezTo>
                  <a:lnTo>
                    <a:pt x="45635" y="54947"/>
                  </a:lnTo>
                  <a:lnTo>
                    <a:pt x="45642" y="54949"/>
                  </a:lnTo>
                  <a:cubicBezTo>
                    <a:pt x="54208" y="56704"/>
                    <a:pt x="63348" y="57634"/>
                    <a:pt x="72619" y="57634"/>
                  </a:cubicBezTo>
                  <a:cubicBezTo>
                    <a:pt x="79319" y="57634"/>
                    <a:pt x="85954" y="57149"/>
                    <a:pt x="92349" y="56215"/>
                  </a:cubicBezTo>
                  <a:cubicBezTo>
                    <a:pt x="105177" y="54341"/>
                    <a:pt x="117059" y="50672"/>
                    <a:pt x="126631" y="45536"/>
                  </a:cubicBezTo>
                  <a:cubicBezTo>
                    <a:pt x="127281" y="45186"/>
                    <a:pt x="127918" y="44832"/>
                    <a:pt x="128546" y="44470"/>
                  </a:cubicBezTo>
                  <a:cubicBezTo>
                    <a:pt x="130494" y="43344"/>
                    <a:pt x="132305" y="42176"/>
                    <a:pt x="133978" y="40966"/>
                  </a:cubicBezTo>
                  <a:cubicBezTo>
                    <a:pt x="139211" y="37177"/>
                    <a:pt x="143045" y="33023"/>
                    <a:pt x="145248" y="28808"/>
                  </a:cubicBezTo>
                  <a:cubicBezTo>
                    <a:pt x="142343" y="23250"/>
                    <a:pt x="136598" y="17796"/>
                    <a:pt x="128552" y="13150"/>
                  </a:cubicBezTo>
                  <a:cubicBezTo>
                    <a:pt x="114054" y="4791"/>
                    <a:pt x="93666" y="0"/>
                    <a:pt x="72613" y="0"/>
                  </a:cubicBezTo>
                  <a:close/>
                </a:path>
              </a:pathLst>
            </a:custGeom>
            <a:solidFill>
              <a:srgbClr val="B3CDF7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47" name="CustomShape 12"/>
            <p:cNvSpPr/>
            <p:nvPr/>
          </p:nvSpPr>
          <p:spPr>
            <a:xfrm>
              <a:off x="6883920" y="3189960"/>
              <a:ext cx="1304640" cy="245880"/>
            </a:xfrm>
            <a:custGeom>
              <a:avLst/>
              <a:gdLst/>
              <a:ahLst/>
              <a:cxnLst/>
              <a:rect l="l" t="t" r="r" b="b"/>
              <a:pathLst>
                <a:path w="88337" h="16675">
                  <a:moveTo>
                    <a:pt x="88337" y="1"/>
                  </a:moveTo>
                  <a:lnTo>
                    <a:pt x="88337" y="1"/>
                  </a:lnTo>
                  <a:cubicBezTo>
                    <a:pt x="86665" y="1209"/>
                    <a:pt x="84855" y="2377"/>
                    <a:pt x="82905" y="3505"/>
                  </a:cubicBezTo>
                  <a:cubicBezTo>
                    <a:pt x="82452" y="3766"/>
                    <a:pt x="81994" y="4024"/>
                    <a:pt x="81530" y="4279"/>
                  </a:cubicBezTo>
                  <a:lnTo>
                    <a:pt x="81530" y="4279"/>
                  </a:lnTo>
                  <a:cubicBezTo>
                    <a:pt x="81996" y="4024"/>
                    <a:pt x="82456" y="3766"/>
                    <a:pt x="82911" y="3503"/>
                  </a:cubicBezTo>
                  <a:cubicBezTo>
                    <a:pt x="84857" y="2379"/>
                    <a:pt x="86665" y="1211"/>
                    <a:pt x="88337" y="1"/>
                  </a:cubicBezTo>
                  <a:close/>
                  <a:moveTo>
                    <a:pt x="81530" y="4279"/>
                  </a:moveTo>
                  <a:cubicBezTo>
                    <a:pt x="81351" y="4376"/>
                    <a:pt x="81171" y="4474"/>
                    <a:pt x="80990" y="4571"/>
                  </a:cubicBezTo>
                  <a:cubicBezTo>
                    <a:pt x="81171" y="4474"/>
                    <a:pt x="81351" y="4377"/>
                    <a:pt x="81530" y="4279"/>
                  </a:cubicBezTo>
                  <a:close/>
                  <a:moveTo>
                    <a:pt x="1" y="13984"/>
                  </a:moveTo>
                  <a:cubicBezTo>
                    <a:pt x="8565" y="15742"/>
                    <a:pt x="17704" y="16674"/>
                    <a:pt x="26972" y="16674"/>
                  </a:cubicBezTo>
                  <a:cubicBezTo>
                    <a:pt x="33674" y="16674"/>
                    <a:pt x="40309" y="16186"/>
                    <a:pt x="46708" y="15252"/>
                  </a:cubicBezTo>
                  <a:lnTo>
                    <a:pt x="46708" y="15252"/>
                  </a:lnTo>
                  <a:cubicBezTo>
                    <a:pt x="40313" y="16184"/>
                    <a:pt x="33678" y="16671"/>
                    <a:pt x="26978" y="16671"/>
                  </a:cubicBezTo>
                  <a:cubicBezTo>
                    <a:pt x="17707" y="16671"/>
                    <a:pt x="8567" y="15740"/>
                    <a:pt x="1" y="13984"/>
                  </a:cubicBezTo>
                  <a:close/>
                </a:path>
              </a:pathLst>
            </a:custGeom>
            <a:solidFill>
              <a:srgbClr val="8B9DEB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48" name="CustomShape 13"/>
            <p:cNvSpPr/>
            <p:nvPr/>
          </p:nvSpPr>
          <p:spPr>
            <a:xfrm>
              <a:off x="6184440" y="2457360"/>
              <a:ext cx="2195640" cy="552600"/>
            </a:xfrm>
            <a:custGeom>
              <a:avLst/>
              <a:gdLst/>
              <a:ahLst/>
              <a:cxnLst/>
              <a:rect l="l" t="t" r="r" b="b"/>
              <a:pathLst>
                <a:path w="148647" h="37434">
                  <a:moveTo>
                    <a:pt x="74312" y="0"/>
                  </a:moveTo>
                  <a:cubicBezTo>
                    <a:pt x="53261" y="0"/>
                    <a:pt x="32873" y="4791"/>
                    <a:pt x="18396" y="13152"/>
                  </a:cubicBezTo>
                  <a:cubicBezTo>
                    <a:pt x="10348" y="17796"/>
                    <a:pt x="4604" y="23252"/>
                    <a:pt x="1700" y="28810"/>
                  </a:cubicBezTo>
                  <a:cubicBezTo>
                    <a:pt x="931" y="30240"/>
                    <a:pt x="370" y="31681"/>
                    <a:pt x="0" y="33122"/>
                  </a:cubicBezTo>
                  <a:cubicBezTo>
                    <a:pt x="370" y="34563"/>
                    <a:pt x="931" y="36004"/>
                    <a:pt x="1700" y="37434"/>
                  </a:cubicBezTo>
                  <a:cubicBezTo>
                    <a:pt x="4604" y="31876"/>
                    <a:pt x="10348" y="26420"/>
                    <a:pt x="18396" y="21775"/>
                  </a:cubicBezTo>
                  <a:cubicBezTo>
                    <a:pt x="32873" y="13417"/>
                    <a:pt x="53261" y="8626"/>
                    <a:pt x="74312" y="8626"/>
                  </a:cubicBezTo>
                  <a:cubicBezTo>
                    <a:pt x="95365" y="8626"/>
                    <a:pt x="115753" y="13417"/>
                    <a:pt x="130251" y="21775"/>
                  </a:cubicBezTo>
                  <a:cubicBezTo>
                    <a:pt x="138297" y="26420"/>
                    <a:pt x="144042" y="31876"/>
                    <a:pt x="146947" y="37434"/>
                  </a:cubicBezTo>
                  <a:cubicBezTo>
                    <a:pt x="147716" y="36004"/>
                    <a:pt x="148275" y="34563"/>
                    <a:pt x="148646" y="33122"/>
                  </a:cubicBezTo>
                  <a:cubicBezTo>
                    <a:pt x="148275" y="31681"/>
                    <a:pt x="147716" y="30240"/>
                    <a:pt x="146947" y="28810"/>
                  </a:cubicBezTo>
                  <a:cubicBezTo>
                    <a:pt x="144042" y="23252"/>
                    <a:pt x="138297" y="17796"/>
                    <a:pt x="130251" y="13152"/>
                  </a:cubicBezTo>
                  <a:cubicBezTo>
                    <a:pt x="115753" y="4791"/>
                    <a:pt x="95365" y="2"/>
                    <a:pt x="74312" y="2"/>
                  </a:cubicBezTo>
                  <a:lnTo>
                    <a:pt x="74312" y="0"/>
                  </a:lnTo>
                  <a:close/>
                </a:path>
              </a:pathLst>
            </a:custGeom>
            <a:solidFill>
              <a:srgbClr val="8194D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49" name="CustomShape 14"/>
            <p:cNvSpPr/>
            <p:nvPr/>
          </p:nvSpPr>
          <p:spPr>
            <a:xfrm>
              <a:off x="5825880" y="3458520"/>
              <a:ext cx="547920" cy="368640"/>
            </a:xfrm>
            <a:custGeom>
              <a:avLst/>
              <a:gdLst/>
              <a:ahLst/>
              <a:cxnLst/>
              <a:rect l="l" t="t" r="r" b="b"/>
              <a:pathLst>
                <a:path w="37121" h="24968">
                  <a:moveTo>
                    <a:pt x="31193" y="0"/>
                  </a:moveTo>
                  <a:cubicBezTo>
                    <a:pt x="30313" y="0"/>
                    <a:pt x="29421" y="225"/>
                    <a:pt x="28604" y="698"/>
                  </a:cubicBezTo>
                  <a:lnTo>
                    <a:pt x="3329" y="15291"/>
                  </a:lnTo>
                  <a:cubicBezTo>
                    <a:pt x="850" y="16722"/>
                    <a:pt x="1" y="19894"/>
                    <a:pt x="1433" y="22373"/>
                  </a:cubicBezTo>
                  <a:cubicBezTo>
                    <a:pt x="2357" y="23980"/>
                    <a:pt x="4070" y="24967"/>
                    <a:pt x="5921" y="24967"/>
                  </a:cubicBezTo>
                  <a:cubicBezTo>
                    <a:pt x="5923" y="24967"/>
                    <a:pt x="5925" y="24967"/>
                    <a:pt x="5927" y="24967"/>
                  </a:cubicBezTo>
                  <a:cubicBezTo>
                    <a:pt x="6837" y="24967"/>
                    <a:pt x="7728" y="24728"/>
                    <a:pt x="8515" y="24271"/>
                  </a:cubicBezTo>
                  <a:lnTo>
                    <a:pt x="33791" y="9679"/>
                  </a:lnTo>
                  <a:cubicBezTo>
                    <a:pt x="36270" y="8247"/>
                    <a:pt x="37121" y="5077"/>
                    <a:pt x="35687" y="2596"/>
                  </a:cubicBezTo>
                  <a:cubicBezTo>
                    <a:pt x="34727" y="932"/>
                    <a:pt x="32985" y="0"/>
                    <a:pt x="31193" y="0"/>
                  </a:cubicBezTo>
                  <a:close/>
                </a:path>
              </a:pathLst>
            </a:custGeom>
            <a:solidFill>
              <a:srgbClr val="34459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50" name="CustomShape 15"/>
            <p:cNvSpPr/>
            <p:nvPr/>
          </p:nvSpPr>
          <p:spPr>
            <a:xfrm>
              <a:off x="4492800" y="3518280"/>
              <a:ext cx="1669320" cy="1126800"/>
            </a:xfrm>
            <a:custGeom>
              <a:avLst/>
              <a:gdLst/>
              <a:ahLst/>
              <a:cxnLst/>
              <a:rect l="l" t="t" r="r" b="b"/>
              <a:pathLst>
                <a:path w="113016" h="76299">
                  <a:moveTo>
                    <a:pt x="100829" y="0"/>
                  </a:moveTo>
                  <a:cubicBezTo>
                    <a:pt x="100019" y="0"/>
                    <a:pt x="99282" y="190"/>
                    <a:pt x="98646" y="553"/>
                  </a:cubicBezTo>
                  <a:lnTo>
                    <a:pt x="98646" y="552"/>
                  </a:lnTo>
                  <a:lnTo>
                    <a:pt x="98633" y="559"/>
                  </a:lnTo>
                  <a:lnTo>
                    <a:pt x="5961" y="54065"/>
                  </a:lnTo>
                  <a:lnTo>
                    <a:pt x="5955" y="54066"/>
                  </a:lnTo>
                  <a:lnTo>
                    <a:pt x="5913" y="54092"/>
                  </a:lnTo>
                  <a:lnTo>
                    <a:pt x="5916" y="54100"/>
                  </a:lnTo>
                  <a:cubicBezTo>
                    <a:pt x="5913" y="54102"/>
                    <a:pt x="5911" y="54105"/>
                    <a:pt x="5907" y="54107"/>
                  </a:cubicBezTo>
                  <a:cubicBezTo>
                    <a:pt x="2377" y="56174"/>
                    <a:pt x="0" y="59998"/>
                    <a:pt x="0" y="64384"/>
                  </a:cubicBezTo>
                  <a:cubicBezTo>
                    <a:pt x="0" y="70963"/>
                    <a:pt x="5335" y="76298"/>
                    <a:pt x="11915" y="76298"/>
                  </a:cubicBezTo>
                  <a:cubicBezTo>
                    <a:pt x="13989" y="76298"/>
                    <a:pt x="16028" y="75754"/>
                    <a:pt x="17825" y="74720"/>
                  </a:cubicBezTo>
                  <a:cubicBezTo>
                    <a:pt x="17846" y="74709"/>
                    <a:pt x="17868" y="74699"/>
                    <a:pt x="17890" y="74688"/>
                  </a:cubicBezTo>
                  <a:lnTo>
                    <a:pt x="17892" y="74690"/>
                  </a:lnTo>
                  <a:lnTo>
                    <a:pt x="110529" y="21205"/>
                  </a:lnTo>
                  <a:lnTo>
                    <a:pt x="110529" y="21203"/>
                  </a:lnTo>
                  <a:cubicBezTo>
                    <a:pt x="112063" y="20329"/>
                    <a:pt x="113015" y="18438"/>
                    <a:pt x="113015" y="15742"/>
                  </a:cubicBezTo>
                  <a:cubicBezTo>
                    <a:pt x="113015" y="10369"/>
                    <a:pt x="109242" y="3837"/>
                    <a:pt x="104588" y="1149"/>
                  </a:cubicBezTo>
                  <a:cubicBezTo>
                    <a:pt x="103237" y="369"/>
                    <a:pt x="101961" y="0"/>
                    <a:pt x="100829" y="0"/>
                  </a:cubicBezTo>
                  <a:close/>
                </a:path>
              </a:pathLst>
            </a:custGeom>
            <a:solidFill>
              <a:srgbClr val="E7478D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51" name="CustomShape 16"/>
            <p:cNvSpPr/>
            <p:nvPr/>
          </p:nvSpPr>
          <p:spPr>
            <a:xfrm>
              <a:off x="5544000" y="3712680"/>
              <a:ext cx="281520" cy="354960"/>
            </a:xfrm>
            <a:custGeom>
              <a:avLst/>
              <a:gdLst/>
              <a:ahLst/>
              <a:cxnLst/>
              <a:rect l="l" t="t" r="r" b="b"/>
              <a:pathLst>
                <a:path w="19091" h="24055">
                  <a:moveTo>
                    <a:pt x="6903" y="1"/>
                  </a:moveTo>
                  <a:cubicBezTo>
                    <a:pt x="6098" y="1"/>
                    <a:pt x="5368" y="186"/>
                    <a:pt x="4737" y="539"/>
                  </a:cubicBezTo>
                  <a:lnTo>
                    <a:pt x="0" y="3251"/>
                  </a:lnTo>
                  <a:cubicBezTo>
                    <a:pt x="559" y="2999"/>
                    <a:pt x="1194" y="2861"/>
                    <a:pt x="1878" y="2861"/>
                  </a:cubicBezTo>
                  <a:cubicBezTo>
                    <a:pt x="2209" y="2861"/>
                    <a:pt x="2552" y="2894"/>
                    <a:pt x="2904" y="2961"/>
                  </a:cubicBezTo>
                  <a:cubicBezTo>
                    <a:pt x="3775" y="3106"/>
                    <a:pt x="4687" y="3459"/>
                    <a:pt x="5662" y="4019"/>
                  </a:cubicBezTo>
                  <a:cubicBezTo>
                    <a:pt x="6305" y="4372"/>
                    <a:pt x="6906" y="4809"/>
                    <a:pt x="7508" y="5305"/>
                  </a:cubicBezTo>
                  <a:cubicBezTo>
                    <a:pt x="10682" y="7960"/>
                    <a:pt x="13190" y="12315"/>
                    <a:pt x="13896" y="16400"/>
                  </a:cubicBezTo>
                  <a:cubicBezTo>
                    <a:pt x="14019" y="17126"/>
                    <a:pt x="14080" y="17862"/>
                    <a:pt x="14082" y="18599"/>
                  </a:cubicBezTo>
                  <a:cubicBezTo>
                    <a:pt x="14082" y="19822"/>
                    <a:pt x="13876" y="20901"/>
                    <a:pt x="13523" y="21772"/>
                  </a:cubicBezTo>
                  <a:cubicBezTo>
                    <a:pt x="13107" y="22788"/>
                    <a:pt x="12444" y="23577"/>
                    <a:pt x="11634" y="24055"/>
                  </a:cubicBezTo>
                  <a:lnTo>
                    <a:pt x="16269" y="21384"/>
                  </a:lnTo>
                  <a:lnTo>
                    <a:pt x="16622" y="21199"/>
                  </a:lnTo>
                  <a:cubicBezTo>
                    <a:pt x="18156" y="20328"/>
                    <a:pt x="19090" y="18441"/>
                    <a:pt x="19090" y="15745"/>
                  </a:cubicBezTo>
                  <a:cubicBezTo>
                    <a:pt x="19090" y="10370"/>
                    <a:pt x="15337" y="3837"/>
                    <a:pt x="10670" y="1141"/>
                  </a:cubicBezTo>
                  <a:cubicBezTo>
                    <a:pt x="9314" y="366"/>
                    <a:pt x="8035" y="1"/>
                    <a:pt x="6903" y="1"/>
                  </a:cubicBezTo>
                  <a:close/>
                </a:path>
              </a:pathLst>
            </a:custGeom>
            <a:solidFill>
              <a:srgbClr val="FFDB4C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TextShape 1"/>
          <p:cNvSpPr txBox="1"/>
          <p:nvPr/>
        </p:nvSpPr>
        <p:spPr>
          <a:xfrm>
            <a:off x="6465960" y="2949480"/>
            <a:ext cx="1560240" cy="577440"/>
          </a:xfrm>
          <a:prstGeom prst="rect">
            <a:avLst/>
          </a:prstGeom>
          <a:noFill/>
          <a:ln>
            <a:noFill/>
          </a:ln>
        </p:spPr>
        <p:txBody>
          <a:bodyPr tIns="91440" bIns="91440" anchor="b"/>
          <a:lstStyle/>
          <a:p>
            <a:pPr algn="ctr">
              <a:lnSpc>
                <a:spcPct val="100000"/>
              </a:lnSpc>
            </a:pPr>
            <a:r>
              <a:rPr lang="en-US" sz="2200" b="0" strike="noStrike" spc="-1">
                <a:solidFill>
                  <a:srgbClr val="324788"/>
                </a:solidFill>
                <a:latin typeface="Dosis ExtraLight"/>
                <a:ea typeface="Dosis ExtraLight"/>
              </a:rPr>
              <a:t>03</a:t>
            </a:r>
            <a:endParaRPr lang="en-US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3" name="TextShape 2"/>
          <p:cNvSpPr txBox="1"/>
          <p:nvPr/>
        </p:nvSpPr>
        <p:spPr>
          <a:xfrm>
            <a:off x="5965560" y="3552480"/>
            <a:ext cx="2561040" cy="875160"/>
          </a:xfrm>
          <a:prstGeom prst="rect">
            <a:avLst/>
          </a:prstGeom>
          <a:noFill/>
          <a:ln>
            <a:noFill/>
          </a:ln>
        </p:spPr>
        <p:txBody>
          <a:bodyPr tIns="91440" bIns="91440"/>
          <a:lstStyle/>
          <a:p>
            <a:pPr algn="ctr">
              <a:lnSpc>
                <a:spcPct val="100000"/>
              </a:lnSpc>
            </a:pPr>
            <a:r>
              <a:rPr lang="en-US" sz="1200" b="0" strike="noStrike" spc="-1">
                <a:solidFill>
                  <a:srgbClr val="324788"/>
                </a:solidFill>
                <a:latin typeface="Raleway Light"/>
                <a:ea typeface="Raleway Light"/>
              </a:rPr>
              <a:t>Apakah aplikasi yang dirancang dapat membantu pelaksanaan pembelajaran Link-Match di STT Terpadu Nurul Fikri?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754" name="TextShape 3"/>
          <p:cNvSpPr txBox="1"/>
          <p:nvPr/>
        </p:nvSpPr>
        <p:spPr>
          <a:xfrm>
            <a:off x="3791880" y="2949480"/>
            <a:ext cx="1560240" cy="577440"/>
          </a:xfrm>
          <a:prstGeom prst="rect">
            <a:avLst/>
          </a:prstGeom>
          <a:noFill/>
          <a:ln>
            <a:noFill/>
          </a:ln>
        </p:spPr>
        <p:txBody>
          <a:bodyPr tIns="91440" bIns="91440" anchor="b"/>
          <a:lstStyle/>
          <a:p>
            <a:pPr algn="ctr">
              <a:lnSpc>
                <a:spcPct val="100000"/>
              </a:lnSpc>
            </a:pPr>
            <a:r>
              <a:rPr lang="en-US" sz="2200" b="0" strike="noStrike" spc="-1">
                <a:solidFill>
                  <a:srgbClr val="324788"/>
                </a:solidFill>
                <a:latin typeface="Dosis ExtraLight"/>
                <a:ea typeface="Dosis ExtraLight"/>
              </a:rPr>
              <a:t>02</a:t>
            </a:r>
            <a:endParaRPr lang="en-US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5" name="TextShape 4"/>
          <p:cNvSpPr txBox="1"/>
          <p:nvPr/>
        </p:nvSpPr>
        <p:spPr>
          <a:xfrm>
            <a:off x="3291480" y="3552480"/>
            <a:ext cx="2561040" cy="875160"/>
          </a:xfrm>
          <a:prstGeom prst="rect">
            <a:avLst/>
          </a:prstGeom>
          <a:noFill/>
          <a:ln>
            <a:noFill/>
          </a:ln>
        </p:spPr>
        <p:txBody>
          <a:bodyPr tIns="91440" bIns="91440"/>
          <a:lstStyle/>
          <a:p>
            <a:pPr algn="ctr">
              <a:lnSpc>
                <a:spcPct val="100000"/>
              </a:lnSpc>
            </a:pPr>
            <a:r>
              <a:rPr lang="en-US" sz="1200" b="0" strike="noStrike" spc="-1">
                <a:solidFill>
                  <a:srgbClr val="324788"/>
                </a:solidFill>
                <a:latin typeface="Raleway Light"/>
                <a:ea typeface="Raleway Light"/>
              </a:rPr>
              <a:t>Bagaimana proses pengembangan aplikasi Link-Match berbasis Android di lingkungan kampus STT Terpadu Nurul Fikri?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756" name="TextShape 5"/>
          <p:cNvSpPr txBox="1"/>
          <p:nvPr/>
        </p:nvSpPr>
        <p:spPr>
          <a:xfrm>
            <a:off x="1118160" y="2949480"/>
            <a:ext cx="1560240" cy="577440"/>
          </a:xfrm>
          <a:prstGeom prst="rect">
            <a:avLst/>
          </a:prstGeom>
          <a:noFill/>
          <a:ln>
            <a:noFill/>
          </a:ln>
        </p:spPr>
        <p:txBody>
          <a:bodyPr tIns="91440" bIns="91440" anchor="b"/>
          <a:lstStyle/>
          <a:p>
            <a:pPr algn="ctr">
              <a:lnSpc>
                <a:spcPct val="100000"/>
              </a:lnSpc>
            </a:pPr>
            <a:r>
              <a:rPr lang="en-US" sz="2200" b="0" strike="noStrike" spc="-1">
                <a:solidFill>
                  <a:srgbClr val="324788"/>
                </a:solidFill>
                <a:latin typeface="Dosis ExtraLight"/>
                <a:ea typeface="Dosis ExtraLight"/>
              </a:rPr>
              <a:t>01</a:t>
            </a:r>
            <a:endParaRPr lang="en-US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7" name="TextShape 6"/>
          <p:cNvSpPr txBox="1"/>
          <p:nvPr/>
        </p:nvSpPr>
        <p:spPr>
          <a:xfrm>
            <a:off x="617760" y="3552480"/>
            <a:ext cx="2561040" cy="875160"/>
          </a:xfrm>
          <a:prstGeom prst="rect">
            <a:avLst/>
          </a:prstGeom>
          <a:noFill/>
          <a:ln>
            <a:noFill/>
          </a:ln>
        </p:spPr>
        <p:txBody>
          <a:bodyPr tIns="91440" bIns="91440"/>
          <a:lstStyle/>
          <a:p>
            <a:pPr algn="ctr">
              <a:lnSpc>
                <a:spcPct val="100000"/>
              </a:lnSpc>
            </a:pPr>
            <a:r>
              <a:rPr lang="en-US" sz="1200" b="0" strike="noStrike" spc="-1">
                <a:solidFill>
                  <a:srgbClr val="324788"/>
                </a:solidFill>
                <a:latin typeface="Raleway Light"/>
                <a:ea typeface="Raleway Light"/>
              </a:rPr>
              <a:t>Bagaimana proses pembelajaran menggunakan pendekatan Link-Match di STT Terpadu Nurul Fikri menggunakan aplikasi Android?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758" name="CustomShape 7"/>
          <p:cNvSpPr/>
          <p:nvPr/>
        </p:nvSpPr>
        <p:spPr>
          <a:xfrm>
            <a:off x="1390680" y="1792440"/>
            <a:ext cx="1014480" cy="101448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59" name="CustomShape 8"/>
          <p:cNvSpPr/>
          <p:nvPr/>
        </p:nvSpPr>
        <p:spPr>
          <a:xfrm>
            <a:off x="4064400" y="1792440"/>
            <a:ext cx="1014480" cy="101448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60" name="CustomShape 9"/>
          <p:cNvSpPr/>
          <p:nvPr/>
        </p:nvSpPr>
        <p:spPr>
          <a:xfrm>
            <a:off x="6738480" y="1792440"/>
            <a:ext cx="1014480" cy="101448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pSp>
        <p:nvGrpSpPr>
          <p:cNvPr id="761" name="Group 10"/>
          <p:cNvGrpSpPr/>
          <p:nvPr/>
        </p:nvGrpSpPr>
        <p:grpSpPr>
          <a:xfrm>
            <a:off x="6915240" y="2097720"/>
            <a:ext cx="660600" cy="415440"/>
            <a:chOff x="6915240" y="2097720"/>
            <a:chExt cx="660600" cy="415440"/>
          </a:xfrm>
        </p:grpSpPr>
        <p:sp>
          <p:nvSpPr>
            <p:cNvPr id="762" name="CustomShape 11"/>
            <p:cNvSpPr/>
            <p:nvPr/>
          </p:nvSpPr>
          <p:spPr>
            <a:xfrm>
              <a:off x="6917040" y="2097720"/>
              <a:ext cx="657360" cy="385560"/>
            </a:xfrm>
            <a:custGeom>
              <a:avLst/>
              <a:gdLst/>
              <a:ahLst/>
              <a:cxnLst/>
              <a:rect l="l" t="t" r="r" b="b"/>
              <a:pathLst>
                <a:path w="14692" h="8622">
                  <a:moveTo>
                    <a:pt x="14685" y="4921"/>
                  </a:moveTo>
                  <a:cubicBezTo>
                    <a:pt x="14685" y="4923"/>
                    <a:pt x="14685" y="4926"/>
                    <a:pt x="14684" y="4927"/>
                  </a:cubicBezTo>
                  <a:cubicBezTo>
                    <a:pt x="14684" y="4924"/>
                    <a:pt x="14685" y="4923"/>
                    <a:pt x="14685" y="4921"/>
                  </a:cubicBezTo>
                  <a:close/>
                  <a:moveTo>
                    <a:pt x="14679" y="4943"/>
                  </a:moveTo>
                  <a:cubicBezTo>
                    <a:pt x="14679" y="4945"/>
                    <a:pt x="14677" y="4946"/>
                    <a:pt x="14676" y="4947"/>
                  </a:cubicBezTo>
                  <a:cubicBezTo>
                    <a:pt x="14678" y="4944"/>
                    <a:pt x="14678" y="4943"/>
                    <a:pt x="14679" y="4943"/>
                  </a:cubicBezTo>
                  <a:close/>
                  <a:moveTo>
                    <a:pt x="14668" y="4961"/>
                  </a:moveTo>
                  <a:cubicBezTo>
                    <a:pt x="14668" y="4964"/>
                    <a:pt x="14667" y="4966"/>
                    <a:pt x="14665" y="4967"/>
                  </a:cubicBezTo>
                  <a:cubicBezTo>
                    <a:pt x="14665" y="4964"/>
                    <a:pt x="14667" y="4963"/>
                    <a:pt x="14668" y="4961"/>
                  </a:cubicBezTo>
                  <a:close/>
                  <a:moveTo>
                    <a:pt x="6220" y="0"/>
                  </a:moveTo>
                  <a:cubicBezTo>
                    <a:pt x="6125" y="0"/>
                    <a:pt x="6030" y="21"/>
                    <a:pt x="5958" y="63"/>
                  </a:cubicBezTo>
                  <a:lnTo>
                    <a:pt x="109" y="3462"/>
                  </a:lnTo>
                  <a:cubicBezTo>
                    <a:pt x="37" y="3505"/>
                    <a:pt x="0" y="3558"/>
                    <a:pt x="0" y="3614"/>
                  </a:cubicBezTo>
                  <a:lnTo>
                    <a:pt x="0" y="3618"/>
                  </a:lnTo>
                  <a:lnTo>
                    <a:pt x="2" y="3618"/>
                  </a:lnTo>
                  <a:cubicBezTo>
                    <a:pt x="2" y="3620"/>
                    <a:pt x="2" y="3623"/>
                    <a:pt x="2" y="3624"/>
                  </a:cubicBezTo>
                  <a:cubicBezTo>
                    <a:pt x="0" y="3621"/>
                    <a:pt x="0" y="3620"/>
                    <a:pt x="0" y="3618"/>
                  </a:cubicBezTo>
                  <a:lnTo>
                    <a:pt x="0" y="3730"/>
                  </a:lnTo>
                  <a:cubicBezTo>
                    <a:pt x="0" y="3786"/>
                    <a:pt x="37" y="3841"/>
                    <a:pt x="111" y="3884"/>
                  </a:cubicBezTo>
                  <a:lnTo>
                    <a:pt x="8207" y="8559"/>
                  </a:lnTo>
                  <a:cubicBezTo>
                    <a:pt x="8280" y="8600"/>
                    <a:pt x="8375" y="8621"/>
                    <a:pt x="8470" y="8621"/>
                  </a:cubicBezTo>
                  <a:cubicBezTo>
                    <a:pt x="8565" y="8621"/>
                    <a:pt x="8660" y="8600"/>
                    <a:pt x="8732" y="8559"/>
                  </a:cubicBezTo>
                  <a:lnTo>
                    <a:pt x="14581" y="5159"/>
                  </a:lnTo>
                  <a:cubicBezTo>
                    <a:pt x="14653" y="5118"/>
                    <a:pt x="14688" y="5064"/>
                    <a:pt x="14688" y="5009"/>
                  </a:cubicBezTo>
                  <a:lnTo>
                    <a:pt x="14688" y="4912"/>
                  </a:lnTo>
                  <a:cubicBezTo>
                    <a:pt x="14687" y="4913"/>
                    <a:pt x="14687" y="4915"/>
                    <a:pt x="14687" y="4916"/>
                  </a:cubicBezTo>
                  <a:cubicBezTo>
                    <a:pt x="14687" y="4915"/>
                    <a:pt x="14687" y="4912"/>
                    <a:pt x="14687" y="4910"/>
                  </a:cubicBezTo>
                  <a:lnTo>
                    <a:pt x="14688" y="4912"/>
                  </a:lnTo>
                  <a:lnTo>
                    <a:pt x="14688" y="4895"/>
                  </a:lnTo>
                  <a:cubicBezTo>
                    <a:pt x="14692" y="4838"/>
                    <a:pt x="14655" y="4780"/>
                    <a:pt x="14579" y="4737"/>
                  </a:cubicBezTo>
                  <a:lnTo>
                    <a:pt x="6483" y="63"/>
                  </a:lnTo>
                  <a:cubicBezTo>
                    <a:pt x="6410" y="21"/>
                    <a:pt x="6315" y="0"/>
                    <a:pt x="6220" y="0"/>
                  </a:cubicBez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63" name="CustomShape 12"/>
            <p:cNvSpPr/>
            <p:nvPr/>
          </p:nvSpPr>
          <p:spPr>
            <a:xfrm>
              <a:off x="6917040" y="2259360"/>
              <a:ext cx="4680" cy="11880"/>
            </a:xfrm>
            <a:custGeom>
              <a:avLst/>
              <a:gdLst/>
              <a:ahLst/>
              <a:cxnLst/>
              <a:rect l="l" t="t" r="r" b="b"/>
              <a:pathLst>
                <a:path w="110" h="272">
                  <a:moveTo>
                    <a:pt x="0" y="1"/>
                  </a:moveTo>
                  <a:lnTo>
                    <a:pt x="0" y="117"/>
                  </a:lnTo>
                  <a:cubicBezTo>
                    <a:pt x="0" y="173"/>
                    <a:pt x="37" y="228"/>
                    <a:pt x="109" y="271"/>
                  </a:cubicBezTo>
                  <a:lnTo>
                    <a:pt x="109" y="154"/>
                  </a:lnTo>
                  <a:cubicBezTo>
                    <a:pt x="37" y="111"/>
                    <a:pt x="0" y="56"/>
                    <a:pt x="0" y="1"/>
                  </a:cubicBez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64" name="CustomShape 13"/>
            <p:cNvSpPr/>
            <p:nvPr/>
          </p:nvSpPr>
          <p:spPr>
            <a:xfrm>
              <a:off x="7569720" y="2316600"/>
              <a:ext cx="4680" cy="11880"/>
            </a:xfrm>
            <a:custGeom>
              <a:avLst/>
              <a:gdLst/>
              <a:ahLst/>
              <a:cxnLst/>
              <a:rect l="l" t="t" r="r" b="b"/>
              <a:pathLst>
                <a:path w="109" h="270">
                  <a:moveTo>
                    <a:pt x="108" y="0"/>
                  </a:moveTo>
                  <a:cubicBezTo>
                    <a:pt x="108" y="56"/>
                    <a:pt x="73" y="109"/>
                    <a:pt x="1" y="152"/>
                  </a:cubicBezTo>
                  <a:lnTo>
                    <a:pt x="1" y="269"/>
                  </a:lnTo>
                  <a:cubicBezTo>
                    <a:pt x="73" y="226"/>
                    <a:pt x="108" y="172"/>
                    <a:pt x="108" y="117"/>
                  </a:cubicBezTo>
                  <a:lnTo>
                    <a:pt x="108" y="0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65" name="CustomShape 14"/>
            <p:cNvSpPr/>
            <p:nvPr/>
          </p:nvSpPr>
          <p:spPr>
            <a:xfrm>
              <a:off x="7308000" y="2323440"/>
              <a:ext cx="261360" cy="156960"/>
            </a:xfrm>
            <a:custGeom>
              <a:avLst/>
              <a:gdLst/>
              <a:ahLst/>
              <a:cxnLst/>
              <a:rect l="l" t="t" r="r" b="b"/>
              <a:pathLst>
                <a:path w="5849" h="3516">
                  <a:moveTo>
                    <a:pt x="5849" y="0"/>
                  </a:moveTo>
                  <a:lnTo>
                    <a:pt x="0" y="3399"/>
                  </a:lnTo>
                  <a:lnTo>
                    <a:pt x="0" y="3515"/>
                  </a:lnTo>
                  <a:lnTo>
                    <a:pt x="5849" y="117"/>
                  </a:lnTo>
                  <a:lnTo>
                    <a:pt x="5849" y="0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66" name="CustomShape 15"/>
            <p:cNvSpPr/>
            <p:nvPr/>
          </p:nvSpPr>
          <p:spPr>
            <a:xfrm>
              <a:off x="6922080" y="2266200"/>
              <a:ext cx="362160" cy="214200"/>
            </a:xfrm>
            <a:custGeom>
              <a:avLst/>
              <a:gdLst/>
              <a:ahLst/>
              <a:cxnLst/>
              <a:rect l="l" t="t" r="r" b="b"/>
              <a:pathLst>
                <a:path w="8097" h="4793">
                  <a:moveTo>
                    <a:pt x="1" y="1"/>
                  </a:moveTo>
                  <a:lnTo>
                    <a:pt x="1" y="118"/>
                  </a:lnTo>
                  <a:lnTo>
                    <a:pt x="8097" y="4792"/>
                  </a:lnTo>
                  <a:lnTo>
                    <a:pt x="8097" y="467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67" name="CustomShape 16"/>
            <p:cNvSpPr/>
            <p:nvPr/>
          </p:nvSpPr>
          <p:spPr>
            <a:xfrm>
              <a:off x="7284600" y="2475360"/>
              <a:ext cx="23400" cy="7920"/>
            </a:xfrm>
            <a:custGeom>
              <a:avLst/>
              <a:gdLst/>
              <a:ahLst/>
              <a:cxnLst/>
              <a:rect l="l" t="t" r="r" b="b"/>
              <a:pathLst>
                <a:path w="527" h="181">
                  <a:moveTo>
                    <a:pt x="1" y="1"/>
                  </a:moveTo>
                  <a:lnTo>
                    <a:pt x="1" y="117"/>
                  </a:lnTo>
                  <a:cubicBezTo>
                    <a:pt x="74" y="160"/>
                    <a:pt x="169" y="181"/>
                    <a:pt x="264" y="181"/>
                  </a:cubicBezTo>
                  <a:cubicBezTo>
                    <a:pt x="359" y="181"/>
                    <a:pt x="454" y="160"/>
                    <a:pt x="526" y="117"/>
                  </a:cubicBezTo>
                  <a:lnTo>
                    <a:pt x="526" y="1"/>
                  </a:lnTo>
                  <a:cubicBezTo>
                    <a:pt x="454" y="43"/>
                    <a:pt x="359" y="64"/>
                    <a:pt x="264" y="64"/>
                  </a:cubicBezTo>
                  <a:cubicBezTo>
                    <a:pt x="169" y="64"/>
                    <a:pt x="74" y="43"/>
                    <a:pt x="1" y="1"/>
                  </a:cubicBez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68" name="CustomShape 17"/>
            <p:cNvSpPr/>
            <p:nvPr/>
          </p:nvSpPr>
          <p:spPr>
            <a:xfrm>
              <a:off x="6915240" y="2097720"/>
              <a:ext cx="660600" cy="380520"/>
            </a:xfrm>
            <a:custGeom>
              <a:avLst/>
              <a:gdLst/>
              <a:ahLst/>
              <a:cxnLst/>
              <a:rect l="l" t="t" r="r" b="b"/>
              <a:pathLst>
                <a:path w="14763" h="8504">
                  <a:moveTo>
                    <a:pt x="6257" y="0"/>
                  </a:moveTo>
                  <a:cubicBezTo>
                    <a:pt x="6162" y="0"/>
                    <a:pt x="6067" y="21"/>
                    <a:pt x="5995" y="63"/>
                  </a:cubicBezTo>
                  <a:lnTo>
                    <a:pt x="146" y="3462"/>
                  </a:lnTo>
                  <a:cubicBezTo>
                    <a:pt x="0" y="3546"/>
                    <a:pt x="2" y="3683"/>
                    <a:pt x="148" y="3766"/>
                  </a:cubicBezTo>
                  <a:lnTo>
                    <a:pt x="8244" y="8441"/>
                  </a:lnTo>
                  <a:cubicBezTo>
                    <a:pt x="8317" y="8483"/>
                    <a:pt x="8412" y="8504"/>
                    <a:pt x="8507" y="8504"/>
                  </a:cubicBezTo>
                  <a:cubicBezTo>
                    <a:pt x="8602" y="8504"/>
                    <a:pt x="8697" y="8483"/>
                    <a:pt x="8769" y="8441"/>
                  </a:cubicBezTo>
                  <a:lnTo>
                    <a:pt x="14618" y="5042"/>
                  </a:lnTo>
                  <a:cubicBezTo>
                    <a:pt x="14762" y="4958"/>
                    <a:pt x="14762" y="4821"/>
                    <a:pt x="14616" y="4737"/>
                  </a:cubicBezTo>
                  <a:lnTo>
                    <a:pt x="6520" y="63"/>
                  </a:lnTo>
                  <a:cubicBezTo>
                    <a:pt x="6447" y="21"/>
                    <a:pt x="6352" y="0"/>
                    <a:pt x="6257" y="0"/>
                  </a:cubicBez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69" name="CustomShape 18"/>
            <p:cNvSpPr/>
            <p:nvPr/>
          </p:nvSpPr>
          <p:spPr>
            <a:xfrm>
              <a:off x="7020000" y="2192760"/>
              <a:ext cx="495360" cy="249120"/>
            </a:xfrm>
            <a:custGeom>
              <a:avLst/>
              <a:gdLst/>
              <a:ahLst/>
              <a:cxnLst/>
              <a:rect l="l" t="t" r="r" b="b"/>
              <a:pathLst>
                <a:path w="11068" h="5568">
                  <a:moveTo>
                    <a:pt x="6010" y="756"/>
                  </a:moveTo>
                  <a:lnTo>
                    <a:pt x="9551" y="2801"/>
                  </a:lnTo>
                  <a:lnTo>
                    <a:pt x="6943" y="4319"/>
                  </a:lnTo>
                  <a:lnTo>
                    <a:pt x="3400" y="2274"/>
                  </a:lnTo>
                  <a:lnTo>
                    <a:pt x="3402" y="2274"/>
                  </a:lnTo>
                  <a:lnTo>
                    <a:pt x="6010" y="756"/>
                  </a:lnTo>
                  <a:close/>
                  <a:moveTo>
                    <a:pt x="5938" y="0"/>
                  </a:moveTo>
                  <a:lnTo>
                    <a:pt x="1454" y="2606"/>
                  </a:lnTo>
                  <a:lnTo>
                    <a:pt x="1" y="1767"/>
                  </a:lnTo>
                  <a:lnTo>
                    <a:pt x="1" y="1767"/>
                  </a:lnTo>
                  <a:lnTo>
                    <a:pt x="6583" y="5568"/>
                  </a:lnTo>
                  <a:lnTo>
                    <a:pt x="11068" y="2962"/>
                  </a:lnTo>
                  <a:lnTo>
                    <a:pt x="593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70" name="CustomShape 19"/>
            <p:cNvSpPr/>
            <p:nvPr/>
          </p:nvSpPr>
          <p:spPr>
            <a:xfrm>
              <a:off x="7020000" y="2155320"/>
              <a:ext cx="265680" cy="153720"/>
            </a:xfrm>
            <a:custGeom>
              <a:avLst/>
              <a:gdLst/>
              <a:ahLst/>
              <a:cxnLst/>
              <a:rect l="l" t="t" r="r" b="b"/>
              <a:pathLst>
                <a:path w="5938" h="3445">
                  <a:moveTo>
                    <a:pt x="4461" y="182"/>
                  </a:moveTo>
                  <a:lnTo>
                    <a:pt x="5013" y="500"/>
                  </a:lnTo>
                  <a:lnTo>
                    <a:pt x="4484" y="807"/>
                  </a:lnTo>
                  <a:lnTo>
                    <a:pt x="3934" y="489"/>
                  </a:lnTo>
                  <a:lnTo>
                    <a:pt x="4461" y="182"/>
                  </a:lnTo>
                  <a:close/>
                  <a:moveTo>
                    <a:pt x="3874" y="523"/>
                  </a:moveTo>
                  <a:lnTo>
                    <a:pt x="4424" y="841"/>
                  </a:lnTo>
                  <a:lnTo>
                    <a:pt x="3898" y="1148"/>
                  </a:lnTo>
                  <a:lnTo>
                    <a:pt x="3346" y="830"/>
                  </a:lnTo>
                  <a:lnTo>
                    <a:pt x="3874" y="523"/>
                  </a:lnTo>
                  <a:close/>
                  <a:moveTo>
                    <a:pt x="5073" y="535"/>
                  </a:moveTo>
                  <a:lnTo>
                    <a:pt x="5623" y="853"/>
                  </a:lnTo>
                  <a:lnTo>
                    <a:pt x="5096" y="1160"/>
                  </a:lnTo>
                  <a:lnTo>
                    <a:pt x="4544" y="842"/>
                  </a:lnTo>
                  <a:lnTo>
                    <a:pt x="5073" y="535"/>
                  </a:lnTo>
                  <a:close/>
                  <a:moveTo>
                    <a:pt x="3286" y="864"/>
                  </a:moveTo>
                  <a:lnTo>
                    <a:pt x="3836" y="1182"/>
                  </a:lnTo>
                  <a:lnTo>
                    <a:pt x="3309" y="1489"/>
                  </a:lnTo>
                  <a:lnTo>
                    <a:pt x="2758" y="1171"/>
                  </a:lnTo>
                  <a:lnTo>
                    <a:pt x="3286" y="864"/>
                  </a:lnTo>
                  <a:close/>
                  <a:moveTo>
                    <a:pt x="4484" y="876"/>
                  </a:moveTo>
                  <a:lnTo>
                    <a:pt x="5036" y="1194"/>
                  </a:lnTo>
                  <a:lnTo>
                    <a:pt x="4507" y="1501"/>
                  </a:lnTo>
                  <a:lnTo>
                    <a:pt x="3957" y="1183"/>
                  </a:lnTo>
                  <a:lnTo>
                    <a:pt x="4484" y="876"/>
                  </a:lnTo>
                  <a:close/>
                  <a:moveTo>
                    <a:pt x="2698" y="1206"/>
                  </a:moveTo>
                  <a:lnTo>
                    <a:pt x="3249" y="1524"/>
                  </a:lnTo>
                  <a:lnTo>
                    <a:pt x="2721" y="1832"/>
                  </a:lnTo>
                  <a:lnTo>
                    <a:pt x="2171" y="1514"/>
                  </a:lnTo>
                  <a:lnTo>
                    <a:pt x="2698" y="1206"/>
                  </a:lnTo>
                  <a:close/>
                  <a:moveTo>
                    <a:pt x="3898" y="1217"/>
                  </a:moveTo>
                  <a:lnTo>
                    <a:pt x="4448" y="1535"/>
                  </a:lnTo>
                  <a:lnTo>
                    <a:pt x="3921" y="1842"/>
                  </a:lnTo>
                  <a:lnTo>
                    <a:pt x="3369" y="1524"/>
                  </a:lnTo>
                  <a:lnTo>
                    <a:pt x="3898" y="1217"/>
                  </a:lnTo>
                  <a:close/>
                  <a:moveTo>
                    <a:pt x="2109" y="1547"/>
                  </a:moveTo>
                  <a:lnTo>
                    <a:pt x="2661" y="1865"/>
                  </a:lnTo>
                  <a:lnTo>
                    <a:pt x="2132" y="2173"/>
                  </a:lnTo>
                  <a:lnTo>
                    <a:pt x="1582" y="1855"/>
                  </a:lnTo>
                  <a:lnTo>
                    <a:pt x="2109" y="1547"/>
                  </a:lnTo>
                  <a:close/>
                  <a:moveTo>
                    <a:pt x="3309" y="1558"/>
                  </a:moveTo>
                  <a:lnTo>
                    <a:pt x="3861" y="1876"/>
                  </a:lnTo>
                  <a:lnTo>
                    <a:pt x="3332" y="2183"/>
                  </a:lnTo>
                  <a:lnTo>
                    <a:pt x="2782" y="1865"/>
                  </a:lnTo>
                  <a:lnTo>
                    <a:pt x="3309" y="1558"/>
                  </a:lnTo>
                  <a:close/>
                  <a:moveTo>
                    <a:pt x="2721" y="1901"/>
                  </a:moveTo>
                  <a:lnTo>
                    <a:pt x="3272" y="2217"/>
                  </a:lnTo>
                  <a:lnTo>
                    <a:pt x="2744" y="2524"/>
                  </a:lnTo>
                  <a:lnTo>
                    <a:pt x="2194" y="2208"/>
                  </a:lnTo>
                  <a:lnTo>
                    <a:pt x="2721" y="1901"/>
                  </a:lnTo>
                  <a:close/>
                  <a:moveTo>
                    <a:pt x="1355" y="2635"/>
                  </a:moveTo>
                  <a:lnTo>
                    <a:pt x="1197" y="2727"/>
                  </a:lnTo>
                  <a:lnTo>
                    <a:pt x="1515" y="2910"/>
                  </a:lnTo>
                  <a:lnTo>
                    <a:pt x="1831" y="2727"/>
                  </a:lnTo>
                  <a:lnTo>
                    <a:pt x="1672" y="2635"/>
                  </a:lnTo>
                  <a:lnTo>
                    <a:pt x="1513" y="2727"/>
                  </a:lnTo>
                  <a:lnTo>
                    <a:pt x="1355" y="2635"/>
                  </a:lnTo>
                  <a:close/>
                  <a:moveTo>
                    <a:pt x="1510" y="2091"/>
                  </a:moveTo>
                  <a:lnTo>
                    <a:pt x="2060" y="2409"/>
                  </a:lnTo>
                  <a:lnTo>
                    <a:pt x="1787" y="2567"/>
                  </a:lnTo>
                  <a:lnTo>
                    <a:pt x="2062" y="2727"/>
                  </a:lnTo>
                  <a:lnTo>
                    <a:pt x="1515" y="3045"/>
                  </a:lnTo>
                  <a:lnTo>
                    <a:pt x="965" y="2727"/>
                  </a:lnTo>
                  <a:lnTo>
                    <a:pt x="1238" y="2567"/>
                  </a:lnTo>
                  <a:lnTo>
                    <a:pt x="963" y="2409"/>
                  </a:lnTo>
                  <a:lnTo>
                    <a:pt x="1510" y="2091"/>
                  </a:lnTo>
                  <a:close/>
                  <a:moveTo>
                    <a:pt x="4484" y="0"/>
                  </a:moveTo>
                  <a:lnTo>
                    <a:pt x="0" y="2606"/>
                  </a:lnTo>
                  <a:lnTo>
                    <a:pt x="1453" y="3445"/>
                  </a:lnTo>
                  <a:lnTo>
                    <a:pt x="5938" y="839"/>
                  </a:lnTo>
                  <a:lnTo>
                    <a:pt x="4484" y="0"/>
                  </a:lnTo>
                  <a:close/>
                </a:path>
              </a:pathLst>
            </a:custGeom>
            <a:solidFill>
              <a:srgbClr val="605C7A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71" name="CustomShape 20"/>
            <p:cNvSpPr/>
            <p:nvPr/>
          </p:nvSpPr>
          <p:spPr>
            <a:xfrm>
              <a:off x="7196040" y="2163240"/>
              <a:ext cx="47880" cy="27720"/>
            </a:xfrm>
            <a:custGeom>
              <a:avLst/>
              <a:gdLst/>
              <a:ahLst/>
              <a:cxnLst/>
              <a:rect l="l" t="t" r="r" b="b"/>
              <a:pathLst>
                <a:path w="1080" h="626">
                  <a:moveTo>
                    <a:pt x="528" y="1"/>
                  </a:moveTo>
                  <a:lnTo>
                    <a:pt x="1" y="308"/>
                  </a:lnTo>
                  <a:lnTo>
                    <a:pt x="551" y="626"/>
                  </a:lnTo>
                  <a:lnTo>
                    <a:pt x="1079" y="319"/>
                  </a:lnTo>
                  <a:lnTo>
                    <a:pt x="528" y="1"/>
                  </a:lnTo>
                  <a:close/>
                </a:path>
              </a:pathLst>
            </a:custGeom>
            <a:solidFill>
              <a:srgbClr val="706B8B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72" name="CustomShape 21"/>
            <p:cNvSpPr/>
            <p:nvPr/>
          </p:nvSpPr>
          <p:spPr>
            <a:xfrm>
              <a:off x="7223400" y="2179080"/>
              <a:ext cx="47880" cy="27720"/>
            </a:xfrm>
            <a:custGeom>
              <a:avLst/>
              <a:gdLst/>
              <a:ahLst/>
              <a:cxnLst/>
              <a:rect l="l" t="t" r="r" b="b"/>
              <a:pathLst>
                <a:path w="1079" h="625">
                  <a:moveTo>
                    <a:pt x="527" y="1"/>
                  </a:moveTo>
                  <a:lnTo>
                    <a:pt x="0" y="307"/>
                  </a:lnTo>
                  <a:lnTo>
                    <a:pt x="550" y="625"/>
                  </a:lnTo>
                  <a:lnTo>
                    <a:pt x="1079" y="319"/>
                  </a:lnTo>
                  <a:lnTo>
                    <a:pt x="527" y="1"/>
                  </a:lnTo>
                  <a:close/>
                </a:path>
              </a:pathLst>
            </a:custGeom>
            <a:solidFill>
              <a:srgbClr val="706B8B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73" name="CustomShape 22"/>
            <p:cNvSpPr/>
            <p:nvPr/>
          </p:nvSpPr>
          <p:spPr>
            <a:xfrm>
              <a:off x="7169760" y="2178720"/>
              <a:ext cx="47880" cy="27720"/>
            </a:xfrm>
            <a:custGeom>
              <a:avLst/>
              <a:gdLst/>
              <a:ahLst/>
              <a:cxnLst/>
              <a:rect l="l" t="t" r="r" b="b"/>
              <a:pathLst>
                <a:path w="1079" h="626">
                  <a:moveTo>
                    <a:pt x="529" y="1"/>
                  </a:moveTo>
                  <a:lnTo>
                    <a:pt x="0" y="308"/>
                  </a:lnTo>
                  <a:lnTo>
                    <a:pt x="552" y="626"/>
                  </a:lnTo>
                  <a:lnTo>
                    <a:pt x="1079" y="319"/>
                  </a:lnTo>
                  <a:lnTo>
                    <a:pt x="529" y="1"/>
                  </a:lnTo>
                  <a:close/>
                </a:path>
              </a:pathLst>
            </a:custGeom>
            <a:solidFill>
              <a:srgbClr val="706B8B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74" name="CustomShape 23"/>
            <p:cNvSpPr/>
            <p:nvPr/>
          </p:nvSpPr>
          <p:spPr>
            <a:xfrm>
              <a:off x="7197120" y="2194560"/>
              <a:ext cx="47880" cy="27720"/>
            </a:xfrm>
            <a:custGeom>
              <a:avLst/>
              <a:gdLst/>
              <a:ahLst/>
              <a:cxnLst/>
              <a:rect l="l" t="t" r="r" b="b"/>
              <a:pathLst>
                <a:path w="1080" h="626">
                  <a:moveTo>
                    <a:pt x="529" y="0"/>
                  </a:moveTo>
                  <a:lnTo>
                    <a:pt x="1" y="307"/>
                  </a:lnTo>
                  <a:lnTo>
                    <a:pt x="552" y="625"/>
                  </a:lnTo>
                  <a:lnTo>
                    <a:pt x="1079" y="318"/>
                  </a:lnTo>
                  <a:lnTo>
                    <a:pt x="529" y="0"/>
                  </a:lnTo>
                  <a:close/>
                </a:path>
              </a:pathLst>
            </a:custGeom>
            <a:solidFill>
              <a:srgbClr val="706B8B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75" name="CustomShape 24"/>
            <p:cNvSpPr/>
            <p:nvPr/>
          </p:nvSpPr>
          <p:spPr>
            <a:xfrm>
              <a:off x="7143480" y="2193840"/>
              <a:ext cx="47880" cy="27720"/>
            </a:xfrm>
            <a:custGeom>
              <a:avLst/>
              <a:gdLst/>
              <a:ahLst/>
              <a:cxnLst/>
              <a:rect l="l" t="t" r="r" b="b"/>
              <a:pathLst>
                <a:path w="1080" h="624">
                  <a:moveTo>
                    <a:pt x="528" y="0"/>
                  </a:moveTo>
                  <a:lnTo>
                    <a:pt x="1" y="306"/>
                  </a:lnTo>
                  <a:lnTo>
                    <a:pt x="551" y="624"/>
                  </a:lnTo>
                  <a:lnTo>
                    <a:pt x="1079" y="318"/>
                  </a:lnTo>
                  <a:lnTo>
                    <a:pt x="528" y="0"/>
                  </a:lnTo>
                  <a:close/>
                </a:path>
              </a:pathLst>
            </a:custGeom>
            <a:solidFill>
              <a:srgbClr val="706B8B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76" name="CustomShape 25"/>
            <p:cNvSpPr/>
            <p:nvPr/>
          </p:nvSpPr>
          <p:spPr>
            <a:xfrm>
              <a:off x="7170840" y="2209680"/>
              <a:ext cx="47880" cy="27720"/>
            </a:xfrm>
            <a:custGeom>
              <a:avLst/>
              <a:gdLst/>
              <a:ahLst/>
              <a:cxnLst/>
              <a:rect l="l" t="t" r="r" b="b"/>
              <a:pathLst>
                <a:path w="1079" h="626">
                  <a:moveTo>
                    <a:pt x="527" y="0"/>
                  </a:moveTo>
                  <a:lnTo>
                    <a:pt x="0" y="307"/>
                  </a:lnTo>
                  <a:lnTo>
                    <a:pt x="550" y="625"/>
                  </a:lnTo>
                  <a:lnTo>
                    <a:pt x="1079" y="318"/>
                  </a:lnTo>
                  <a:lnTo>
                    <a:pt x="527" y="0"/>
                  </a:lnTo>
                  <a:close/>
                </a:path>
              </a:pathLst>
            </a:custGeom>
            <a:solidFill>
              <a:srgbClr val="706B8B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77" name="CustomShape 26"/>
            <p:cNvSpPr/>
            <p:nvPr/>
          </p:nvSpPr>
          <p:spPr>
            <a:xfrm>
              <a:off x="7117200" y="2209320"/>
              <a:ext cx="47880" cy="27720"/>
            </a:xfrm>
            <a:custGeom>
              <a:avLst/>
              <a:gdLst/>
              <a:ahLst/>
              <a:cxnLst/>
              <a:rect l="l" t="t" r="r" b="b"/>
              <a:pathLst>
                <a:path w="1079" h="626">
                  <a:moveTo>
                    <a:pt x="529" y="0"/>
                  </a:moveTo>
                  <a:lnTo>
                    <a:pt x="0" y="308"/>
                  </a:lnTo>
                  <a:lnTo>
                    <a:pt x="552" y="626"/>
                  </a:lnTo>
                  <a:lnTo>
                    <a:pt x="1079" y="318"/>
                  </a:lnTo>
                  <a:lnTo>
                    <a:pt x="529" y="0"/>
                  </a:lnTo>
                  <a:close/>
                </a:path>
              </a:pathLst>
            </a:custGeom>
            <a:solidFill>
              <a:srgbClr val="706B8B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78" name="CustomShape 27"/>
            <p:cNvSpPr/>
            <p:nvPr/>
          </p:nvSpPr>
          <p:spPr>
            <a:xfrm>
              <a:off x="7144560" y="2225160"/>
              <a:ext cx="47880" cy="27720"/>
            </a:xfrm>
            <a:custGeom>
              <a:avLst/>
              <a:gdLst/>
              <a:ahLst/>
              <a:cxnLst/>
              <a:rect l="l" t="t" r="r" b="b"/>
              <a:pathLst>
                <a:path w="1080" h="625">
                  <a:moveTo>
                    <a:pt x="529" y="1"/>
                  </a:moveTo>
                  <a:lnTo>
                    <a:pt x="1" y="306"/>
                  </a:lnTo>
                  <a:lnTo>
                    <a:pt x="552" y="624"/>
                  </a:lnTo>
                  <a:lnTo>
                    <a:pt x="1079" y="319"/>
                  </a:lnTo>
                  <a:lnTo>
                    <a:pt x="529" y="1"/>
                  </a:lnTo>
                  <a:close/>
                </a:path>
              </a:pathLst>
            </a:custGeom>
            <a:solidFill>
              <a:srgbClr val="706B8B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79" name="CustomShape 28"/>
            <p:cNvSpPr/>
            <p:nvPr/>
          </p:nvSpPr>
          <p:spPr>
            <a:xfrm>
              <a:off x="7090920" y="2224440"/>
              <a:ext cx="47880" cy="27720"/>
            </a:xfrm>
            <a:custGeom>
              <a:avLst/>
              <a:gdLst/>
              <a:ahLst/>
              <a:cxnLst/>
              <a:rect l="l" t="t" r="r" b="b"/>
              <a:pathLst>
                <a:path w="1079" h="626">
                  <a:moveTo>
                    <a:pt x="527" y="0"/>
                  </a:moveTo>
                  <a:lnTo>
                    <a:pt x="0" y="308"/>
                  </a:lnTo>
                  <a:lnTo>
                    <a:pt x="550" y="626"/>
                  </a:lnTo>
                  <a:lnTo>
                    <a:pt x="1079" y="318"/>
                  </a:lnTo>
                  <a:lnTo>
                    <a:pt x="527" y="0"/>
                  </a:lnTo>
                  <a:close/>
                </a:path>
              </a:pathLst>
            </a:custGeom>
            <a:solidFill>
              <a:srgbClr val="706B8B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80" name="CustomShape 29"/>
            <p:cNvSpPr/>
            <p:nvPr/>
          </p:nvSpPr>
          <p:spPr>
            <a:xfrm>
              <a:off x="7118280" y="2240280"/>
              <a:ext cx="47880" cy="27720"/>
            </a:xfrm>
            <a:custGeom>
              <a:avLst/>
              <a:gdLst/>
              <a:ahLst/>
              <a:cxnLst/>
              <a:rect l="l" t="t" r="r" b="b"/>
              <a:pathLst>
                <a:path w="1078" h="626">
                  <a:moveTo>
                    <a:pt x="528" y="1"/>
                  </a:moveTo>
                  <a:lnTo>
                    <a:pt x="1" y="308"/>
                  </a:lnTo>
                  <a:lnTo>
                    <a:pt x="551" y="626"/>
                  </a:lnTo>
                  <a:lnTo>
                    <a:pt x="1078" y="319"/>
                  </a:lnTo>
                  <a:lnTo>
                    <a:pt x="528" y="1"/>
                  </a:lnTo>
                  <a:close/>
                </a:path>
              </a:pathLst>
            </a:custGeom>
            <a:solidFill>
              <a:srgbClr val="706B8B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81" name="CustomShape 30"/>
            <p:cNvSpPr/>
            <p:nvPr/>
          </p:nvSpPr>
          <p:spPr>
            <a:xfrm>
              <a:off x="7063200" y="2270160"/>
              <a:ext cx="48960" cy="21240"/>
            </a:xfrm>
            <a:custGeom>
              <a:avLst/>
              <a:gdLst/>
              <a:ahLst/>
              <a:cxnLst/>
              <a:rect l="l" t="t" r="r" b="b"/>
              <a:pathLst>
                <a:path w="1098" h="479">
                  <a:moveTo>
                    <a:pt x="274" y="0"/>
                  </a:moveTo>
                  <a:lnTo>
                    <a:pt x="1" y="160"/>
                  </a:lnTo>
                  <a:lnTo>
                    <a:pt x="551" y="478"/>
                  </a:lnTo>
                  <a:lnTo>
                    <a:pt x="1098" y="160"/>
                  </a:lnTo>
                  <a:lnTo>
                    <a:pt x="823" y="0"/>
                  </a:lnTo>
                  <a:lnTo>
                    <a:pt x="708" y="68"/>
                  </a:lnTo>
                  <a:lnTo>
                    <a:pt x="867" y="160"/>
                  </a:lnTo>
                  <a:lnTo>
                    <a:pt x="551" y="343"/>
                  </a:lnTo>
                  <a:lnTo>
                    <a:pt x="233" y="160"/>
                  </a:lnTo>
                  <a:lnTo>
                    <a:pt x="391" y="68"/>
                  </a:lnTo>
                  <a:lnTo>
                    <a:pt x="274" y="0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82" name="CustomShape 31"/>
            <p:cNvSpPr/>
            <p:nvPr/>
          </p:nvSpPr>
          <p:spPr>
            <a:xfrm>
              <a:off x="7063200" y="2248920"/>
              <a:ext cx="48960" cy="28080"/>
            </a:xfrm>
            <a:custGeom>
              <a:avLst/>
              <a:gdLst/>
              <a:ahLst/>
              <a:cxnLst/>
              <a:rect l="l" t="t" r="r" b="b"/>
              <a:pathLst>
                <a:path w="1098" h="637">
                  <a:moveTo>
                    <a:pt x="547" y="0"/>
                  </a:moveTo>
                  <a:lnTo>
                    <a:pt x="0" y="318"/>
                  </a:lnTo>
                  <a:lnTo>
                    <a:pt x="275" y="476"/>
                  </a:lnTo>
                  <a:lnTo>
                    <a:pt x="392" y="544"/>
                  </a:lnTo>
                  <a:lnTo>
                    <a:pt x="550" y="636"/>
                  </a:lnTo>
                  <a:lnTo>
                    <a:pt x="709" y="544"/>
                  </a:lnTo>
                  <a:lnTo>
                    <a:pt x="824" y="476"/>
                  </a:lnTo>
                  <a:lnTo>
                    <a:pt x="1097" y="318"/>
                  </a:lnTo>
                  <a:lnTo>
                    <a:pt x="5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83" name="CustomShape 32"/>
            <p:cNvSpPr/>
            <p:nvPr/>
          </p:nvSpPr>
          <p:spPr>
            <a:xfrm>
              <a:off x="7172280" y="2226600"/>
              <a:ext cx="275040" cy="159120"/>
            </a:xfrm>
            <a:custGeom>
              <a:avLst/>
              <a:gdLst/>
              <a:ahLst/>
              <a:cxnLst/>
              <a:rect l="l" t="t" r="r" b="b"/>
              <a:pathLst>
                <a:path w="6152" h="3564">
                  <a:moveTo>
                    <a:pt x="2470" y="926"/>
                  </a:moveTo>
                  <a:cubicBezTo>
                    <a:pt x="2499" y="926"/>
                    <a:pt x="2528" y="933"/>
                    <a:pt x="2554" y="947"/>
                  </a:cubicBezTo>
                  <a:cubicBezTo>
                    <a:pt x="2597" y="971"/>
                    <a:pt x="2602" y="1010"/>
                    <a:pt x="2566" y="1037"/>
                  </a:cubicBezTo>
                  <a:lnTo>
                    <a:pt x="3367" y="1500"/>
                  </a:lnTo>
                  <a:lnTo>
                    <a:pt x="3451" y="1451"/>
                  </a:lnTo>
                  <a:lnTo>
                    <a:pt x="3645" y="1563"/>
                  </a:lnTo>
                  <a:lnTo>
                    <a:pt x="3560" y="1612"/>
                  </a:lnTo>
                  <a:lnTo>
                    <a:pt x="4302" y="2041"/>
                  </a:lnTo>
                  <a:cubicBezTo>
                    <a:pt x="4325" y="2031"/>
                    <a:pt x="4349" y="2026"/>
                    <a:pt x="4373" y="2026"/>
                  </a:cubicBezTo>
                  <a:cubicBezTo>
                    <a:pt x="4403" y="2026"/>
                    <a:pt x="4432" y="2033"/>
                    <a:pt x="4459" y="2047"/>
                  </a:cubicBezTo>
                  <a:cubicBezTo>
                    <a:pt x="4505" y="2073"/>
                    <a:pt x="4507" y="2117"/>
                    <a:pt x="4459" y="2145"/>
                  </a:cubicBezTo>
                  <a:cubicBezTo>
                    <a:pt x="4453" y="2147"/>
                    <a:pt x="4448" y="2150"/>
                    <a:pt x="4442" y="2153"/>
                  </a:cubicBezTo>
                  <a:lnTo>
                    <a:pt x="4587" y="2317"/>
                  </a:lnTo>
                  <a:lnTo>
                    <a:pt x="4375" y="2266"/>
                  </a:lnTo>
                  <a:lnTo>
                    <a:pt x="4164" y="2317"/>
                  </a:lnTo>
                  <a:lnTo>
                    <a:pt x="4305" y="2153"/>
                  </a:lnTo>
                  <a:cubicBezTo>
                    <a:pt x="4299" y="2150"/>
                    <a:pt x="4295" y="2147"/>
                    <a:pt x="4288" y="2145"/>
                  </a:cubicBezTo>
                  <a:cubicBezTo>
                    <a:pt x="4247" y="2119"/>
                    <a:pt x="4242" y="2081"/>
                    <a:pt x="4278" y="2054"/>
                  </a:cubicBezTo>
                  <a:lnTo>
                    <a:pt x="3646" y="1689"/>
                  </a:lnTo>
                  <a:lnTo>
                    <a:pt x="3646" y="1689"/>
                  </a:lnTo>
                  <a:cubicBezTo>
                    <a:pt x="3926" y="1948"/>
                    <a:pt x="3901" y="2286"/>
                    <a:pt x="3574" y="2532"/>
                  </a:cubicBezTo>
                  <a:lnTo>
                    <a:pt x="3666" y="2584"/>
                  </a:lnTo>
                  <a:lnTo>
                    <a:pt x="3474" y="2697"/>
                  </a:lnTo>
                  <a:lnTo>
                    <a:pt x="3279" y="2584"/>
                  </a:lnTo>
                  <a:lnTo>
                    <a:pt x="3471" y="2474"/>
                  </a:lnTo>
                  <a:lnTo>
                    <a:pt x="3548" y="2518"/>
                  </a:lnTo>
                  <a:cubicBezTo>
                    <a:pt x="3897" y="2256"/>
                    <a:pt x="3889" y="1887"/>
                    <a:pt x="3530" y="1627"/>
                  </a:cubicBezTo>
                  <a:lnTo>
                    <a:pt x="3451" y="1673"/>
                  </a:lnTo>
                  <a:lnTo>
                    <a:pt x="3256" y="1561"/>
                  </a:lnTo>
                  <a:lnTo>
                    <a:pt x="3336" y="1515"/>
                  </a:lnTo>
                  <a:cubicBezTo>
                    <a:pt x="3109" y="1410"/>
                    <a:pt x="2834" y="1358"/>
                    <a:pt x="2559" y="1358"/>
                  </a:cubicBezTo>
                  <a:cubicBezTo>
                    <a:pt x="2291" y="1358"/>
                    <a:pt x="2022" y="1408"/>
                    <a:pt x="1800" y="1508"/>
                  </a:cubicBezTo>
                  <a:lnTo>
                    <a:pt x="1875" y="1552"/>
                  </a:lnTo>
                  <a:lnTo>
                    <a:pt x="1683" y="1663"/>
                  </a:lnTo>
                  <a:lnTo>
                    <a:pt x="1489" y="1552"/>
                  </a:lnTo>
                  <a:lnTo>
                    <a:pt x="1681" y="1440"/>
                  </a:lnTo>
                  <a:lnTo>
                    <a:pt x="1775" y="1494"/>
                  </a:lnTo>
                  <a:cubicBezTo>
                    <a:pt x="2004" y="1390"/>
                    <a:pt x="2281" y="1339"/>
                    <a:pt x="2558" y="1339"/>
                  </a:cubicBezTo>
                  <a:cubicBezTo>
                    <a:pt x="2791" y="1339"/>
                    <a:pt x="3025" y="1375"/>
                    <a:pt x="3230" y="1449"/>
                  </a:cubicBezTo>
                  <a:lnTo>
                    <a:pt x="2542" y="1051"/>
                  </a:lnTo>
                  <a:cubicBezTo>
                    <a:pt x="2519" y="1060"/>
                    <a:pt x="2494" y="1065"/>
                    <a:pt x="2470" y="1065"/>
                  </a:cubicBezTo>
                  <a:cubicBezTo>
                    <a:pt x="2441" y="1065"/>
                    <a:pt x="2412" y="1059"/>
                    <a:pt x="2385" y="1045"/>
                  </a:cubicBezTo>
                  <a:cubicBezTo>
                    <a:pt x="2339" y="1018"/>
                    <a:pt x="2339" y="973"/>
                    <a:pt x="2385" y="947"/>
                  </a:cubicBezTo>
                  <a:cubicBezTo>
                    <a:pt x="2412" y="933"/>
                    <a:pt x="2441" y="926"/>
                    <a:pt x="2470" y="926"/>
                  </a:cubicBezTo>
                  <a:close/>
                  <a:moveTo>
                    <a:pt x="2609" y="1"/>
                  </a:moveTo>
                  <a:lnTo>
                    <a:pt x="1" y="1518"/>
                  </a:lnTo>
                  <a:lnTo>
                    <a:pt x="3542" y="3563"/>
                  </a:lnTo>
                  <a:lnTo>
                    <a:pt x="6152" y="2045"/>
                  </a:lnTo>
                  <a:lnTo>
                    <a:pt x="260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84" name="CustomShape 33"/>
            <p:cNvSpPr/>
            <p:nvPr/>
          </p:nvSpPr>
          <p:spPr>
            <a:xfrm>
              <a:off x="7277040" y="2268360"/>
              <a:ext cx="11520" cy="5760"/>
            </a:xfrm>
            <a:custGeom>
              <a:avLst/>
              <a:gdLst/>
              <a:ahLst/>
              <a:cxnLst/>
              <a:rect l="l" t="t" r="r" b="b"/>
              <a:pathLst>
                <a:path w="262" h="140">
                  <a:moveTo>
                    <a:pt x="131" y="0"/>
                  </a:moveTo>
                  <a:cubicBezTo>
                    <a:pt x="102" y="0"/>
                    <a:pt x="73" y="7"/>
                    <a:pt x="47" y="21"/>
                  </a:cubicBezTo>
                  <a:cubicBezTo>
                    <a:pt x="1" y="49"/>
                    <a:pt x="1" y="92"/>
                    <a:pt x="47" y="119"/>
                  </a:cubicBezTo>
                  <a:cubicBezTo>
                    <a:pt x="73" y="133"/>
                    <a:pt x="102" y="139"/>
                    <a:pt x="131" y="139"/>
                  </a:cubicBezTo>
                  <a:cubicBezTo>
                    <a:pt x="156" y="139"/>
                    <a:pt x="180" y="134"/>
                    <a:pt x="203" y="125"/>
                  </a:cubicBezTo>
                  <a:lnTo>
                    <a:pt x="119" y="76"/>
                  </a:lnTo>
                  <a:lnTo>
                    <a:pt x="143" y="62"/>
                  </a:lnTo>
                  <a:lnTo>
                    <a:pt x="226" y="111"/>
                  </a:lnTo>
                  <a:cubicBezTo>
                    <a:pt x="262" y="84"/>
                    <a:pt x="257" y="45"/>
                    <a:pt x="216" y="21"/>
                  </a:cubicBezTo>
                  <a:cubicBezTo>
                    <a:pt x="189" y="7"/>
                    <a:pt x="160" y="0"/>
                    <a:pt x="131" y="0"/>
                  </a:cubicBezTo>
                  <a:close/>
                </a:path>
              </a:pathLst>
            </a:custGeom>
            <a:solidFill>
              <a:srgbClr val="0C194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85" name="CustomShape 34"/>
            <p:cNvSpPr/>
            <p:nvPr/>
          </p:nvSpPr>
          <p:spPr>
            <a:xfrm>
              <a:off x="7362360" y="2317320"/>
              <a:ext cx="11520" cy="5400"/>
            </a:xfrm>
            <a:custGeom>
              <a:avLst/>
              <a:gdLst/>
              <a:ahLst/>
              <a:cxnLst/>
              <a:rect l="l" t="t" r="r" b="b"/>
              <a:pathLst>
                <a:path w="264" h="127">
                  <a:moveTo>
                    <a:pt x="110" y="71"/>
                  </a:moveTo>
                  <a:lnTo>
                    <a:pt x="110" y="71"/>
                  </a:lnTo>
                  <a:lnTo>
                    <a:pt x="110" y="71"/>
                  </a:lnTo>
                  <a:lnTo>
                    <a:pt x="112" y="73"/>
                  </a:lnTo>
                  <a:lnTo>
                    <a:pt x="112" y="73"/>
                  </a:lnTo>
                  <a:lnTo>
                    <a:pt x="110" y="71"/>
                  </a:lnTo>
                  <a:close/>
                  <a:moveTo>
                    <a:pt x="36" y="28"/>
                  </a:moveTo>
                  <a:cubicBezTo>
                    <a:pt x="1" y="56"/>
                    <a:pt x="4" y="94"/>
                    <a:pt x="47" y="119"/>
                  </a:cubicBezTo>
                  <a:cubicBezTo>
                    <a:pt x="53" y="122"/>
                    <a:pt x="58" y="125"/>
                    <a:pt x="64" y="126"/>
                  </a:cubicBezTo>
                  <a:lnTo>
                    <a:pt x="110" y="71"/>
                  </a:lnTo>
                  <a:lnTo>
                    <a:pt x="110" y="71"/>
                  </a:lnTo>
                  <a:lnTo>
                    <a:pt x="36" y="28"/>
                  </a:lnTo>
                  <a:close/>
                  <a:moveTo>
                    <a:pt x="131" y="0"/>
                  </a:moveTo>
                  <a:cubicBezTo>
                    <a:pt x="107" y="0"/>
                    <a:pt x="82" y="5"/>
                    <a:pt x="59" y="14"/>
                  </a:cubicBezTo>
                  <a:lnTo>
                    <a:pt x="127" y="53"/>
                  </a:lnTo>
                  <a:lnTo>
                    <a:pt x="132" y="46"/>
                  </a:lnTo>
                  <a:lnTo>
                    <a:pt x="145" y="63"/>
                  </a:lnTo>
                  <a:lnTo>
                    <a:pt x="162" y="73"/>
                  </a:lnTo>
                  <a:lnTo>
                    <a:pt x="158" y="77"/>
                  </a:lnTo>
                  <a:lnTo>
                    <a:pt x="201" y="126"/>
                  </a:lnTo>
                  <a:cubicBezTo>
                    <a:pt x="205" y="125"/>
                    <a:pt x="211" y="122"/>
                    <a:pt x="216" y="119"/>
                  </a:cubicBezTo>
                  <a:cubicBezTo>
                    <a:pt x="264" y="91"/>
                    <a:pt x="262" y="48"/>
                    <a:pt x="216" y="20"/>
                  </a:cubicBezTo>
                  <a:cubicBezTo>
                    <a:pt x="189" y="7"/>
                    <a:pt x="160" y="0"/>
                    <a:pt x="131" y="0"/>
                  </a:cubicBezTo>
                  <a:close/>
                </a:path>
              </a:pathLst>
            </a:custGeom>
            <a:solidFill>
              <a:srgbClr val="0C194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86" name="CustomShape 35"/>
            <p:cNvSpPr/>
            <p:nvPr/>
          </p:nvSpPr>
          <p:spPr>
            <a:xfrm>
              <a:off x="7362000" y="2321640"/>
              <a:ext cx="12240" cy="6840"/>
            </a:xfrm>
            <a:custGeom>
              <a:avLst/>
              <a:gdLst/>
              <a:ahLst/>
              <a:cxnLst/>
              <a:rect l="l" t="t" r="r" b="b"/>
              <a:pathLst>
                <a:path w="279" h="162">
                  <a:moveTo>
                    <a:pt x="139" y="0"/>
                  </a:moveTo>
                  <a:lnTo>
                    <a:pt x="0" y="162"/>
                  </a:lnTo>
                  <a:lnTo>
                    <a:pt x="140" y="128"/>
                  </a:lnTo>
                  <a:lnTo>
                    <a:pt x="278" y="162"/>
                  </a:lnTo>
                  <a:lnTo>
                    <a:pt x="1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87" name="CustomShape 36"/>
            <p:cNvSpPr/>
            <p:nvPr/>
          </p:nvSpPr>
          <p:spPr>
            <a:xfrm>
              <a:off x="7358760" y="2319480"/>
              <a:ext cx="18720" cy="10800"/>
            </a:xfrm>
            <a:custGeom>
              <a:avLst/>
              <a:gdLst/>
              <a:ahLst/>
              <a:cxnLst/>
              <a:rect l="l" t="t" r="r" b="b"/>
              <a:pathLst>
                <a:path w="423" h="246">
                  <a:moveTo>
                    <a:pt x="211" y="1"/>
                  </a:moveTo>
                  <a:lnTo>
                    <a:pt x="206" y="6"/>
                  </a:lnTo>
                  <a:lnTo>
                    <a:pt x="224" y="18"/>
                  </a:lnTo>
                  <a:lnTo>
                    <a:pt x="211" y="1"/>
                  </a:lnTo>
                  <a:close/>
                  <a:moveTo>
                    <a:pt x="235" y="30"/>
                  </a:moveTo>
                  <a:lnTo>
                    <a:pt x="236" y="31"/>
                  </a:lnTo>
                  <a:lnTo>
                    <a:pt x="236" y="31"/>
                  </a:lnTo>
                  <a:lnTo>
                    <a:pt x="237" y="30"/>
                  </a:lnTo>
                  <a:close/>
                  <a:moveTo>
                    <a:pt x="211" y="45"/>
                  </a:moveTo>
                  <a:lnTo>
                    <a:pt x="350" y="207"/>
                  </a:lnTo>
                  <a:lnTo>
                    <a:pt x="212" y="173"/>
                  </a:lnTo>
                  <a:lnTo>
                    <a:pt x="72" y="207"/>
                  </a:lnTo>
                  <a:lnTo>
                    <a:pt x="211" y="45"/>
                  </a:lnTo>
                  <a:close/>
                  <a:moveTo>
                    <a:pt x="189" y="26"/>
                  </a:moveTo>
                  <a:lnTo>
                    <a:pt x="141" y="79"/>
                  </a:lnTo>
                  <a:lnTo>
                    <a:pt x="0" y="245"/>
                  </a:lnTo>
                  <a:lnTo>
                    <a:pt x="212" y="193"/>
                  </a:lnTo>
                  <a:lnTo>
                    <a:pt x="423" y="245"/>
                  </a:lnTo>
                  <a:lnTo>
                    <a:pt x="423" y="245"/>
                  </a:lnTo>
                  <a:lnTo>
                    <a:pt x="280" y="79"/>
                  </a:lnTo>
                  <a:lnTo>
                    <a:pt x="236" y="31"/>
                  </a:lnTo>
                  <a:lnTo>
                    <a:pt x="236" y="31"/>
                  </a:lnTo>
                  <a:lnTo>
                    <a:pt x="217" y="41"/>
                  </a:lnTo>
                  <a:lnTo>
                    <a:pt x="189" y="26"/>
                  </a:lnTo>
                  <a:close/>
                </a:path>
              </a:pathLst>
            </a:custGeom>
            <a:solidFill>
              <a:srgbClr val="0C194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88" name="CustomShape 37"/>
            <p:cNvSpPr/>
            <p:nvPr/>
          </p:nvSpPr>
          <p:spPr>
            <a:xfrm>
              <a:off x="7282440" y="2270880"/>
              <a:ext cx="86760" cy="50040"/>
            </a:xfrm>
            <a:custGeom>
              <a:avLst/>
              <a:gdLst/>
              <a:ahLst/>
              <a:cxnLst/>
              <a:rect l="l" t="t" r="r" b="b"/>
              <a:pathLst>
                <a:path w="1948" h="1126">
                  <a:moveTo>
                    <a:pt x="25" y="1"/>
                  </a:moveTo>
                  <a:lnTo>
                    <a:pt x="1" y="15"/>
                  </a:lnTo>
                  <a:lnTo>
                    <a:pt x="85" y="62"/>
                  </a:lnTo>
                  <a:lnTo>
                    <a:pt x="774" y="460"/>
                  </a:lnTo>
                  <a:cubicBezTo>
                    <a:pt x="818" y="477"/>
                    <a:pt x="863" y="494"/>
                    <a:pt x="904" y="514"/>
                  </a:cubicBezTo>
                  <a:lnTo>
                    <a:pt x="909" y="511"/>
                  </a:lnTo>
                  <a:lnTo>
                    <a:pt x="108" y="48"/>
                  </a:lnTo>
                  <a:lnTo>
                    <a:pt x="25" y="1"/>
                  </a:lnTo>
                  <a:close/>
                  <a:moveTo>
                    <a:pt x="1102" y="623"/>
                  </a:moveTo>
                  <a:lnTo>
                    <a:pt x="1098" y="626"/>
                  </a:lnTo>
                  <a:cubicBezTo>
                    <a:pt x="1130" y="649"/>
                    <a:pt x="1161" y="674"/>
                    <a:pt x="1190" y="701"/>
                  </a:cubicBezTo>
                  <a:lnTo>
                    <a:pt x="1820" y="1065"/>
                  </a:lnTo>
                  <a:lnTo>
                    <a:pt x="1895" y="1110"/>
                  </a:lnTo>
                  <a:lnTo>
                    <a:pt x="1923" y="1125"/>
                  </a:lnTo>
                  <a:lnTo>
                    <a:pt x="1943" y="1115"/>
                  </a:lnTo>
                  <a:lnTo>
                    <a:pt x="1947" y="1112"/>
                  </a:lnTo>
                  <a:lnTo>
                    <a:pt x="1947" y="1110"/>
                  </a:lnTo>
                  <a:lnTo>
                    <a:pt x="1930" y="1101"/>
                  </a:lnTo>
                  <a:lnTo>
                    <a:pt x="1912" y="1090"/>
                  </a:lnTo>
                  <a:lnTo>
                    <a:pt x="1844" y="1052"/>
                  </a:lnTo>
                  <a:lnTo>
                    <a:pt x="1102" y="623"/>
                  </a:lnTo>
                  <a:close/>
                </a:path>
              </a:pathLst>
            </a:custGeom>
            <a:solidFill>
              <a:srgbClr val="0C194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89" name="CustomShape 38"/>
            <p:cNvSpPr/>
            <p:nvPr/>
          </p:nvSpPr>
          <p:spPr>
            <a:xfrm>
              <a:off x="7251840" y="2286720"/>
              <a:ext cx="95760" cy="53280"/>
            </a:xfrm>
            <a:custGeom>
              <a:avLst/>
              <a:gdLst/>
              <a:ahLst/>
              <a:cxnLst/>
              <a:rect l="l" t="t" r="r" b="b"/>
              <a:pathLst>
                <a:path w="2150" h="1195">
                  <a:moveTo>
                    <a:pt x="783" y="1"/>
                  </a:moveTo>
                  <a:cubicBezTo>
                    <a:pt x="507" y="1"/>
                    <a:pt x="230" y="52"/>
                    <a:pt x="1" y="156"/>
                  </a:cubicBezTo>
                  <a:lnTo>
                    <a:pt x="25" y="170"/>
                  </a:lnTo>
                  <a:cubicBezTo>
                    <a:pt x="247" y="70"/>
                    <a:pt x="516" y="20"/>
                    <a:pt x="784" y="20"/>
                  </a:cubicBezTo>
                  <a:cubicBezTo>
                    <a:pt x="1059" y="20"/>
                    <a:pt x="1335" y="73"/>
                    <a:pt x="1562" y="179"/>
                  </a:cubicBezTo>
                  <a:lnTo>
                    <a:pt x="1584" y="164"/>
                  </a:lnTo>
                  <a:lnTo>
                    <a:pt x="1584" y="164"/>
                  </a:lnTo>
                  <a:cubicBezTo>
                    <a:pt x="1585" y="164"/>
                    <a:pt x="1585" y="165"/>
                    <a:pt x="1586" y="165"/>
                  </a:cubicBezTo>
                  <a:lnTo>
                    <a:pt x="1585" y="163"/>
                  </a:lnTo>
                  <a:lnTo>
                    <a:pt x="1584" y="164"/>
                  </a:lnTo>
                  <a:lnTo>
                    <a:pt x="1584" y="164"/>
                  </a:lnTo>
                  <a:cubicBezTo>
                    <a:pt x="1543" y="144"/>
                    <a:pt x="1499" y="126"/>
                    <a:pt x="1456" y="111"/>
                  </a:cubicBezTo>
                  <a:cubicBezTo>
                    <a:pt x="1250" y="37"/>
                    <a:pt x="1017" y="1"/>
                    <a:pt x="783" y="1"/>
                  </a:cubicBezTo>
                  <a:close/>
                  <a:moveTo>
                    <a:pt x="1778" y="276"/>
                  </a:moveTo>
                  <a:lnTo>
                    <a:pt x="1755" y="289"/>
                  </a:lnTo>
                  <a:cubicBezTo>
                    <a:pt x="2115" y="549"/>
                    <a:pt x="2121" y="919"/>
                    <a:pt x="1774" y="1180"/>
                  </a:cubicBezTo>
                  <a:lnTo>
                    <a:pt x="1798" y="1194"/>
                  </a:lnTo>
                  <a:cubicBezTo>
                    <a:pt x="2125" y="950"/>
                    <a:pt x="2150" y="610"/>
                    <a:pt x="1872" y="351"/>
                  </a:cubicBezTo>
                  <a:cubicBezTo>
                    <a:pt x="1843" y="325"/>
                    <a:pt x="1812" y="299"/>
                    <a:pt x="1778" y="276"/>
                  </a:cubicBezTo>
                  <a:close/>
                </a:path>
              </a:pathLst>
            </a:custGeom>
            <a:solidFill>
              <a:srgbClr val="0C194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90" name="CustomShape 39"/>
            <p:cNvSpPr/>
            <p:nvPr/>
          </p:nvSpPr>
          <p:spPr>
            <a:xfrm>
              <a:off x="7320240" y="2292840"/>
              <a:ext cx="12600" cy="7200"/>
            </a:xfrm>
            <a:custGeom>
              <a:avLst/>
              <a:gdLst/>
              <a:ahLst/>
              <a:cxnLst/>
              <a:rect l="l" t="t" r="r" b="b"/>
              <a:pathLst>
                <a:path w="292" h="168">
                  <a:moveTo>
                    <a:pt x="145" y="0"/>
                  </a:moveTo>
                  <a:lnTo>
                    <a:pt x="1" y="85"/>
                  </a:lnTo>
                  <a:lnTo>
                    <a:pt x="147" y="168"/>
                  </a:lnTo>
                  <a:lnTo>
                    <a:pt x="291" y="85"/>
                  </a:lnTo>
                  <a:lnTo>
                    <a:pt x="14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91" name="CustomShape 40"/>
            <p:cNvSpPr/>
            <p:nvPr/>
          </p:nvSpPr>
          <p:spPr>
            <a:xfrm>
              <a:off x="7318080" y="2291760"/>
              <a:ext cx="16920" cy="9720"/>
            </a:xfrm>
            <a:custGeom>
              <a:avLst/>
              <a:gdLst/>
              <a:ahLst/>
              <a:cxnLst/>
              <a:rect l="l" t="t" r="r" b="b"/>
              <a:pathLst>
                <a:path w="388" h="224">
                  <a:moveTo>
                    <a:pt x="194" y="28"/>
                  </a:moveTo>
                  <a:lnTo>
                    <a:pt x="338" y="113"/>
                  </a:lnTo>
                  <a:lnTo>
                    <a:pt x="194" y="196"/>
                  </a:lnTo>
                  <a:lnTo>
                    <a:pt x="49" y="113"/>
                  </a:lnTo>
                  <a:lnTo>
                    <a:pt x="194" y="28"/>
                  </a:lnTo>
                  <a:close/>
                  <a:moveTo>
                    <a:pt x="192" y="1"/>
                  </a:moveTo>
                  <a:lnTo>
                    <a:pt x="109" y="50"/>
                  </a:lnTo>
                  <a:lnTo>
                    <a:pt x="103" y="53"/>
                  </a:lnTo>
                  <a:lnTo>
                    <a:pt x="80" y="67"/>
                  </a:lnTo>
                  <a:lnTo>
                    <a:pt x="0" y="113"/>
                  </a:lnTo>
                  <a:lnTo>
                    <a:pt x="194" y="223"/>
                  </a:lnTo>
                  <a:lnTo>
                    <a:pt x="272" y="177"/>
                  </a:lnTo>
                  <a:lnTo>
                    <a:pt x="297" y="164"/>
                  </a:lnTo>
                  <a:lnTo>
                    <a:pt x="303" y="161"/>
                  </a:lnTo>
                  <a:lnTo>
                    <a:pt x="387" y="113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rgbClr val="0C194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92" name="CustomShape 41"/>
            <p:cNvSpPr/>
            <p:nvPr/>
          </p:nvSpPr>
          <p:spPr>
            <a:xfrm>
              <a:off x="7241040" y="2292480"/>
              <a:ext cx="12600" cy="7200"/>
            </a:xfrm>
            <a:custGeom>
              <a:avLst/>
              <a:gdLst/>
              <a:ahLst/>
              <a:cxnLst/>
              <a:rect l="l" t="t" r="r" b="b"/>
              <a:pathLst>
                <a:path w="291" h="169">
                  <a:moveTo>
                    <a:pt x="145" y="1"/>
                  </a:moveTo>
                  <a:lnTo>
                    <a:pt x="1" y="85"/>
                  </a:lnTo>
                  <a:lnTo>
                    <a:pt x="147" y="168"/>
                  </a:lnTo>
                  <a:lnTo>
                    <a:pt x="291" y="85"/>
                  </a:lnTo>
                  <a:lnTo>
                    <a:pt x="14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93" name="CustomShape 42"/>
            <p:cNvSpPr/>
            <p:nvPr/>
          </p:nvSpPr>
          <p:spPr>
            <a:xfrm>
              <a:off x="7238880" y="2291040"/>
              <a:ext cx="16920" cy="9720"/>
            </a:xfrm>
            <a:custGeom>
              <a:avLst/>
              <a:gdLst/>
              <a:ahLst/>
              <a:cxnLst/>
              <a:rect l="l" t="t" r="r" b="b"/>
              <a:pathLst>
                <a:path w="387" h="226">
                  <a:moveTo>
                    <a:pt x="193" y="29"/>
                  </a:moveTo>
                  <a:lnTo>
                    <a:pt x="339" y="113"/>
                  </a:lnTo>
                  <a:lnTo>
                    <a:pt x="195" y="196"/>
                  </a:lnTo>
                  <a:lnTo>
                    <a:pt x="49" y="113"/>
                  </a:lnTo>
                  <a:lnTo>
                    <a:pt x="193" y="29"/>
                  </a:lnTo>
                  <a:close/>
                  <a:moveTo>
                    <a:pt x="193" y="1"/>
                  </a:moveTo>
                  <a:lnTo>
                    <a:pt x="1" y="113"/>
                  </a:lnTo>
                  <a:lnTo>
                    <a:pt x="195" y="225"/>
                  </a:lnTo>
                  <a:lnTo>
                    <a:pt x="387" y="113"/>
                  </a:lnTo>
                  <a:lnTo>
                    <a:pt x="311" y="69"/>
                  </a:lnTo>
                  <a:lnTo>
                    <a:pt x="287" y="55"/>
                  </a:lnTo>
                  <a:lnTo>
                    <a:pt x="193" y="1"/>
                  </a:lnTo>
                  <a:close/>
                </a:path>
              </a:pathLst>
            </a:custGeom>
            <a:solidFill>
              <a:srgbClr val="0C194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94" name="CustomShape 43"/>
            <p:cNvSpPr/>
            <p:nvPr/>
          </p:nvSpPr>
          <p:spPr>
            <a:xfrm>
              <a:off x="7321320" y="2338560"/>
              <a:ext cx="12600" cy="7200"/>
            </a:xfrm>
            <a:custGeom>
              <a:avLst/>
              <a:gdLst/>
              <a:ahLst/>
              <a:cxnLst/>
              <a:rect l="l" t="t" r="r" b="b"/>
              <a:pathLst>
                <a:path w="291" h="168">
                  <a:moveTo>
                    <a:pt x="145" y="1"/>
                  </a:moveTo>
                  <a:lnTo>
                    <a:pt x="0" y="85"/>
                  </a:lnTo>
                  <a:lnTo>
                    <a:pt x="146" y="168"/>
                  </a:lnTo>
                  <a:lnTo>
                    <a:pt x="291" y="85"/>
                  </a:lnTo>
                  <a:lnTo>
                    <a:pt x="14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95" name="CustomShape 44"/>
            <p:cNvSpPr/>
            <p:nvPr/>
          </p:nvSpPr>
          <p:spPr>
            <a:xfrm>
              <a:off x="7319160" y="2337480"/>
              <a:ext cx="16920" cy="9720"/>
            </a:xfrm>
            <a:custGeom>
              <a:avLst/>
              <a:gdLst/>
              <a:ahLst/>
              <a:cxnLst/>
              <a:rect l="l" t="t" r="r" b="b"/>
              <a:pathLst>
                <a:path w="386" h="226">
                  <a:moveTo>
                    <a:pt x="192" y="29"/>
                  </a:moveTo>
                  <a:lnTo>
                    <a:pt x="337" y="113"/>
                  </a:lnTo>
                  <a:lnTo>
                    <a:pt x="192" y="196"/>
                  </a:lnTo>
                  <a:lnTo>
                    <a:pt x="46" y="113"/>
                  </a:lnTo>
                  <a:lnTo>
                    <a:pt x="192" y="29"/>
                  </a:lnTo>
                  <a:close/>
                  <a:moveTo>
                    <a:pt x="192" y="1"/>
                  </a:moveTo>
                  <a:lnTo>
                    <a:pt x="0" y="113"/>
                  </a:lnTo>
                  <a:lnTo>
                    <a:pt x="194" y="225"/>
                  </a:lnTo>
                  <a:lnTo>
                    <a:pt x="386" y="113"/>
                  </a:lnTo>
                  <a:lnTo>
                    <a:pt x="384" y="113"/>
                  </a:lnTo>
                  <a:lnTo>
                    <a:pt x="294" y="59"/>
                  </a:lnTo>
                  <a:lnTo>
                    <a:pt x="269" y="45"/>
                  </a:lnTo>
                  <a:lnTo>
                    <a:pt x="192" y="1"/>
                  </a:lnTo>
                  <a:close/>
                </a:path>
              </a:pathLst>
            </a:custGeom>
            <a:solidFill>
              <a:srgbClr val="0C194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96" name="CustomShape 45"/>
            <p:cNvSpPr/>
            <p:nvPr/>
          </p:nvSpPr>
          <p:spPr>
            <a:xfrm>
              <a:off x="7050240" y="2172960"/>
              <a:ext cx="74520" cy="39240"/>
            </a:xfrm>
            <a:custGeom>
              <a:avLst/>
              <a:gdLst/>
              <a:ahLst/>
              <a:cxnLst/>
              <a:rect l="l" t="t" r="r" b="b"/>
              <a:pathLst>
                <a:path w="1672" h="883">
                  <a:moveTo>
                    <a:pt x="836" y="184"/>
                  </a:moveTo>
                  <a:cubicBezTo>
                    <a:pt x="950" y="184"/>
                    <a:pt x="1063" y="209"/>
                    <a:pt x="1151" y="259"/>
                  </a:cubicBezTo>
                  <a:cubicBezTo>
                    <a:pt x="1326" y="361"/>
                    <a:pt x="1326" y="525"/>
                    <a:pt x="1152" y="625"/>
                  </a:cubicBezTo>
                  <a:cubicBezTo>
                    <a:pt x="1065" y="675"/>
                    <a:pt x="951" y="700"/>
                    <a:pt x="837" y="700"/>
                  </a:cubicBezTo>
                  <a:cubicBezTo>
                    <a:pt x="723" y="700"/>
                    <a:pt x="608" y="675"/>
                    <a:pt x="521" y="625"/>
                  </a:cubicBezTo>
                  <a:cubicBezTo>
                    <a:pt x="346" y="523"/>
                    <a:pt x="344" y="359"/>
                    <a:pt x="519" y="259"/>
                  </a:cubicBezTo>
                  <a:cubicBezTo>
                    <a:pt x="606" y="209"/>
                    <a:pt x="721" y="184"/>
                    <a:pt x="836" y="184"/>
                  </a:cubicBezTo>
                  <a:close/>
                  <a:moveTo>
                    <a:pt x="833" y="0"/>
                  </a:moveTo>
                  <a:cubicBezTo>
                    <a:pt x="638" y="0"/>
                    <a:pt x="444" y="43"/>
                    <a:pt x="297" y="130"/>
                  </a:cubicBezTo>
                  <a:cubicBezTo>
                    <a:pt x="0" y="302"/>
                    <a:pt x="2" y="580"/>
                    <a:pt x="300" y="752"/>
                  </a:cubicBezTo>
                  <a:cubicBezTo>
                    <a:pt x="449" y="839"/>
                    <a:pt x="644" y="882"/>
                    <a:pt x="839" y="882"/>
                  </a:cubicBezTo>
                  <a:cubicBezTo>
                    <a:pt x="1033" y="882"/>
                    <a:pt x="1227" y="839"/>
                    <a:pt x="1375" y="752"/>
                  </a:cubicBezTo>
                  <a:cubicBezTo>
                    <a:pt x="1671" y="580"/>
                    <a:pt x="1670" y="302"/>
                    <a:pt x="1372" y="130"/>
                  </a:cubicBezTo>
                  <a:cubicBezTo>
                    <a:pt x="1223" y="43"/>
                    <a:pt x="1028" y="0"/>
                    <a:pt x="833" y="0"/>
                  </a:cubicBez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97" name="CustomShape 46"/>
            <p:cNvSpPr/>
            <p:nvPr/>
          </p:nvSpPr>
          <p:spPr>
            <a:xfrm>
              <a:off x="7065720" y="2181240"/>
              <a:ext cx="43560" cy="22680"/>
            </a:xfrm>
            <a:custGeom>
              <a:avLst/>
              <a:gdLst/>
              <a:ahLst/>
              <a:cxnLst/>
              <a:rect l="l" t="t" r="r" b="b"/>
              <a:pathLst>
                <a:path w="981" h="516">
                  <a:moveTo>
                    <a:pt x="489" y="0"/>
                  </a:moveTo>
                  <a:cubicBezTo>
                    <a:pt x="375" y="0"/>
                    <a:pt x="261" y="26"/>
                    <a:pt x="174" y="76"/>
                  </a:cubicBezTo>
                  <a:cubicBezTo>
                    <a:pt x="1" y="176"/>
                    <a:pt x="1" y="340"/>
                    <a:pt x="176" y="440"/>
                  </a:cubicBezTo>
                  <a:cubicBezTo>
                    <a:pt x="264" y="490"/>
                    <a:pt x="379" y="516"/>
                    <a:pt x="493" y="516"/>
                  </a:cubicBezTo>
                  <a:cubicBezTo>
                    <a:pt x="607" y="516"/>
                    <a:pt x="721" y="491"/>
                    <a:pt x="807" y="440"/>
                  </a:cubicBezTo>
                  <a:cubicBezTo>
                    <a:pt x="981" y="339"/>
                    <a:pt x="981" y="176"/>
                    <a:pt x="806" y="76"/>
                  </a:cubicBezTo>
                  <a:cubicBezTo>
                    <a:pt x="718" y="26"/>
                    <a:pt x="604" y="0"/>
                    <a:pt x="4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98" name="CustomShape 47"/>
            <p:cNvSpPr/>
            <p:nvPr/>
          </p:nvSpPr>
          <p:spPr>
            <a:xfrm>
              <a:off x="7101360" y="2153520"/>
              <a:ext cx="54000" cy="30600"/>
            </a:xfrm>
            <a:custGeom>
              <a:avLst/>
              <a:gdLst/>
              <a:ahLst/>
              <a:cxnLst/>
              <a:rect l="l" t="t" r="r" b="b"/>
              <a:pathLst>
                <a:path w="1212" h="692">
                  <a:moveTo>
                    <a:pt x="312" y="1"/>
                  </a:moveTo>
                  <a:cubicBezTo>
                    <a:pt x="291" y="1"/>
                    <a:pt x="269" y="6"/>
                    <a:pt x="249" y="16"/>
                  </a:cubicBezTo>
                  <a:lnTo>
                    <a:pt x="34" y="140"/>
                  </a:lnTo>
                  <a:cubicBezTo>
                    <a:pt x="0" y="160"/>
                    <a:pt x="0" y="194"/>
                    <a:pt x="34" y="214"/>
                  </a:cubicBezTo>
                  <a:lnTo>
                    <a:pt x="836" y="676"/>
                  </a:lnTo>
                  <a:cubicBezTo>
                    <a:pt x="856" y="686"/>
                    <a:pt x="878" y="691"/>
                    <a:pt x="899" y="691"/>
                  </a:cubicBezTo>
                  <a:cubicBezTo>
                    <a:pt x="921" y="691"/>
                    <a:pt x="942" y="686"/>
                    <a:pt x="962" y="676"/>
                  </a:cubicBezTo>
                  <a:lnTo>
                    <a:pt x="1176" y="552"/>
                  </a:lnTo>
                  <a:cubicBezTo>
                    <a:pt x="1211" y="532"/>
                    <a:pt x="1211" y="498"/>
                    <a:pt x="1176" y="478"/>
                  </a:cubicBezTo>
                  <a:lnTo>
                    <a:pt x="375" y="16"/>
                  </a:lnTo>
                  <a:cubicBezTo>
                    <a:pt x="355" y="6"/>
                    <a:pt x="334" y="1"/>
                    <a:pt x="312" y="1"/>
                  </a:cubicBezTo>
                  <a:close/>
                </a:path>
              </a:pathLst>
            </a:custGeom>
            <a:solidFill>
              <a:srgbClr val="42589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99" name="CustomShape 48"/>
            <p:cNvSpPr/>
            <p:nvPr/>
          </p:nvSpPr>
          <p:spPr>
            <a:xfrm>
              <a:off x="7129440" y="2137320"/>
              <a:ext cx="54000" cy="30600"/>
            </a:xfrm>
            <a:custGeom>
              <a:avLst/>
              <a:gdLst/>
              <a:ahLst/>
              <a:cxnLst/>
              <a:rect l="l" t="t" r="r" b="b"/>
              <a:pathLst>
                <a:path w="1212" h="691">
                  <a:moveTo>
                    <a:pt x="313" y="0"/>
                  </a:moveTo>
                  <a:cubicBezTo>
                    <a:pt x="291" y="0"/>
                    <a:pt x="270" y="5"/>
                    <a:pt x="250" y="15"/>
                  </a:cubicBezTo>
                  <a:lnTo>
                    <a:pt x="36" y="140"/>
                  </a:lnTo>
                  <a:cubicBezTo>
                    <a:pt x="1" y="160"/>
                    <a:pt x="1" y="192"/>
                    <a:pt x="36" y="212"/>
                  </a:cubicBezTo>
                  <a:lnTo>
                    <a:pt x="836" y="676"/>
                  </a:lnTo>
                  <a:cubicBezTo>
                    <a:pt x="856" y="686"/>
                    <a:pt x="878" y="691"/>
                    <a:pt x="899" y="691"/>
                  </a:cubicBezTo>
                  <a:cubicBezTo>
                    <a:pt x="921" y="691"/>
                    <a:pt x="942" y="686"/>
                    <a:pt x="962" y="676"/>
                  </a:cubicBezTo>
                  <a:lnTo>
                    <a:pt x="1176" y="551"/>
                  </a:lnTo>
                  <a:cubicBezTo>
                    <a:pt x="1211" y="531"/>
                    <a:pt x="1211" y="498"/>
                    <a:pt x="1176" y="478"/>
                  </a:cubicBezTo>
                  <a:lnTo>
                    <a:pt x="376" y="15"/>
                  </a:lnTo>
                  <a:cubicBezTo>
                    <a:pt x="356" y="5"/>
                    <a:pt x="334" y="0"/>
                    <a:pt x="313" y="0"/>
                  </a:cubicBezTo>
                  <a:close/>
                </a:path>
              </a:pathLst>
            </a:custGeom>
            <a:solidFill>
              <a:srgbClr val="42589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00" name="CustomShape 49"/>
            <p:cNvSpPr/>
            <p:nvPr/>
          </p:nvSpPr>
          <p:spPr>
            <a:xfrm>
              <a:off x="7157520" y="2121120"/>
              <a:ext cx="54000" cy="30600"/>
            </a:xfrm>
            <a:custGeom>
              <a:avLst/>
              <a:gdLst/>
              <a:ahLst/>
              <a:cxnLst/>
              <a:rect l="l" t="t" r="r" b="b"/>
              <a:pathLst>
                <a:path w="1212" h="691">
                  <a:moveTo>
                    <a:pt x="313" y="0"/>
                  </a:moveTo>
                  <a:cubicBezTo>
                    <a:pt x="291" y="0"/>
                    <a:pt x="270" y="5"/>
                    <a:pt x="250" y="15"/>
                  </a:cubicBezTo>
                  <a:lnTo>
                    <a:pt x="35" y="140"/>
                  </a:lnTo>
                  <a:cubicBezTo>
                    <a:pt x="1" y="160"/>
                    <a:pt x="1" y="192"/>
                    <a:pt x="35" y="213"/>
                  </a:cubicBezTo>
                  <a:lnTo>
                    <a:pt x="837" y="676"/>
                  </a:lnTo>
                  <a:cubicBezTo>
                    <a:pt x="857" y="686"/>
                    <a:pt x="878" y="691"/>
                    <a:pt x="900" y="691"/>
                  </a:cubicBezTo>
                  <a:cubicBezTo>
                    <a:pt x="921" y="691"/>
                    <a:pt x="943" y="686"/>
                    <a:pt x="963" y="676"/>
                  </a:cubicBezTo>
                  <a:lnTo>
                    <a:pt x="1176" y="551"/>
                  </a:lnTo>
                  <a:cubicBezTo>
                    <a:pt x="1212" y="531"/>
                    <a:pt x="1212" y="498"/>
                    <a:pt x="1176" y="478"/>
                  </a:cubicBezTo>
                  <a:lnTo>
                    <a:pt x="376" y="15"/>
                  </a:lnTo>
                  <a:cubicBezTo>
                    <a:pt x="356" y="5"/>
                    <a:pt x="334" y="0"/>
                    <a:pt x="313" y="0"/>
                  </a:cubicBezTo>
                  <a:close/>
                </a:path>
              </a:pathLst>
            </a:custGeom>
            <a:solidFill>
              <a:srgbClr val="42589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01" name="CustomShape 50"/>
            <p:cNvSpPr/>
            <p:nvPr/>
          </p:nvSpPr>
          <p:spPr>
            <a:xfrm>
              <a:off x="6963840" y="2233440"/>
              <a:ext cx="54000" cy="30600"/>
            </a:xfrm>
            <a:custGeom>
              <a:avLst/>
              <a:gdLst/>
              <a:ahLst/>
              <a:cxnLst/>
              <a:rect l="l" t="t" r="r" b="b"/>
              <a:pathLst>
                <a:path w="1212" h="691">
                  <a:moveTo>
                    <a:pt x="313" y="0"/>
                  </a:moveTo>
                  <a:cubicBezTo>
                    <a:pt x="291" y="0"/>
                    <a:pt x="270" y="6"/>
                    <a:pt x="250" y="16"/>
                  </a:cubicBezTo>
                  <a:lnTo>
                    <a:pt x="35" y="141"/>
                  </a:lnTo>
                  <a:cubicBezTo>
                    <a:pt x="1" y="159"/>
                    <a:pt x="1" y="193"/>
                    <a:pt x="35" y="213"/>
                  </a:cubicBezTo>
                  <a:lnTo>
                    <a:pt x="837" y="675"/>
                  </a:lnTo>
                  <a:cubicBezTo>
                    <a:pt x="857" y="685"/>
                    <a:pt x="878" y="690"/>
                    <a:pt x="900" y="690"/>
                  </a:cubicBezTo>
                  <a:cubicBezTo>
                    <a:pt x="921" y="690"/>
                    <a:pt x="943" y="685"/>
                    <a:pt x="963" y="675"/>
                  </a:cubicBezTo>
                  <a:lnTo>
                    <a:pt x="1176" y="551"/>
                  </a:lnTo>
                  <a:cubicBezTo>
                    <a:pt x="1212" y="531"/>
                    <a:pt x="1212" y="499"/>
                    <a:pt x="1176" y="479"/>
                  </a:cubicBezTo>
                  <a:lnTo>
                    <a:pt x="376" y="16"/>
                  </a:lnTo>
                  <a:cubicBezTo>
                    <a:pt x="356" y="6"/>
                    <a:pt x="334" y="0"/>
                    <a:pt x="313" y="0"/>
                  </a:cubicBezTo>
                  <a:close/>
                </a:path>
              </a:pathLst>
            </a:custGeom>
            <a:solidFill>
              <a:srgbClr val="42589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02" name="CustomShape 51"/>
            <p:cNvSpPr/>
            <p:nvPr/>
          </p:nvSpPr>
          <p:spPr>
            <a:xfrm>
              <a:off x="6991920" y="2217240"/>
              <a:ext cx="54000" cy="30600"/>
            </a:xfrm>
            <a:custGeom>
              <a:avLst/>
              <a:gdLst/>
              <a:ahLst/>
              <a:cxnLst/>
              <a:rect l="l" t="t" r="r" b="b"/>
              <a:pathLst>
                <a:path w="1211" h="691">
                  <a:moveTo>
                    <a:pt x="312" y="0"/>
                  </a:moveTo>
                  <a:cubicBezTo>
                    <a:pt x="291" y="0"/>
                    <a:pt x="269" y="5"/>
                    <a:pt x="249" y="15"/>
                  </a:cubicBezTo>
                  <a:lnTo>
                    <a:pt x="34" y="140"/>
                  </a:lnTo>
                  <a:cubicBezTo>
                    <a:pt x="0" y="160"/>
                    <a:pt x="0" y="192"/>
                    <a:pt x="34" y="212"/>
                  </a:cubicBezTo>
                  <a:lnTo>
                    <a:pt x="836" y="676"/>
                  </a:lnTo>
                  <a:cubicBezTo>
                    <a:pt x="856" y="686"/>
                    <a:pt x="877" y="691"/>
                    <a:pt x="899" y="691"/>
                  </a:cubicBezTo>
                  <a:cubicBezTo>
                    <a:pt x="920" y="691"/>
                    <a:pt x="942" y="686"/>
                    <a:pt x="962" y="676"/>
                  </a:cubicBezTo>
                  <a:lnTo>
                    <a:pt x="1175" y="550"/>
                  </a:lnTo>
                  <a:cubicBezTo>
                    <a:pt x="1211" y="532"/>
                    <a:pt x="1211" y="498"/>
                    <a:pt x="1175" y="478"/>
                  </a:cubicBezTo>
                  <a:lnTo>
                    <a:pt x="375" y="15"/>
                  </a:lnTo>
                  <a:cubicBezTo>
                    <a:pt x="355" y="5"/>
                    <a:pt x="334" y="0"/>
                    <a:pt x="312" y="0"/>
                  </a:cubicBezTo>
                  <a:close/>
                </a:path>
              </a:pathLst>
            </a:custGeom>
            <a:solidFill>
              <a:srgbClr val="42589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03" name="CustomShape 52"/>
            <p:cNvSpPr/>
            <p:nvPr/>
          </p:nvSpPr>
          <p:spPr>
            <a:xfrm>
              <a:off x="7019640" y="2201040"/>
              <a:ext cx="54000" cy="30600"/>
            </a:xfrm>
            <a:custGeom>
              <a:avLst/>
              <a:gdLst/>
              <a:ahLst/>
              <a:cxnLst/>
              <a:rect l="l" t="t" r="r" b="b"/>
              <a:pathLst>
                <a:path w="1212" h="691">
                  <a:moveTo>
                    <a:pt x="312" y="0"/>
                  </a:moveTo>
                  <a:cubicBezTo>
                    <a:pt x="290" y="0"/>
                    <a:pt x="269" y="5"/>
                    <a:pt x="249" y="15"/>
                  </a:cubicBezTo>
                  <a:lnTo>
                    <a:pt x="34" y="141"/>
                  </a:lnTo>
                  <a:cubicBezTo>
                    <a:pt x="0" y="160"/>
                    <a:pt x="0" y="193"/>
                    <a:pt x="34" y="213"/>
                  </a:cubicBezTo>
                  <a:lnTo>
                    <a:pt x="836" y="676"/>
                  </a:lnTo>
                  <a:cubicBezTo>
                    <a:pt x="855" y="686"/>
                    <a:pt x="877" y="691"/>
                    <a:pt x="898" y="691"/>
                  </a:cubicBezTo>
                  <a:cubicBezTo>
                    <a:pt x="920" y="691"/>
                    <a:pt x="941" y="686"/>
                    <a:pt x="961" y="676"/>
                  </a:cubicBezTo>
                  <a:lnTo>
                    <a:pt x="1176" y="551"/>
                  </a:lnTo>
                  <a:cubicBezTo>
                    <a:pt x="1211" y="531"/>
                    <a:pt x="1209" y="499"/>
                    <a:pt x="1176" y="479"/>
                  </a:cubicBezTo>
                  <a:lnTo>
                    <a:pt x="375" y="15"/>
                  </a:lnTo>
                  <a:cubicBezTo>
                    <a:pt x="355" y="5"/>
                    <a:pt x="333" y="0"/>
                    <a:pt x="312" y="0"/>
                  </a:cubicBezTo>
                  <a:close/>
                </a:path>
              </a:pathLst>
            </a:custGeom>
            <a:solidFill>
              <a:srgbClr val="42589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04" name="CustomShape 53"/>
            <p:cNvSpPr/>
            <p:nvPr/>
          </p:nvSpPr>
          <p:spPr>
            <a:xfrm>
              <a:off x="7323480" y="2421720"/>
              <a:ext cx="147600" cy="90720"/>
            </a:xfrm>
            <a:custGeom>
              <a:avLst/>
              <a:gdLst/>
              <a:ahLst/>
              <a:cxnLst/>
              <a:rect l="l" t="t" r="r" b="b"/>
              <a:pathLst>
                <a:path w="3307" h="2035">
                  <a:moveTo>
                    <a:pt x="3113" y="1"/>
                  </a:moveTo>
                  <a:cubicBezTo>
                    <a:pt x="3110" y="1"/>
                    <a:pt x="3108" y="1"/>
                    <a:pt x="3105" y="2"/>
                  </a:cubicBezTo>
                  <a:lnTo>
                    <a:pt x="3095" y="2"/>
                  </a:lnTo>
                  <a:lnTo>
                    <a:pt x="3087" y="3"/>
                  </a:lnTo>
                  <a:lnTo>
                    <a:pt x="3085" y="3"/>
                  </a:lnTo>
                  <a:cubicBezTo>
                    <a:pt x="3081" y="3"/>
                    <a:pt x="3078" y="5"/>
                    <a:pt x="3075" y="6"/>
                  </a:cubicBezTo>
                  <a:lnTo>
                    <a:pt x="3070" y="8"/>
                  </a:lnTo>
                  <a:lnTo>
                    <a:pt x="3068" y="8"/>
                  </a:lnTo>
                  <a:lnTo>
                    <a:pt x="3065" y="10"/>
                  </a:lnTo>
                  <a:cubicBezTo>
                    <a:pt x="3064" y="10"/>
                    <a:pt x="3062" y="10"/>
                    <a:pt x="3061" y="11"/>
                  </a:cubicBezTo>
                  <a:cubicBezTo>
                    <a:pt x="3056" y="13"/>
                    <a:pt x="3052" y="16"/>
                    <a:pt x="3047" y="17"/>
                  </a:cubicBezTo>
                  <a:lnTo>
                    <a:pt x="253" y="1641"/>
                  </a:lnTo>
                  <a:cubicBezTo>
                    <a:pt x="249" y="1643"/>
                    <a:pt x="246" y="1646"/>
                    <a:pt x="243" y="1649"/>
                  </a:cubicBezTo>
                  <a:lnTo>
                    <a:pt x="240" y="1652"/>
                  </a:lnTo>
                  <a:cubicBezTo>
                    <a:pt x="237" y="1653"/>
                    <a:pt x="236" y="1656"/>
                    <a:pt x="234" y="1658"/>
                  </a:cubicBezTo>
                  <a:lnTo>
                    <a:pt x="233" y="1659"/>
                  </a:lnTo>
                  <a:cubicBezTo>
                    <a:pt x="203" y="1698"/>
                    <a:pt x="174" y="1736"/>
                    <a:pt x="147" y="1775"/>
                  </a:cubicBezTo>
                  <a:lnTo>
                    <a:pt x="130" y="1799"/>
                  </a:lnTo>
                  <a:cubicBezTo>
                    <a:pt x="87" y="1855"/>
                    <a:pt x="45" y="1911"/>
                    <a:pt x="4" y="1968"/>
                  </a:cubicBezTo>
                  <a:lnTo>
                    <a:pt x="4" y="1970"/>
                  </a:lnTo>
                  <a:cubicBezTo>
                    <a:pt x="2" y="1971"/>
                    <a:pt x="2" y="1973"/>
                    <a:pt x="1" y="1974"/>
                  </a:cubicBezTo>
                  <a:lnTo>
                    <a:pt x="1" y="1976"/>
                  </a:lnTo>
                  <a:cubicBezTo>
                    <a:pt x="1" y="1977"/>
                    <a:pt x="1" y="1981"/>
                    <a:pt x="1" y="1984"/>
                  </a:cubicBezTo>
                  <a:cubicBezTo>
                    <a:pt x="2" y="2002"/>
                    <a:pt x="13" y="2021"/>
                    <a:pt x="30" y="2031"/>
                  </a:cubicBezTo>
                  <a:cubicBezTo>
                    <a:pt x="31" y="2033"/>
                    <a:pt x="34" y="2033"/>
                    <a:pt x="36" y="2034"/>
                  </a:cubicBezTo>
                  <a:lnTo>
                    <a:pt x="44" y="2034"/>
                  </a:lnTo>
                  <a:lnTo>
                    <a:pt x="426" y="1988"/>
                  </a:lnTo>
                  <a:lnTo>
                    <a:pt x="428" y="1988"/>
                  </a:lnTo>
                  <a:cubicBezTo>
                    <a:pt x="431" y="1988"/>
                    <a:pt x="434" y="1987"/>
                    <a:pt x="438" y="1987"/>
                  </a:cubicBezTo>
                  <a:lnTo>
                    <a:pt x="441" y="1985"/>
                  </a:lnTo>
                  <a:cubicBezTo>
                    <a:pt x="445" y="1984"/>
                    <a:pt x="449" y="1982"/>
                    <a:pt x="452" y="1981"/>
                  </a:cubicBezTo>
                  <a:lnTo>
                    <a:pt x="824" y="1764"/>
                  </a:lnTo>
                  <a:lnTo>
                    <a:pt x="1004" y="1659"/>
                  </a:lnTo>
                  <a:lnTo>
                    <a:pt x="1064" y="1626"/>
                  </a:lnTo>
                  <a:lnTo>
                    <a:pt x="1223" y="1532"/>
                  </a:lnTo>
                  <a:lnTo>
                    <a:pt x="1434" y="1409"/>
                  </a:lnTo>
                  <a:lnTo>
                    <a:pt x="1528" y="1355"/>
                  </a:lnTo>
                  <a:lnTo>
                    <a:pt x="1709" y="1249"/>
                  </a:lnTo>
                  <a:lnTo>
                    <a:pt x="1815" y="1188"/>
                  </a:lnTo>
                  <a:lnTo>
                    <a:pt x="1990" y="1086"/>
                  </a:lnTo>
                  <a:lnTo>
                    <a:pt x="2171" y="980"/>
                  </a:lnTo>
                  <a:lnTo>
                    <a:pt x="2265" y="927"/>
                  </a:lnTo>
                  <a:lnTo>
                    <a:pt x="2475" y="804"/>
                  </a:lnTo>
                  <a:lnTo>
                    <a:pt x="2635" y="712"/>
                  </a:lnTo>
                  <a:lnTo>
                    <a:pt x="2695" y="676"/>
                  </a:lnTo>
                  <a:lnTo>
                    <a:pt x="2873" y="573"/>
                  </a:lnTo>
                  <a:lnTo>
                    <a:pt x="3247" y="357"/>
                  </a:lnTo>
                  <a:cubicBezTo>
                    <a:pt x="3251" y="354"/>
                    <a:pt x="3256" y="351"/>
                    <a:pt x="3259" y="348"/>
                  </a:cubicBezTo>
                  <a:lnTo>
                    <a:pt x="3262" y="346"/>
                  </a:lnTo>
                  <a:lnTo>
                    <a:pt x="3264" y="344"/>
                  </a:lnTo>
                  <a:cubicBezTo>
                    <a:pt x="3265" y="344"/>
                    <a:pt x="3265" y="343"/>
                    <a:pt x="3267" y="341"/>
                  </a:cubicBezTo>
                  <a:cubicBezTo>
                    <a:pt x="3270" y="340"/>
                    <a:pt x="3273" y="337"/>
                    <a:pt x="3274" y="334"/>
                  </a:cubicBezTo>
                  <a:lnTo>
                    <a:pt x="3279" y="329"/>
                  </a:lnTo>
                  <a:cubicBezTo>
                    <a:pt x="3279" y="329"/>
                    <a:pt x="3279" y="328"/>
                    <a:pt x="3280" y="328"/>
                  </a:cubicBezTo>
                  <a:cubicBezTo>
                    <a:pt x="3282" y="326"/>
                    <a:pt x="3282" y="324"/>
                    <a:pt x="3284" y="323"/>
                  </a:cubicBezTo>
                  <a:lnTo>
                    <a:pt x="3287" y="320"/>
                  </a:lnTo>
                  <a:cubicBezTo>
                    <a:pt x="3288" y="317"/>
                    <a:pt x="3290" y="314"/>
                    <a:pt x="3291" y="311"/>
                  </a:cubicBezTo>
                  <a:cubicBezTo>
                    <a:pt x="3293" y="309"/>
                    <a:pt x="3294" y="308"/>
                    <a:pt x="3296" y="305"/>
                  </a:cubicBezTo>
                  <a:lnTo>
                    <a:pt x="3296" y="303"/>
                  </a:lnTo>
                  <a:cubicBezTo>
                    <a:pt x="3297" y="297"/>
                    <a:pt x="3300" y="291"/>
                    <a:pt x="3302" y="285"/>
                  </a:cubicBezTo>
                  <a:cubicBezTo>
                    <a:pt x="3304" y="278"/>
                    <a:pt x="3305" y="274"/>
                    <a:pt x="3307" y="268"/>
                  </a:cubicBezTo>
                  <a:lnTo>
                    <a:pt x="3307" y="263"/>
                  </a:lnTo>
                  <a:lnTo>
                    <a:pt x="3307" y="261"/>
                  </a:lnTo>
                  <a:lnTo>
                    <a:pt x="3307" y="257"/>
                  </a:lnTo>
                  <a:lnTo>
                    <a:pt x="3307" y="252"/>
                  </a:lnTo>
                  <a:lnTo>
                    <a:pt x="3307" y="245"/>
                  </a:lnTo>
                  <a:cubicBezTo>
                    <a:pt x="3307" y="243"/>
                    <a:pt x="3299" y="222"/>
                    <a:pt x="3299" y="215"/>
                  </a:cubicBezTo>
                  <a:lnTo>
                    <a:pt x="3299" y="203"/>
                  </a:lnTo>
                  <a:lnTo>
                    <a:pt x="3299" y="202"/>
                  </a:lnTo>
                  <a:cubicBezTo>
                    <a:pt x="3299" y="199"/>
                    <a:pt x="3299" y="194"/>
                    <a:pt x="3297" y="189"/>
                  </a:cubicBezTo>
                  <a:cubicBezTo>
                    <a:pt x="3297" y="188"/>
                    <a:pt x="3297" y="185"/>
                    <a:pt x="3297" y="183"/>
                  </a:cubicBezTo>
                  <a:cubicBezTo>
                    <a:pt x="3296" y="182"/>
                    <a:pt x="3296" y="180"/>
                    <a:pt x="3296" y="177"/>
                  </a:cubicBezTo>
                  <a:lnTo>
                    <a:pt x="3296" y="175"/>
                  </a:lnTo>
                  <a:cubicBezTo>
                    <a:pt x="3296" y="174"/>
                    <a:pt x="3294" y="172"/>
                    <a:pt x="3294" y="171"/>
                  </a:cubicBezTo>
                  <a:lnTo>
                    <a:pt x="3294" y="169"/>
                  </a:lnTo>
                  <a:cubicBezTo>
                    <a:pt x="3294" y="168"/>
                    <a:pt x="3294" y="166"/>
                    <a:pt x="3294" y="165"/>
                  </a:cubicBezTo>
                  <a:lnTo>
                    <a:pt x="3290" y="152"/>
                  </a:lnTo>
                  <a:lnTo>
                    <a:pt x="3290" y="151"/>
                  </a:lnTo>
                  <a:lnTo>
                    <a:pt x="3287" y="142"/>
                  </a:lnTo>
                  <a:cubicBezTo>
                    <a:pt x="3287" y="142"/>
                    <a:pt x="3287" y="140"/>
                    <a:pt x="3287" y="140"/>
                  </a:cubicBezTo>
                  <a:cubicBezTo>
                    <a:pt x="3287" y="139"/>
                    <a:pt x="3287" y="137"/>
                    <a:pt x="3285" y="136"/>
                  </a:cubicBezTo>
                  <a:cubicBezTo>
                    <a:pt x="3285" y="134"/>
                    <a:pt x="3284" y="132"/>
                    <a:pt x="3284" y="131"/>
                  </a:cubicBezTo>
                  <a:lnTo>
                    <a:pt x="3282" y="128"/>
                  </a:lnTo>
                  <a:cubicBezTo>
                    <a:pt x="3282" y="126"/>
                    <a:pt x="3282" y="126"/>
                    <a:pt x="3282" y="126"/>
                  </a:cubicBezTo>
                  <a:lnTo>
                    <a:pt x="3279" y="120"/>
                  </a:lnTo>
                  <a:cubicBezTo>
                    <a:pt x="3277" y="117"/>
                    <a:pt x="3276" y="114"/>
                    <a:pt x="3274" y="109"/>
                  </a:cubicBezTo>
                  <a:cubicBezTo>
                    <a:pt x="3271" y="105"/>
                    <a:pt x="3270" y="102"/>
                    <a:pt x="3267" y="97"/>
                  </a:cubicBezTo>
                  <a:cubicBezTo>
                    <a:pt x="3265" y="94"/>
                    <a:pt x="3264" y="93"/>
                    <a:pt x="3262" y="89"/>
                  </a:cubicBezTo>
                  <a:lnTo>
                    <a:pt x="3256" y="80"/>
                  </a:lnTo>
                  <a:cubicBezTo>
                    <a:pt x="3253" y="77"/>
                    <a:pt x="3251" y="74"/>
                    <a:pt x="3248" y="71"/>
                  </a:cubicBezTo>
                  <a:lnTo>
                    <a:pt x="3242" y="62"/>
                  </a:lnTo>
                  <a:lnTo>
                    <a:pt x="3242" y="60"/>
                  </a:lnTo>
                  <a:lnTo>
                    <a:pt x="3239" y="59"/>
                  </a:lnTo>
                  <a:lnTo>
                    <a:pt x="3239" y="57"/>
                  </a:lnTo>
                  <a:lnTo>
                    <a:pt x="3236" y="54"/>
                  </a:lnTo>
                  <a:lnTo>
                    <a:pt x="3233" y="51"/>
                  </a:lnTo>
                  <a:lnTo>
                    <a:pt x="3231" y="49"/>
                  </a:lnTo>
                  <a:lnTo>
                    <a:pt x="3227" y="45"/>
                  </a:lnTo>
                  <a:lnTo>
                    <a:pt x="3222" y="40"/>
                  </a:lnTo>
                  <a:lnTo>
                    <a:pt x="3217" y="37"/>
                  </a:lnTo>
                  <a:lnTo>
                    <a:pt x="3216" y="36"/>
                  </a:lnTo>
                  <a:lnTo>
                    <a:pt x="3208" y="30"/>
                  </a:lnTo>
                  <a:cubicBezTo>
                    <a:pt x="3208" y="30"/>
                    <a:pt x="3207" y="28"/>
                    <a:pt x="3207" y="28"/>
                  </a:cubicBezTo>
                  <a:lnTo>
                    <a:pt x="3202" y="25"/>
                  </a:lnTo>
                  <a:lnTo>
                    <a:pt x="3199" y="23"/>
                  </a:lnTo>
                  <a:lnTo>
                    <a:pt x="3198" y="23"/>
                  </a:lnTo>
                  <a:lnTo>
                    <a:pt x="3191" y="19"/>
                  </a:lnTo>
                  <a:lnTo>
                    <a:pt x="3190" y="19"/>
                  </a:lnTo>
                  <a:cubicBezTo>
                    <a:pt x="3184" y="14"/>
                    <a:pt x="3178" y="11"/>
                    <a:pt x="3171" y="10"/>
                  </a:cubicBezTo>
                  <a:lnTo>
                    <a:pt x="3168" y="8"/>
                  </a:lnTo>
                  <a:lnTo>
                    <a:pt x="3164" y="8"/>
                  </a:lnTo>
                  <a:lnTo>
                    <a:pt x="3158" y="6"/>
                  </a:lnTo>
                  <a:lnTo>
                    <a:pt x="3151" y="3"/>
                  </a:lnTo>
                  <a:lnTo>
                    <a:pt x="3142" y="3"/>
                  </a:lnTo>
                  <a:cubicBezTo>
                    <a:pt x="3139" y="2"/>
                    <a:pt x="3136" y="2"/>
                    <a:pt x="3133" y="2"/>
                  </a:cubicBezTo>
                  <a:lnTo>
                    <a:pt x="3122" y="2"/>
                  </a:lnTo>
                  <a:cubicBezTo>
                    <a:pt x="3119" y="1"/>
                    <a:pt x="3116" y="1"/>
                    <a:pt x="3113" y="1"/>
                  </a:cubicBez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05" name="CustomShape 54"/>
            <p:cNvSpPr/>
            <p:nvPr/>
          </p:nvSpPr>
          <p:spPr>
            <a:xfrm>
              <a:off x="7463520" y="2423880"/>
              <a:ext cx="6120" cy="7920"/>
            </a:xfrm>
            <a:custGeom>
              <a:avLst/>
              <a:gdLst/>
              <a:ahLst/>
              <a:cxnLst/>
              <a:rect l="l" t="t" r="r" b="b"/>
              <a:pathLst>
                <a:path w="146" h="185">
                  <a:moveTo>
                    <a:pt x="41" y="0"/>
                  </a:moveTo>
                  <a:cubicBezTo>
                    <a:pt x="17" y="0"/>
                    <a:pt x="1" y="20"/>
                    <a:pt x="1" y="53"/>
                  </a:cubicBezTo>
                  <a:cubicBezTo>
                    <a:pt x="4" y="102"/>
                    <a:pt x="32" y="148"/>
                    <a:pt x="75" y="176"/>
                  </a:cubicBezTo>
                  <a:cubicBezTo>
                    <a:pt x="86" y="182"/>
                    <a:pt x="96" y="184"/>
                    <a:pt x="106" y="184"/>
                  </a:cubicBezTo>
                  <a:cubicBezTo>
                    <a:pt x="129" y="184"/>
                    <a:pt x="145" y="166"/>
                    <a:pt x="145" y="133"/>
                  </a:cubicBezTo>
                  <a:cubicBezTo>
                    <a:pt x="142" y="82"/>
                    <a:pt x="115" y="36"/>
                    <a:pt x="73" y="10"/>
                  </a:cubicBezTo>
                  <a:cubicBezTo>
                    <a:pt x="62" y="3"/>
                    <a:pt x="51" y="0"/>
                    <a:pt x="41" y="0"/>
                  </a:cubicBez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06" name="CustomShape 55"/>
            <p:cNvSpPr/>
            <p:nvPr/>
          </p:nvSpPr>
          <p:spPr>
            <a:xfrm>
              <a:off x="7457400" y="2421360"/>
              <a:ext cx="13320" cy="16200"/>
            </a:xfrm>
            <a:custGeom>
              <a:avLst/>
              <a:gdLst/>
              <a:ahLst/>
              <a:cxnLst/>
              <a:rect l="l" t="t" r="r" b="b"/>
              <a:pathLst>
                <a:path w="308" h="368">
                  <a:moveTo>
                    <a:pt x="176" y="56"/>
                  </a:moveTo>
                  <a:cubicBezTo>
                    <a:pt x="185" y="56"/>
                    <a:pt x="195" y="59"/>
                    <a:pt x="206" y="65"/>
                  </a:cubicBezTo>
                  <a:cubicBezTo>
                    <a:pt x="249" y="93"/>
                    <a:pt x="275" y="139"/>
                    <a:pt x="278" y="190"/>
                  </a:cubicBezTo>
                  <a:cubicBezTo>
                    <a:pt x="279" y="223"/>
                    <a:pt x="263" y="241"/>
                    <a:pt x="239" y="241"/>
                  </a:cubicBezTo>
                  <a:cubicBezTo>
                    <a:pt x="229" y="241"/>
                    <a:pt x="219" y="239"/>
                    <a:pt x="208" y="233"/>
                  </a:cubicBezTo>
                  <a:cubicBezTo>
                    <a:pt x="166" y="205"/>
                    <a:pt x="138" y="159"/>
                    <a:pt x="135" y="110"/>
                  </a:cubicBezTo>
                  <a:cubicBezTo>
                    <a:pt x="135" y="76"/>
                    <a:pt x="152" y="56"/>
                    <a:pt x="176" y="56"/>
                  </a:cubicBezTo>
                  <a:close/>
                  <a:moveTo>
                    <a:pt x="108" y="1"/>
                  </a:moveTo>
                  <a:cubicBezTo>
                    <a:pt x="99" y="1"/>
                    <a:pt x="89" y="1"/>
                    <a:pt x="80" y="4"/>
                  </a:cubicBezTo>
                  <a:cubicBezTo>
                    <a:pt x="74" y="4"/>
                    <a:pt x="69" y="5"/>
                    <a:pt x="65" y="7"/>
                  </a:cubicBezTo>
                  <a:cubicBezTo>
                    <a:pt x="62" y="8"/>
                    <a:pt x="57" y="10"/>
                    <a:pt x="55" y="11"/>
                  </a:cubicBezTo>
                  <a:lnTo>
                    <a:pt x="40" y="17"/>
                  </a:lnTo>
                  <a:cubicBezTo>
                    <a:pt x="16" y="34"/>
                    <a:pt x="0" y="65"/>
                    <a:pt x="0" y="111"/>
                  </a:cubicBezTo>
                  <a:cubicBezTo>
                    <a:pt x="6" y="208"/>
                    <a:pt x="59" y="297"/>
                    <a:pt x="142" y="351"/>
                  </a:cubicBezTo>
                  <a:cubicBezTo>
                    <a:pt x="162" y="362"/>
                    <a:pt x="182" y="368"/>
                    <a:pt x="201" y="368"/>
                  </a:cubicBezTo>
                  <a:cubicBezTo>
                    <a:pt x="214" y="368"/>
                    <a:pt x="227" y="364"/>
                    <a:pt x="238" y="359"/>
                  </a:cubicBezTo>
                  <a:cubicBezTo>
                    <a:pt x="244" y="355"/>
                    <a:pt x="251" y="352"/>
                    <a:pt x="257" y="348"/>
                  </a:cubicBezTo>
                  <a:cubicBezTo>
                    <a:pt x="260" y="345"/>
                    <a:pt x="264" y="342"/>
                    <a:pt x="267" y="337"/>
                  </a:cubicBezTo>
                  <a:cubicBezTo>
                    <a:pt x="272" y="332"/>
                    <a:pt x="277" y="326"/>
                    <a:pt x="281" y="322"/>
                  </a:cubicBezTo>
                  <a:cubicBezTo>
                    <a:pt x="283" y="319"/>
                    <a:pt x="286" y="314"/>
                    <a:pt x="287" y="311"/>
                  </a:cubicBezTo>
                  <a:cubicBezTo>
                    <a:pt x="289" y="308"/>
                    <a:pt x="291" y="305"/>
                    <a:pt x="292" y="302"/>
                  </a:cubicBezTo>
                  <a:cubicBezTo>
                    <a:pt x="295" y="296"/>
                    <a:pt x="298" y="289"/>
                    <a:pt x="300" y="283"/>
                  </a:cubicBezTo>
                  <a:cubicBezTo>
                    <a:pt x="301" y="276"/>
                    <a:pt x="304" y="266"/>
                    <a:pt x="304" y="262"/>
                  </a:cubicBezTo>
                  <a:cubicBezTo>
                    <a:pt x="306" y="256"/>
                    <a:pt x="307" y="248"/>
                    <a:pt x="307" y="243"/>
                  </a:cubicBezTo>
                  <a:lnTo>
                    <a:pt x="307" y="228"/>
                  </a:lnTo>
                  <a:cubicBezTo>
                    <a:pt x="307" y="223"/>
                    <a:pt x="307" y="219"/>
                    <a:pt x="307" y="216"/>
                  </a:cubicBezTo>
                  <a:cubicBezTo>
                    <a:pt x="307" y="211"/>
                    <a:pt x="306" y="205"/>
                    <a:pt x="306" y="202"/>
                  </a:cubicBezTo>
                  <a:cubicBezTo>
                    <a:pt x="304" y="193"/>
                    <a:pt x="303" y="185"/>
                    <a:pt x="301" y="176"/>
                  </a:cubicBezTo>
                  <a:cubicBezTo>
                    <a:pt x="298" y="168"/>
                    <a:pt x="297" y="160"/>
                    <a:pt x="294" y="153"/>
                  </a:cubicBezTo>
                  <a:cubicBezTo>
                    <a:pt x="292" y="150"/>
                    <a:pt x="291" y="145"/>
                    <a:pt x="289" y="142"/>
                  </a:cubicBezTo>
                  <a:cubicBezTo>
                    <a:pt x="287" y="139"/>
                    <a:pt x="286" y="134"/>
                    <a:pt x="284" y="131"/>
                  </a:cubicBezTo>
                  <a:lnTo>
                    <a:pt x="278" y="120"/>
                  </a:lnTo>
                  <a:cubicBezTo>
                    <a:pt x="275" y="113"/>
                    <a:pt x="271" y="107"/>
                    <a:pt x="266" y="99"/>
                  </a:cubicBezTo>
                  <a:cubicBezTo>
                    <a:pt x="264" y="96"/>
                    <a:pt x="261" y="93"/>
                    <a:pt x="260" y="90"/>
                  </a:cubicBezTo>
                  <a:cubicBezTo>
                    <a:pt x="255" y="84"/>
                    <a:pt x="249" y="76"/>
                    <a:pt x="244" y="70"/>
                  </a:cubicBezTo>
                  <a:cubicBezTo>
                    <a:pt x="244" y="70"/>
                    <a:pt x="237" y="62"/>
                    <a:pt x="228" y="53"/>
                  </a:cubicBezTo>
                  <a:cubicBezTo>
                    <a:pt x="221" y="48"/>
                    <a:pt x="214" y="42"/>
                    <a:pt x="208" y="37"/>
                  </a:cubicBezTo>
                  <a:cubicBezTo>
                    <a:pt x="201" y="31"/>
                    <a:pt x="194" y="27"/>
                    <a:pt x="188" y="24"/>
                  </a:cubicBezTo>
                  <a:lnTo>
                    <a:pt x="175" y="16"/>
                  </a:lnTo>
                  <a:cubicBezTo>
                    <a:pt x="172" y="14"/>
                    <a:pt x="168" y="13"/>
                    <a:pt x="165" y="11"/>
                  </a:cubicBezTo>
                  <a:cubicBezTo>
                    <a:pt x="152" y="7"/>
                    <a:pt x="140" y="4"/>
                    <a:pt x="128" y="2"/>
                  </a:cubicBezTo>
                  <a:cubicBezTo>
                    <a:pt x="122" y="1"/>
                    <a:pt x="114" y="1"/>
                    <a:pt x="108" y="1"/>
                  </a:cubicBez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07" name="CustomShape 56"/>
            <p:cNvSpPr/>
            <p:nvPr/>
          </p:nvSpPr>
          <p:spPr>
            <a:xfrm>
              <a:off x="7468200" y="2431440"/>
              <a:ext cx="2520" cy="5400"/>
            </a:xfrm>
            <a:custGeom>
              <a:avLst/>
              <a:gdLst/>
              <a:ahLst/>
              <a:cxnLst/>
              <a:rect l="l" t="t" r="r" b="b"/>
              <a:pathLst>
                <a:path w="68" h="131">
                  <a:moveTo>
                    <a:pt x="68" y="0"/>
                  </a:moveTo>
                  <a:cubicBezTo>
                    <a:pt x="66" y="17"/>
                    <a:pt x="56" y="33"/>
                    <a:pt x="40" y="39"/>
                  </a:cubicBezTo>
                  <a:cubicBezTo>
                    <a:pt x="42" y="81"/>
                    <a:pt x="27" y="112"/>
                    <a:pt x="4" y="128"/>
                  </a:cubicBezTo>
                  <a:lnTo>
                    <a:pt x="4" y="128"/>
                  </a:lnTo>
                  <a:cubicBezTo>
                    <a:pt x="7" y="126"/>
                    <a:pt x="10" y="124"/>
                    <a:pt x="13" y="122"/>
                  </a:cubicBezTo>
                  <a:cubicBezTo>
                    <a:pt x="19" y="117"/>
                    <a:pt x="25" y="113"/>
                    <a:pt x="29" y="108"/>
                  </a:cubicBezTo>
                  <a:cubicBezTo>
                    <a:pt x="34" y="103"/>
                    <a:pt x="39" y="97"/>
                    <a:pt x="42" y="91"/>
                  </a:cubicBezTo>
                  <a:cubicBezTo>
                    <a:pt x="46" y="86"/>
                    <a:pt x="49" y="80"/>
                    <a:pt x="53" y="74"/>
                  </a:cubicBezTo>
                  <a:cubicBezTo>
                    <a:pt x="56" y="68"/>
                    <a:pt x="59" y="62"/>
                    <a:pt x="60" y="56"/>
                  </a:cubicBezTo>
                  <a:cubicBezTo>
                    <a:pt x="62" y="51"/>
                    <a:pt x="63" y="43"/>
                    <a:pt x="65" y="39"/>
                  </a:cubicBezTo>
                  <a:cubicBezTo>
                    <a:pt x="66" y="34"/>
                    <a:pt x="66" y="31"/>
                    <a:pt x="68" y="23"/>
                  </a:cubicBezTo>
                  <a:cubicBezTo>
                    <a:pt x="68" y="17"/>
                    <a:pt x="68" y="8"/>
                    <a:pt x="68" y="0"/>
                  </a:cubicBezTo>
                  <a:close/>
                  <a:moveTo>
                    <a:pt x="4" y="128"/>
                  </a:moveTo>
                  <a:cubicBezTo>
                    <a:pt x="3" y="129"/>
                    <a:pt x="2" y="130"/>
                    <a:pt x="0" y="131"/>
                  </a:cubicBezTo>
                  <a:cubicBezTo>
                    <a:pt x="2" y="130"/>
                    <a:pt x="3" y="129"/>
                    <a:pt x="4" y="128"/>
                  </a:cubicBez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08" name="CustomShape 57"/>
            <p:cNvSpPr/>
            <p:nvPr/>
          </p:nvSpPr>
          <p:spPr>
            <a:xfrm>
              <a:off x="7459200" y="2421360"/>
              <a:ext cx="11520" cy="11520"/>
            </a:xfrm>
            <a:custGeom>
              <a:avLst/>
              <a:gdLst/>
              <a:ahLst/>
              <a:cxnLst/>
              <a:rect l="l" t="t" r="r" b="b"/>
              <a:pathLst>
                <a:path w="268" h="267">
                  <a:moveTo>
                    <a:pt x="60" y="1"/>
                  </a:moveTo>
                  <a:cubicBezTo>
                    <a:pt x="51" y="1"/>
                    <a:pt x="43" y="2"/>
                    <a:pt x="34" y="5"/>
                  </a:cubicBezTo>
                  <a:cubicBezTo>
                    <a:pt x="29" y="5"/>
                    <a:pt x="25" y="7"/>
                    <a:pt x="20" y="10"/>
                  </a:cubicBezTo>
                  <a:cubicBezTo>
                    <a:pt x="12" y="11"/>
                    <a:pt x="6" y="14"/>
                    <a:pt x="0" y="19"/>
                  </a:cubicBezTo>
                  <a:cubicBezTo>
                    <a:pt x="11" y="12"/>
                    <a:pt x="23" y="9"/>
                    <a:pt x="37" y="9"/>
                  </a:cubicBezTo>
                  <a:cubicBezTo>
                    <a:pt x="55" y="9"/>
                    <a:pt x="76" y="15"/>
                    <a:pt x="98" y="27"/>
                  </a:cubicBezTo>
                  <a:cubicBezTo>
                    <a:pt x="181" y="79"/>
                    <a:pt x="234" y="168"/>
                    <a:pt x="240" y="266"/>
                  </a:cubicBezTo>
                  <a:cubicBezTo>
                    <a:pt x="255" y="260"/>
                    <a:pt x="266" y="245"/>
                    <a:pt x="267" y="228"/>
                  </a:cubicBezTo>
                  <a:cubicBezTo>
                    <a:pt x="267" y="219"/>
                    <a:pt x="267" y="211"/>
                    <a:pt x="266" y="202"/>
                  </a:cubicBezTo>
                  <a:cubicBezTo>
                    <a:pt x="264" y="193"/>
                    <a:pt x="263" y="185"/>
                    <a:pt x="261" y="177"/>
                  </a:cubicBezTo>
                  <a:cubicBezTo>
                    <a:pt x="257" y="163"/>
                    <a:pt x="254" y="156"/>
                    <a:pt x="254" y="153"/>
                  </a:cubicBezTo>
                  <a:lnTo>
                    <a:pt x="249" y="142"/>
                  </a:lnTo>
                  <a:lnTo>
                    <a:pt x="244" y="131"/>
                  </a:lnTo>
                  <a:cubicBezTo>
                    <a:pt x="243" y="128"/>
                    <a:pt x="240" y="123"/>
                    <a:pt x="238" y="120"/>
                  </a:cubicBezTo>
                  <a:cubicBezTo>
                    <a:pt x="235" y="113"/>
                    <a:pt x="231" y="107"/>
                    <a:pt x="226" y="100"/>
                  </a:cubicBezTo>
                  <a:cubicBezTo>
                    <a:pt x="224" y="97"/>
                    <a:pt x="221" y="93"/>
                    <a:pt x="220" y="90"/>
                  </a:cubicBezTo>
                  <a:cubicBezTo>
                    <a:pt x="215" y="84"/>
                    <a:pt x="209" y="76"/>
                    <a:pt x="204" y="71"/>
                  </a:cubicBezTo>
                  <a:cubicBezTo>
                    <a:pt x="198" y="64"/>
                    <a:pt x="192" y="57"/>
                    <a:pt x="186" y="51"/>
                  </a:cubicBezTo>
                  <a:cubicBezTo>
                    <a:pt x="180" y="45"/>
                    <a:pt x="174" y="41"/>
                    <a:pt x="168" y="36"/>
                  </a:cubicBezTo>
                  <a:cubicBezTo>
                    <a:pt x="160" y="30"/>
                    <a:pt x="152" y="25"/>
                    <a:pt x="145" y="22"/>
                  </a:cubicBezTo>
                  <a:cubicBezTo>
                    <a:pt x="137" y="17"/>
                    <a:pt x="129" y="13"/>
                    <a:pt x="120" y="10"/>
                  </a:cubicBezTo>
                  <a:cubicBezTo>
                    <a:pt x="114" y="7"/>
                    <a:pt x="106" y="5"/>
                    <a:pt x="100" y="4"/>
                  </a:cubicBezTo>
                  <a:cubicBezTo>
                    <a:pt x="92" y="2"/>
                    <a:pt x="85" y="1"/>
                    <a:pt x="78" y="1"/>
                  </a:cubicBezTo>
                  <a:close/>
                </a:path>
              </a:pathLst>
            </a:custGeom>
            <a:solidFill>
              <a:srgbClr val="42589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09" name="CustomShape 58"/>
            <p:cNvSpPr/>
            <p:nvPr/>
          </p:nvSpPr>
          <p:spPr>
            <a:xfrm>
              <a:off x="7332480" y="2422080"/>
              <a:ext cx="135360" cy="88200"/>
            </a:xfrm>
            <a:custGeom>
              <a:avLst/>
              <a:gdLst/>
              <a:ahLst/>
              <a:cxnLst/>
              <a:rect l="l" t="t" r="r" b="b"/>
              <a:pathLst>
                <a:path w="3032" h="1975">
                  <a:moveTo>
                    <a:pt x="2835" y="0"/>
                  </a:moveTo>
                  <a:lnTo>
                    <a:pt x="40" y="1624"/>
                  </a:lnTo>
                  <a:cubicBezTo>
                    <a:pt x="14" y="1640"/>
                    <a:pt x="0" y="1672"/>
                    <a:pt x="0" y="1716"/>
                  </a:cubicBezTo>
                  <a:cubicBezTo>
                    <a:pt x="0" y="1807"/>
                    <a:pt x="65" y="1913"/>
                    <a:pt x="142" y="1956"/>
                  </a:cubicBezTo>
                  <a:cubicBezTo>
                    <a:pt x="163" y="1969"/>
                    <a:pt x="183" y="1974"/>
                    <a:pt x="201" y="1974"/>
                  </a:cubicBezTo>
                  <a:cubicBezTo>
                    <a:pt x="214" y="1974"/>
                    <a:pt x="226" y="1971"/>
                    <a:pt x="237" y="1965"/>
                  </a:cubicBezTo>
                  <a:lnTo>
                    <a:pt x="3031" y="342"/>
                  </a:lnTo>
                  <a:lnTo>
                    <a:pt x="3031" y="342"/>
                  </a:lnTo>
                  <a:cubicBezTo>
                    <a:pt x="3021" y="347"/>
                    <a:pt x="3009" y="350"/>
                    <a:pt x="2996" y="350"/>
                  </a:cubicBezTo>
                  <a:cubicBezTo>
                    <a:pt x="2977" y="350"/>
                    <a:pt x="2957" y="345"/>
                    <a:pt x="2935" y="332"/>
                  </a:cubicBezTo>
                  <a:cubicBezTo>
                    <a:pt x="2858" y="291"/>
                    <a:pt x="2795" y="183"/>
                    <a:pt x="2793" y="94"/>
                  </a:cubicBezTo>
                  <a:cubicBezTo>
                    <a:pt x="2793" y="48"/>
                    <a:pt x="2809" y="16"/>
                    <a:pt x="2835" y="0"/>
                  </a:cubicBez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10" name="CustomShape 59"/>
            <p:cNvSpPr/>
            <p:nvPr/>
          </p:nvSpPr>
          <p:spPr>
            <a:xfrm>
              <a:off x="7342920" y="2433240"/>
              <a:ext cx="126720" cy="76680"/>
            </a:xfrm>
            <a:custGeom>
              <a:avLst/>
              <a:gdLst/>
              <a:ahLst/>
              <a:cxnLst/>
              <a:rect l="l" t="t" r="r" b="b"/>
              <a:pathLst>
                <a:path w="2837" h="1717">
                  <a:moveTo>
                    <a:pt x="2835" y="0"/>
                  </a:moveTo>
                  <a:lnTo>
                    <a:pt x="41" y="1624"/>
                  </a:lnTo>
                  <a:cubicBezTo>
                    <a:pt x="42" y="1669"/>
                    <a:pt x="27" y="1701"/>
                    <a:pt x="1" y="1716"/>
                  </a:cubicBezTo>
                  <a:lnTo>
                    <a:pt x="2795" y="93"/>
                  </a:lnTo>
                  <a:cubicBezTo>
                    <a:pt x="2820" y="77"/>
                    <a:pt x="2837" y="45"/>
                    <a:pt x="2835" y="0"/>
                  </a:cubicBez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11" name="CustomShape 60"/>
            <p:cNvSpPr/>
            <p:nvPr/>
          </p:nvSpPr>
          <p:spPr>
            <a:xfrm>
              <a:off x="7334280" y="2421720"/>
              <a:ext cx="135360" cy="83880"/>
            </a:xfrm>
            <a:custGeom>
              <a:avLst/>
              <a:gdLst/>
              <a:ahLst/>
              <a:cxnLst/>
              <a:rect l="l" t="t" r="r" b="b"/>
              <a:pathLst>
                <a:path w="3034" h="1883">
                  <a:moveTo>
                    <a:pt x="2831" y="1"/>
                  </a:moveTo>
                  <a:cubicBezTo>
                    <a:pt x="2818" y="1"/>
                    <a:pt x="2806" y="4"/>
                    <a:pt x="2795" y="9"/>
                  </a:cubicBezTo>
                  <a:lnTo>
                    <a:pt x="1" y="1633"/>
                  </a:lnTo>
                  <a:cubicBezTo>
                    <a:pt x="12" y="1628"/>
                    <a:pt x="25" y="1625"/>
                    <a:pt x="38" y="1625"/>
                  </a:cubicBezTo>
                  <a:cubicBezTo>
                    <a:pt x="56" y="1625"/>
                    <a:pt x="76" y="1630"/>
                    <a:pt x="97" y="1643"/>
                  </a:cubicBezTo>
                  <a:cubicBezTo>
                    <a:pt x="174" y="1686"/>
                    <a:pt x="237" y="1792"/>
                    <a:pt x="239" y="1882"/>
                  </a:cubicBezTo>
                  <a:lnTo>
                    <a:pt x="3033" y="258"/>
                  </a:lnTo>
                  <a:cubicBezTo>
                    <a:pt x="3027" y="160"/>
                    <a:pt x="2973" y="71"/>
                    <a:pt x="2892" y="19"/>
                  </a:cubicBezTo>
                  <a:cubicBezTo>
                    <a:pt x="2870" y="6"/>
                    <a:pt x="2849" y="1"/>
                    <a:pt x="2831" y="1"/>
                  </a:cubicBez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12" name="CustomShape 61"/>
            <p:cNvSpPr/>
            <p:nvPr/>
          </p:nvSpPr>
          <p:spPr>
            <a:xfrm>
              <a:off x="7322760" y="2495880"/>
              <a:ext cx="18720" cy="16560"/>
            </a:xfrm>
            <a:custGeom>
              <a:avLst/>
              <a:gdLst/>
              <a:ahLst/>
              <a:cxnLst/>
              <a:rect l="l" t="t" r="r" b="b"/>
              <a:pathLst>
                <a:path w="426" h="376">
                  <a:moveTo>
                    <a:pt x="234" y="0"/>
                  </a:moveTo>
                  <a:cubicBezTo>
                    <a:pt x="233" y="1"/>
                    <a:pt x="233" y="1"/>
                    <a:pt x="233" y="2"/>
                  </a:cubicBezTo>
                  <a:lnTo>
                    <a:pt x="233" y="2"/>
                  </a:lnTo>
                  <a:cubicBezTo>
                    <a:pt x="233" y="1"/>
                    <a:pt x="233" y="1"/>
                    <a:pt x="234" y="0"/>
                  </a:cubicBezTo>
                  <a:close/>
                  <a:moveTo>
                    <a:pt x="426" y="329"/>
                  </a:moveTo>
                  <a:lnTo>
                    <a:pt x="425" y="329"/>
                  </a:lnTo>
                  <a:lnTo>
                    <a:pt x="425" y="329"/>
                  </a:lnTo>
                  <a:cubicBezTo>
                    <a:pt x="425" y="329"/>
                    <a:pt x="425" y="329"/>
                    <a:pt x="426" y="329"/>
                  </a:cubicBezTo>
                  <a:close/>
                  <a:moveTo>
                    <a:pt x="233" y="2"/>
                  </a:moveTo>
                  <a:cubicBezTo>
                    <a:pt x="230" y="6"/>
                    <a:pt x="224" y="11"/>
                    <a:pt x="221" y="16"/>
                  </a:cubicBezTo>
                  <a:lnTo>
                    <a:pt x="131" y="139"/>
                  </a:lnTo>
                  <a:lnTo>
                    <a:pt x="5" y="309"/>
                  </a:lnTo>
                  <a:cubicBezTo>
                    <a:pt x="2" y="314"/>
                    <a:pt x="0" y="318"/>
                    <a:pt x="0" y="324"/>
                  </a:cubicBezTo>
                  <a:cubicBezTo>
                    <a:pt x="2" y="343"/>
                    <a:pt x="12" y="361"/>
                    <a:pt x="29" y="372"/>
                  </a:cubicBezTo>
                  <a:cubicBezTo>
                    <a:pt x="32" y="374"/>
                    <a:pt x="39" y="375"/>
                    <a:pt x="43" y="375"/>
                  </a:cubicBezTo>
                  <a:lnTo>
                    <a:pt x="425" y="329"/>
                  </a:lnTo>
                  <a:lnTo>
                    <a:pt x="425" y="329"/>
                  </a:lnTo>
                  <a:cubicBezTo>
                    <a:pt x="421" y="330"/>
                    <a:pt x="417" y="330"/>
                    <a:pt x="413" y="330"/>
                  </a:cubicBezTo>
                  <a:cubicBezTo>
                    <a:pt x="393" y="330"/>
                    <a:pt x="373" y="324"/>
                    <a:pt x="355" y="312"/>
                  </a:cubicBezTo>
                  <a:cubicBezTo>
                    <a:pt x="272" y="260"/>
                    <a:pt x="220" y="171"/>
                    <a:pt x="214" y="72"/>
                  </a:cubicBezTo>
                  <a:cubicBezTo>
                    <a:pt x="212" y="48"/>
                    <a:pt x="218" y="23"/>
                    <a:pt x="233" y="2"/>
                  </a:cubicBez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13" name="CustomShape 62"/>
            <p:cNvSpPr/>
            <p:nvPr/>
          </p:nvSpPr>
          <p:spPr>
            <a:xfrm>
              <a:off x="7324920" y="2505960"/>
              <a:ext cx="19800" cy="6120"/>
            </a:xfrm>
            <a:custGeom>
              <a:avLst/>
              <a:gdLst/>
              <a:ahLst/>
              <a:cxnLst/>
              <a:rect l="l" t="t" r="r" b="b"/>
              <a:pathLst>
                <a:path w="451" h="147">
                  <a:moveTo>
                    <a:pt x="450" y="0"/>
                  </a:moveTo>
                  <a:lnTo>
                    <a:pt x="13" y="128"/>
                  </a:lnTo>
                  <a:cubicBezTo>
                    <a:pt x="14" y="137"/>
                    <a:pt x="9" y="144"/>
                    <a:pt x="3" y="146"/>
                  </a:cubicBezTo>
                  <a:lnTo>
                    <a:pt x="3" y="146"/>
                  </a:lnTo>
                  <a:lnTo>
                    <a:pt x="383" y="102"/>
                  </a:lnTo>
                  <a:cubicBezTo>
                    <a:pt x="423" y="95"/>
                    <a:pt x="450" y="60"/>
                    <a:pt x="450" y="0"/>
                  </a:cubicBezTo>
                  <a:close/>
                  <a:moveTo>
                    <a:pt x="3" y="146"/>
                  </a:moveTo>
                  <a:lnTo>
                    <a:pt x="0" y="146"/>
                  </a:lnTo>
                  <a:cubicBezTo>
                    <a:pt x="1" y="146"/>
                    <a:pt x="2" y="146"/>
                    <a:pt x="3" y="146"/>
                  </a:cubicBez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14" name="CustomShape 63"/>
            <p:cNvSpPr/>
            <p:nvPr/>
          </p:nvSpPr>
          <p:spPr>
            <a:xfrm>
              <a:off x="7322760" y="2509200"/>
              <a:ext cx="2160" cy="2880"/>
            </a:xfrm>
            <a:custGeom>
              <a:avLst/>
              <a:gdLst/>
              <a:ahLst/>
              <a:cxnLst/>
              <a:rect l="l" t="t" r="r" b="b"/>
              <a:pathLst>
                <a:path w="58" h="73">
                  <a:moveTo>
                    <a:pt x="16" y="1"/>
                  </a:moveTo>
                  <a:cubicBezTo>
                    <a:pt x="6" y="1"/>
                    <a:pt x="0" y="8"/>
                    <a:pt x="0" y="21"/>
                  </a:cubicBezTo>
                  <a:cubicBezTo>
                    <a:pt x="2" y="40"/>
                    <a:pt x="12" y="58"/>
                    <a:pt x="29" y="69"/>
                  </a:cubicBezTo>
                  <a:cubicBezTo>
                    <a:pt x="34" y="71"/>
                    <a:pt x="38" y="72"/>
                    <a:pt x="41" y="72"/>
                  </a:cubicBezTo>
                  <a:cubicBezTo>
                    <a:pt x="51" y="72"/>
                    <a:pt x="57" y="65"/>
                    <a:pt x="57" y="52"/>
                  </a:cubicBezTo>
                  <a:cubicBezTo>
                    <a:pt x="56" y="32"/>
                    <a:pt x="45" y="15"/>
                    <a:pt x="28" y="5"/>
                  </a:cubicBezTo>
                  <a:cubicBezTo>
                    <a:pt x="23" y="2"/>
                    <a:pt x="19" y="1"/>
                    <a:pt x="16" y="1"/>
                  </a:cubicBez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15" name="CustomShape 64"/>
            <p:cNvSpPr/>
            <p:nvPr/>
          </p:nvSpPr>
          <p:spPr>
            <a:xfrm>
              <a:off x="7323120" y="2494440"/>
              <a:ext cx="21600" cy="16920"/>
            </a:xfrm>
            <a:custGeom>
              <a:avLst/>
              <a:gdLst/>
              <a:ahLst/>
              <a:cxnLst/>
              <a:rect l="l" t="t" r="r" b="b"/>
              <a:pathLst>
                <a:path w="490" h="385">
                  <a:moveTo>
                    <a:pt x="287" y="1"/>
                  </a:moveTo>
                  <a:cubicBezTo>
                    <a:pt x="263" y="1"/>
                    <a:pt x="243" y="11"/>
                    <a:pt x="230" y="29"/>
                  </a:cubicBezTo>
                  <a:lnTo>
                    <a:pt x="1" y="338"/>
                  </a:lnTo>
                  <a:cubicBezTo>
                    <a:pt x="3" y="335"/>
                    <a:pt x="7" y="333"/>
                    <a:pt x="12" y="333"/>
                  </a:cubicBezTo>
                  <a:cubicBezTo>
                    <a:pt x="16" y="333"/>
                    <a:pt x="20" y="334"/>
                    <a:pt x="24" y="337"/>
                  </a:cubicBezTo>
                  <a:cubicBezTo>
                    <a:pt x="41" y="347"/>
                    <a:pt x="52" y="364"/>
                    <a:pt x="53" y="384"/>
                  </a:cubicBezTo>
                  <a:lnTo>
                    <a:pt x="489" y="258"/>
                  </a:lnTo>
                  <a:cubicBezTo>
                    <a:pt x="488" y="169"/>
                    <a:pt x="425" y="62"/>
                    <a:pt x="348" y="19"/>
                  </a:cubicBezTo>
                  <a:cubicBezTo>
                    <a:pt x="326" y="7"/>
                    <a:pt x="306" y="1"/>
                    <a:pt x="287" y="1"/>
                  </a:cubicBezTo>
                  <a:close/>
                </a:path>
              </a:pathLst>
            </a:custGeom>
            <a:solidFill>
              <a:srgbClr val="42589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16" name="CustomShape 65"/>
            <p:cNvSpPr/>
            <p:nvPr/>
          </p:nvSpPr>
          <p:spPr>
            <a:xfrm>
              <a:off x="7320960" y="2509920"/>
              <a:ext cx="3960" cy="3240"/>
            </a:xfrm>
            <a:custGeom>
              <a:avLst/>
              <a:gdLst/>
              <a:ahLst/>
              <a:cxnLst/>
              <a:rect l="l" t="t" r="r" b="b"/>
              <a:pathLst>
                <a:path w="94" h="82">
                  <a:moveTo>
                    <a:pt x="67" y="1"/>
                  </a:moveTo>
                  <a:cubicBezTo>
                    <a:pt x="65" y="1"/>
                    <a:pt x="63" y="1"/>
                    <a:pt x="62" y="2"/>
                  </a:cubicBezTo>
                  <a:lnTo>
                    <a:pt x="6" y="34"/>
                  </a:lnTo>
                  <a:cubicBezTo>
                    <a:pt x="2" y="37"/>
                    <a:pt x="0" y="42"/>
                    <a:pt x="0" y="46"/>
                  </a:cubicBezTo>
                  <a:cubicBezTo>
                    <a:pt x="2" y="60"/>
                    <a:pt x="8" y="72"/>
                    <a:pt x="20" y="80"/>
                  </a:cubicBezTo>
                  <a:cubicBezTo>
                    <a:pt x="22" y="81"/>
                    <a:pt x="25" y="82"/>
                    <a:pt x="28" y="82"/>
                  </a:cubicBezTo>
                  <a:cubicBezTo>
                    <a:pt x="30" y="82"/>
                    <a:pt x="32" y="81"/>
                    <a:pt x="34" y="80"/>
                  </a:cubicBezTo>
                  <a:lnTo>
                    <a:pt x="89" y="48"/>
                  </a:lnTo>
                  <a:cubicBezTo>
                    <a:pt x="92" y="45"/>
                    <a:pt x="94" y="40"/>
                    <a:pt x="94" y="36"/>
                  </a:cubicBezTo>
                  <a:cubicBezTo>
                    <a:pt x="92" y="23"/>
                    <a:pt x="86" y="11"/>
                    <a:pt x="75" y="3"/>
                  </a:cubicBezTo>
                  <a:cubicBezTo>
                    <a:pt x="73" y="1"/>
                    <a:pt x="70" y="1"/>
                    <a:pt x="67" y="1"/>
                  </a:cubicBezTo>
                  <a:close/>
                </a:path>
              </a:pathLst>
            </a:custGeom>
            <a:solidFill>
              <a:srgbClr val="A3B9E7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17" name="CustomShape 66"/>
            <p:cNvSpPr/>
            <p:nvPr/>
          </p:nvSpPr>
          <p:spPr>
            <a:xfrm>
              <a:off x="7320960" y="2509920"/>
              <a:ext cx="2880" cy="1080"/>
            </a:xfrm>
            <a:custGeom>
              <a:avLst/>
              <a:gdLst/>
              <a:ahLst/>
              <a:cxnLst/>
              <a:rect l="l" t="t" r="r" b="b"/>
              <a:pathLst>
                <a:path w="70" h="36">
                  <a:moveTo>
                    <a:pt x="1" y="35"/>
                  </a:moveTo>
                  <a:lnTo>
                    <a:pt x="1" y="35"/>
                  </a:lnTo>
                  <a:cubicBezTo>
                    <a:pt x="1" y="35"/>
                    <a:pt x="1" y="35"/>
                    <a:pt x="0" y="36"/>
                  </a:cubicBezTo>
                  <a:lnTo>
                    <a:pt x="1" y="35"/>
                  </a:lnTo>
                  <a:close/>
                  <a:moveTo>
                    <a:pt x="61" y="1"/>
                  </a:moveTo>
                  <a:cubicBezTo>
                    <a:pt x="59" y="1"/>
                    <a:pt x="57" y="1"/>
                    <a:pt x="56" y="2"/>
                  </a:cubicBezTo>
                  <a:lnTo>
                    <a:pt x="1" y="35"/>
                  </a:lnTo>
                  <a:lnTo>
                    <a:pt x="1" y="35"/>
                  </a:lnTo>
                  <a:cubicBezTo>
                    <a:pt x="3" y="34"/>
                    <a:pt x="5" y="33"/>
                    <a:pt x="7" y="33"/>
                  </a:cubicBezTo>
                  <a:cubicBezTo>
                    <a:pt x="9" y="33"/>
                    <a:pt x="12" y="34"/>
                    <a:pt x="14" y="36"/>
                  </a:cubicBezTo>
                  <a:lnTo>
                    <a:pt x="69" y="3"/>
                  </a:lnTo>
                  <a:cubicBezTo>
                    <a:pt x="67" y="1"/>
                    <a:pt x="64" y="1"/>
                    <a:pt x="61" y="1"/>
                  </a:cubicBezTo>
                  <a:close/>
                </a:path>
              </a:pathLst>
            </a:custGeom>
            <a:solidFill>
              <a:srgbClr val="B1C5ED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18" name="CustomShape 67"/>
            <p:cNvSpPr/>
            <p:nvPr/>
          </p:nvSpPr>
          <p:spPr>
            <a:xfrm>
              <a:off x="7321680" y="2509920"/>
              <a:ext cx="2880" cy="3240"/>
            </a:xfrm>
            <a:custGeom>
              <a:avLst/>
              <a:gdLst/>
              <a:ahLst/>
              <a:cxnLst/>
              <a:rect l="l" t="t" r="r" b="b"/>
              <a:pathLst>
                <a:path w="76" h="78">
                  <a:moveTo>
                    <a:pt x="56" y="0"/>
                  </a:moveTo>
                  <a:lnTo>
                    <a:pt x="1" y="33"/>
                  </a:lnTo>
                  <a:cubicBezTo>
                    <a:pt x="13" y="40"/>
                    <a:pt x="19" y="53"/>
                    <a:pt x="21" y="66"/>
                  </a:cubicBezTo>
                  <a:cubicBezTo>
                    <a:pt x="21" y="70"/>
                    <a:pt x="20" y="73"/>
                    <a:pt x="17" y="75"/>
                  </a:cubicBezTo>
                  <a:lnTo>
                    <a:pt x="17" y="75"/>
                  </a:lnTo>
                  <a:lnTo>
                    <a:pt x="70" y="45"/>
                  </a:lnTo>
                  <a:cubicBezTo>
                    <a:pt x="74" y="43"/>
                    <a:pt x="76" y="37"/>
                    <a:pt x="76" y="33"/>
                  </a:cubicBezTo>
                  <a:cubicBezTo>
                    <a:pt x="74" y="20"/>
                    <a:pt x="68" y="8"/>
                    <a:pt x="56" y="0"/>
                  </a:cubicBezTo>
                  <a:close/>
                  <a:moveTo>
                    <a:pt x="17" y="75"/>
                  </a:moveTo>
                  <a:lnTo>
                    <a:pt x="14" y="77"/>
                  </a:lnTo>
                  <a:cubicBezTo>
                    <a:pt x="16" y="77"/>
                    <a:pt x="17" y="76"/>
                    <a:pt x="17" y="75"/>
                  </a:cubicBezTo>
                  <a:close/>
                </a:path>
              </a:pathLst>
            </a:custGeom>
            <a:solidFill>
              <a:srgbClr val="8E9ABA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19" name="CustomShape 68"/>
            <p:cNvSpPr/>
            <p:nvPr/>
          </p:nvSpPr>
          <p:spPr>
            <a:xfrm>
              <a:off x="7320960" y="2511360"/>
              <a:ext cx="1440" cy="1800"/>
            </a:xfrm>
            <a:custGeom>
              <a:avLst/>
              <a:gdLst/>
              <a:ahLst/>
              <a:cxnLst/>
              <a:rect l="l" t="t" r="r" b="b"/>
              <a:pathLst>
                <a:path w="39" h="50">
                  <a:moveTo>
                    <a:pt x="11" y="1"/>
                  </a:moveTo>
                  <a:cubicBezTo>
                    <a:pt x="5" y="1"/>
                    <a:pt x="0" y="6"/>
                    <a:pt x="0" y="15"/>
                  </a:cubicBezTo>
                  <a:cubicBezTo>
                    <a:pt x="0" y="27"/>
                    <a:pt x="8" y="39"/>
                    <a:pt x="20" y="47"/>
                  </a:cubicBezTo>
                  <a:cubicBezTo>
                    <a:pt x="23" y="49"/>
                    <a:pt x="26" y="50"/>
                    <a:pt x="29" y="50"/>
                  </a:cubicBezTo>
                  <a:cubicBezTo>
                    <a:pt x="35" y="50"/>
                    <a:pt x="39" y="45"/>
                    <a:pt x="39" y="36"/>
                  </a:cubicBezTo>
                  <a:cubicBezTo>
                    <a:pt x="37" y="23"/>
                    <a:pt x="31" y="10"/>
                    <a:pt x="20" y="4"/>
                  </a:cubicBezTo>
                  <a:cubicBezTo>
                    <a:pt x="17" y="2"/>
                    <a:pt x="14" y="1"/>
                    <a:pt x="11" y="1"/>
                  </a:cubicBezTo>
                  <a:close/>
                </a:path>
              </a:pathLst>
            </a:custGeom>
            <a:solidFill>
              <a:srgbClr val="A3B9E7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20" name="CustomShape 69"/>
            <p:cNvSpPr/>
            <p:nvPr/>
          </p:nvSpPr>
          <p:spPr>
            <a:xfrm>
              <a:off x="7346160" y="2474640"/>
              <a:ext cx="29520" cy="16560"/>
            </a:xfrm>
            <a:custGeom>
              <a:avLst/>
              <a:gdLst/>
              <a:ahLst/>
              <a:cxnLst/>
              <a:rect l="l" t="t" r="r" b="b"/>
              <a:pathLst>
                <a:path w="665" h="379">
                  <a:moveTo>
                    <a:pt x="299" y="151"/>
                  </a:moveTo>
                  <a:lnTo>
                    <a:pt x="265" y="171"/>
                  </a:lnTo>
                  <a:lnTo>
                    <a:pt x="265" y="171"/>
                  </a:lnTo>
                  <a:lnTo>
                    <a:pt x="265" y="171"/>
                  </a:lnTo>
                  <a:lnTo>
                    <a:pt x="299" y="151"/>
                  </a:lnTo>
                  <a:lnTo>
                    <a:pt x="299" y="151"/>
                  </a:lnTo>
                  <a:lnTo>
                    <a:pt x="299" y="151"/>
                  </a:lnTo>
                  <a:close/>
                  <a:moveTo>
                    <a:pt x="586" y="1"/>
                  </a:moveTo>
                  <a:cubicBezTo>
                    <a:pt x="569" y="1"/>
                    <a:pt x="552" y="5"/>
                    <a:pt x="537" y="12"/>
                  </a:cubicBezTo>
                  <a:lnTo>
                    <a:pt x="299" y="151"/>
                  </a:lnTo>
                  <a:lnTo>
                    <a:pt x="299" y="151"/>
                  </a:lnTo>
                  <a:lnTo>
                    <a:pt x="398" y="209"/>
                  </a:lnTo>
                  <a:lnTo>
                    <a:pt x="637" y="71"/>
                  </a:lnTo>
                  <a:cubicBezTo>
                    <a:pt x="664" y="54"/>
                    <a:pt x="663" y="29"/>
                    <a:pt x="637" y="12"/>
                  </a:cubicBezTo>
                  <a:cubicBezTo>
                    <a:pt x="620" y="5"/>
                    <a:pt x="603" y="1"/>
                    <a:pt x="586" y="1"/>
                  </a:cubicBezTo>
                  <a:close/>
                  <a:moveTo>
                    <a:pt x="265" y="171"/>
                  </a:moveTo>
                  <a:lnTo>
                    <a:pt x="28" y="309"/>
                  </a:lnTo>
                  <a:cubicBezTo>
                    <a:pt x="1" y="324"/>
                    <a:pt x="1" y="350"/>
                    <a:pt x="28" y="366"/>
                  </a:cubicBezTo>
                  <a:cubicBezTo>
                    <a:pt x="44" y="374"/>
                    <a:pt x="60" y="378"/>
                    <a:pt x="78" y="378"/>
                  </a:cubicBezTo>
                  <a:cubicBezTo>
                    <a:pt x="95" y="378"/>
                    <a:pt x="112" y="374"/>
                    <a:pt x="128" y="366"/>
                  </a:cubicBezTo>
                  <a:lnTo>
                    <a:pt x="365" y="228"/>
                  </a:lnTo>
                  <a:lnTo>
                    <a:pt x="265" y="171"/>
                  </a:lnTo>
                  <a:close/>
                </a:path>
              </a:pathLst>
            </a:custGeom>
            <a:solidFill>
              <a:srgbClr val="42589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21" name="CustomShape 70"/>
            <p:cNvSpPr/>
            <p:nvPr/>
          </p:nvSpPr>
          <p:spPr>
            <a:xfrm>
              <a:off x="7358040" y="2481480"/>
              <a:ext cx="5760" cy="3240"/>
            </a:xfrm>
            <a:custGeom>
              <a:avLst/>
              <a:gdLst/>
              <a:ahLst/>
              <a:cxnLst/>
              <a:rect l="l" t="t" r="r" b="b"/>
              <a:pathLst>
                <a:path w="135" h="78">
                  <a:moveTo>
                    <a:pt x="35" y="1"/>
                  </a:moveTo>
                  <a:lnTo>
                    <a:pt x="1" y="21"/>
                  </a:lnTo>
                  <a:lnTo>
                    <a:pt x="102" y="78"/>
                  </a:lnTo>
                  <a:lnTo>
                    <a:pt x="134" y="59"/>
                  </a:lnTo>
                  <a:lnTo>
                    <a:pt x="35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822" name="Group 71"/>
          <p:cNvGrpSpPr/>
          <p:nvPr/>
        </p:nvGrpSpPr>
        <p:grpSpPr>
          <a:xfrm>
            <a:off x="4303440" y="1983600"/>
            <a:ext cx="536760" cy="577440"/>
            <a:chOff x="4303440" y="1983600"/>
            <a:chExt cx="536760" cy="577440"/>
          </a:xfrm>
        </p:grpSpPr>
        <p:sp>
          <p:nvSpPr>
            <p:cNvPr id="823" name="CustomShape 72"/>
            <p:cNvSpPr/>
            <p:nvPr/>
          </p:nvSpPr>
          <p:spPr>
            <a:xfrm>
              <a:off x="4305240" y="1983600"/>
              <a:ext cx="534960" cy="577440"/>
            </a:xfrm>
            <a:custGeom>
              <a:avLst/>
              <a:gdLst/>
              <a:ahLst/>
              <a:cxnLst/>
              <a:rect l="l" t="t" r="r" b="b"/>
              <a:pathLst>
                <a:path w="13612" h="14690">
                  <a:moveTo>
                    <a:pt x="5999" y="1"/>
                  </a:moveTo>
                  <a:cubicBezTo>
                    <a:pt x="5972" y="1"/>
                    <a:pt x="5948" y="7"/>
                    <a:pt x="5927" y="19"/>
                  </a:cubicBezTo>
                  <a:lnTo>
                    <a:pt x="5798" y="93"/>
                  </a:lnTo>
                  <a:cubicBezTo>
                    <a:pt x="5749" y="122"/>
                    <a:pt x="5718" y="183"/>
                    <a:pt x="5718" y="271"/>
                  </a:cubicBezTo>
                  <a:lnTo>
                    <a:pt x="5700" y="6421"/>
                  </a:lnTo>
                  <a:cubicBezTo>
                    <a:pt x="5700" y="6596"/>
                    <a:pt x="5821" y="6806"/>
                    <a:pt x="5972" y="6895"/>
                  </a:cubicBezTo>
                  <a:cubicBezTo>
                    <a:pt x="5897" y="6854"/>
                    <a:pt x="5800" y="6834"/>
                    <a:pt x="5704" y="6834"/>
                  </a:cubicBezTo>
                  <a:cubicBezTo>
                    <a:pt x="5605" y="6834"/>
                    <a:pt x="5506" y="6856"/>
                    <a:pt x="5430" y="6900"/>
                  </a:cubicBezTo>
                  <a:lnTo>
                    <a:pt x="113" y="9991"/>
                  </a:lnTo>
                  <a:cubicBezTo>
                    <a:pt x="37" y="10034"/>
                    <a:pt x="1" y="10092"/>
                    <a:pt x="1" y="10149"/>
                  </a:cubicBezTo>
                  <a:lnTo>
                    <a:pt x="1" y="10298"/>
                  </a:lnTo>
                  <a:cubicBezTo>
                    <a:pt x="1" y="10355"/>
                    <a:pt x="39" y="10413"/>
                    <a:pt x="116" y="10458"/>
                  </a:cubicBezTo>
                  <a:lnTo>
                    <a:pt x="7327" y="14623"/>
                  </a:lnTo>
                  <a:cubicBezTo>
                    <a:pt x="7404" y="14667"/>
                    <a:pt x="7504" y="14689"/>
                    <a:pt x="7603" y="14689"/>
                  </a:cubicBezTo>
                  <a:cubicBezTo>
                    <a:pt x="7703" y="14689"/>
                    <a:pt x="7802" y="14667"/>
                    <a:pt x="7878" y="14623"/>
                  </a:cubicBezTo>
                  <a:lnTo>
                    <a:pt x="13195" y="11533"/>
                  </a:lnTo>
                  <a:cubicBezTo>
                    <a:pt x="13271" y="11489"/>
                    <a:pt x="13308" y="11432"/>
                    <a:pt x="13308" y="11373"/>
                  </a:cubicBezTo>
                  <a:lnTo>
                    <a:pt x="13308" y="11231"/>
                  </a:lnTo>
                  <a:cubicBezTo>
                    <a:pt x="13311" y="11174"/>
                    <a:pt x="13275" y="11115"/>
                    <a:pt x="13202" y="11071"/>
                  </a:cubicBezTo>
                  <a:lnTo>
                    <a:pt x="13202" y="11071"/>
                  </a:lnTo>
                  <a:cubicBezTo>
                    <a:pt x="13241" y="11091"/>
                    <a:pt x="13278" y="11101"/>
                    <a:pt x="13312" y="11101"/>
                  </a:cubicBezTo>
                  <a:cubicBezTo>
                    <a:pt x="13339" y="11101"/>
                    <a:pt x="13364" y="11094"/>
                    <a:pt x="13385" y="11082"/>
                  </a:cubicBezTo>
                  <a:lnTo>
                    <a:pt x="13385" y="11082"/>
                  </a:lnTo>
                  <a:cubicBezTo>
                    <a:pt x="13385" y="11082"/>
                    <a:pt x="13385" y="11083"/>
                    <a:pt x="13384" y="11083"/>
                  </a:cubicBezTo>
                  <a:lnTo>
                    <a:pt x="13513" y="11008"/>
                  </a:lnTo>
                  <a:cubicBezTo>
                    <a:pt x="13563" y="10979"/>
                    <a:pt x="13593" y="10917"/>
                    <a:pt x="13593" y="10831"/>
                  </a:cubicBezTo>
                  <a:lnTo>
                    <a:pt x="13612" y="4680"/>
                  </a:lnTo>
                  <a:cubicBezTo>
                    <a:pt x="13612" y="4505"/>
                    <a:pt x="13489" y="4293"/>
                    <a:pt x="13337" y="4204"/>
                  </a:cubicBezTo>
                  <a:lnTo>
                    <a:pt x="6124" y="39"/>
                  </a:lnTo>
                  <a:cubicBezTo>
                    <a:pt x="6079" y="13"/>
                    <a:pt x="6036" y="1"/>
                    <a:pt x="5999" y="1"/>
                  </a:cubicBezTo>
                  <a:close/>
                </a:path>
              </a:pathLst>
            </a:custGeom>
            <a:solidFill>
              <a:srgbClr val="605C7A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24" name="CustomShape 73"/>
            <p:cNvSpPr/>
            <p:nvPr/>
          </p:nvSpPr>
          <p:spPr>
            <a:xfrm>
              <a:off x="4831560" y="2409480"/>
              <a:ext cx="7920" cy="9720"/>
            </a:xfrm>
            <a:custGeom>
              <a:avLst/>
              <a:gdLst/>
              <a:ahLst/>
              <a:cxnLst/>
              <a:rect l="l" t="t" r="r" b="b"/>
              <a:pathLst>
                <a:path w="209" h="253">
                  <a:moveTo>
                    <a:pt x="208" y="0"/>
                  </a:moveTo>
                  <a:lnTo>
                    <a:pt x="81" y="74"/>
                  </a:lnTo>
                  <a:cubicBezTo>
                    <a:pt x="81" y="161"/>
                    <a:pt x="50" y="223"/>
                    <a:pt x="1" y="252"/>
                  </a:cubicBezTo>
                  <a:lnTo>
                    <a:pt x="128" y="177"/>
                  </a:lnTo>
                  <a:cubicBezTo>
                    <a:pt x="178" y="148"/>
                    <a:pt x="208" y="88"/>
                    <a:pt x="208" y="0"/>
                  </a:cubicBezTo>
                  <a:close/>
                </a:path>
              </a:pathLst>
            </a:custGeom>
            <a:solidFill>
              <a:srgbClr val="42589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25" name="CustomShape 74"/>
            <p:cNvSpPr/>
            <p:nvPr/>
          </p:nvSpPr>
          <p:spPr>
            <a:xfrm>
              <a:off x="4834800" y="2167560"/>
              <a:ext cx="5400" cy="244440"/>
            </a:xfrm>
            <a:custGeom>
              <a:avLst/>
              <a:gdLst/>
              <a:ahLst/>
              <a:cxnLst/>
              <a:rect l="l" t="t" r="r" b="b"/>
              <a:pathLst>
                <a:path w="147" h="6226">
                  <a:moveTo>
                    <a:pt x="147" y="1"/>
                  </a:moveTo>
                  <a:lnTo>
                    <a:pt x="18" y="76"/>
                  </a:lnTo>
                  <a:lnTo>
                    <a:pt x="1" y="6226"/>
                  </a:lnTo>
                  <a:lnTo>
                    <a:pt x="128" y="6152"/>
                  </a:lnTo>
                  <a:lnTo>
                    <a:pt x="147" y="1"/>
                  </a:lnTo>
                  <a:close/>
                </a:path>
              </a:pathLst>
            </a:custGeom>
            <a:solidFill>
              <a:srgbClr val="605C7A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26" name="CustomShape 75"/>
            <p:cNvSpPr/>
            <p:nvPr/>
          </p:nvSpPr>
          <p:spPr>
            <a:xfrm>
              <a:off x="4541040" y="1985040"/>
              <a:ext cx="288360" cy="166320"/>
            </a:xfrm>
            <a:custGeom>
              <a:avLst/>
              <a:gdLst/>
              <a:ahLst/>
              <a:cxnLst/>
              <a:rect l="l" t="t" r="r" b="b"/>
              <a:pathLst>
                <a:path w="7342" h="4240">
                  <a:moveTo>
                    <a:pt x="130" y="1"/>
                  </a:moveTo>
                  <a:lnTo>
                    <a:pt x="1" y="75"/>
                  </a:lnTo>
                  <a:lnTo>
                    <a:pt x="7214" y="4239"/>
                  </a:lnTo>
                  <a:lnTo>
                    <a:pt x="7341" y="4166"/>
                  </a:lnTo>
                  <a:lnTo>
                    <a:pt x="130" y="1"/>
                  </a:lnTo>
                  <a:close/>
                </a:path>
              </a:pathLst>
            </a:custGeom>
            <a:solidFill>
              <a:srgbClr val="A3B9E7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27" name="CustomShape 76"/>
            <p:cNvSpPr/>
            <p:nvPr/>
          </p:nvSpPr>
          <p:spPr>
            <a:xfrm>
              <a:off x="4824720" y="2148840"/>
              <a:ext cx="15480" cy="21240"/>
            </a:xfrm>
            <a:custGeom>
              <a:avLst/>
              <a:gdLst/>
              <a:ahLst/>
              <a:cxnLst/>
              <a:rect l="l" t="t" r="r" b="b"/>
              <a:pathLst>
                <a:path w="405" h="553">
                  <a:moveTo>
                    <a:pt x="128" y="1"/>
                  </a:moveTo>
                  <a:lnTo>
                    <a:pt x="1" y="74"/>
                  </a:lnTo>
                  <a:cubicBezTo>
                    <a:pt x="153" y="164"/>
                    <a:pt x="277" y="377"/>
                    <a:pt x="276" y="552"/>
                  </a:cubicBezTo>
                  <a:lnTo>
                    <a:pt x="405" y="477"/>
                  </a:lnTo>
                  <a:cubicBezTo>
                    <a:pt x="405" y="302"/>
                    <a:pt x="282" y="88"/>
                    <a:pt x="128" y="1"/>
                  </a:cubicBezTo>
                  <a:close/>
                </a:path>
              </a:pathLst>
            </a:custGeom>
            <a:solidFill>
              <a:srgbClr val="8E9ABA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28" name="CustomShape 77"/>
            <p:cNvSpPr/>
            <p:nvPr/>
          </p:nvSpPr>
          <p:spPr>
            <a:xfrm>
              <a:off x="4529160" y="1986480"/>
              <a:ext cx="306000" cy="433440"/>
            </a:xfrm>
            <a:custGeom>
              <a:avLst/>
              <a:gdLst/>
              <a:ahLst/>
              <a:cxnLst/>
              <a:rect l="l" t="t" r="r" b="b"/>
              <a:pathLst>
                <a:path w="7785" h="11026">
                  <a:moveTo>
                    <a:pt x="172" y="0"/>
                  </a:moveTo>
                  <a:cubicBezTo>
                    <a:pt x="81" y="0"/>
                    <a:pt x="18" y="72"/>
                    <a:pt x="18" y="196"/>
                  </a:cubicBezTo>
                  <a:lnTo>
                    <a:pt x="2" y="6346"/>
                  </a:lnTo>
                  <a:cubicBezTo>
                    <a:pt x="0" y="6521"/>
                    <a:pt x="123" y="6734"/>
                    <a:pt x="277" y="6823"/>
                  </a:cubicBezTo>
                  <a:lnTo>
                    <a:pt x="7489" y="10988"/>
                  </a:lnTo>
                  <a:cubicBezTo>
                    <a:pt x="7534" y="11014"/>
                    <a:pt x="7575" y="11026"/>
                    <a:pt x="7613" y="11026"/>
                  </a:cubicBezTo>
                  <a:cubicBezTo>
                    <a:pt x="7703" y="11026"/>
                    <a:pt x="7766" y="10954"/>
                    <a:pt x="7766" y="10830"/>
                  </a:cubicBezTo>
                  <a:lnTo>
                    <a:pt x="7783" y="4680"/>
                  </a:lnTo>
                  <a:cubicBezTo>
                    <a:pt x="7784" y="4505"/>
                    <a:pt x="7660" y="4292"/>
                    <a:pt x="7508" y="4202"/>
                  </a:cubicBezTo>
                  <a:lnTo>
                    <a:pt x="295" y="38"/>
                  </a:lnTo>
                  <a:cubicBezTo>
                    <a:pt x="251" y="12"/>
                    <a:pt x="209" y="0"/>
                    <a:pt x="172" y="0"/>
                  </a:cubicBez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29" name="CustomShape 78"/>
            <p:cNvSpPr/>
            <p:nvPr/>
          </p:nvSpPr>
          <p:spPr>
            <a:xfrm>
              <a:off x="4304880" y="2382480"/>
              <a:ext cx="4320" cy="11880"/>
            </a:xfrm>
            <a:custGeom>
              <a:avLst/>
              <a:gdLst/>
              <a:ahLst/>
              <a:cxnLst/>
              <a:rect l="l" t="t" r="r" b="b"/>
              <a:pathLst>
                <a:path w="117" h="310">
                  <a:moveTo>
                    <a:pt x="1" y="1"/>
                  </a:moveTo>
                  <a:lnTo>
                    <a:pt x="1" y="148"/>
                  </a:lnTo>
                  <a:cubicBezTo>
                    <a:pt x="1" y="207"/>
                    <a:pt x="39" y="265"/>
                    <a:pt x="116" y="310"/>
                  </a:cubicBezTo>
                  <a:lnTo>
                    <a:pt x="116" y="161"/>
                  </a:lnTo>
                  <a:cubicBezTo>
                    <a:pt x="39" y="118"/>
                    <a:pt x="1" y="58"/>
                    <a:pt x="1" y="1"/>
                  </a:cubicBezTo>
                  <a:close/>
                </a:path>
              </a:pathLst>
            </a:custGeom>
            <a:solidFill>
              <a:srgbClr val="A3B9E7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30" name="CustomShape 79"/>
            <p:cNvSpPr/>
            <p:nvPr/>
          </p:nvSpPr>
          <p:spPr>
            <a:xfrm>
              <a:off x="4824000" y="2424960"/>
              <a:ext cx="4320" cy="11880"/>
            </a:xfrm>
            <a:custGeom>
              <a:avLst/>
              <a:gdLst/>
              <a:ahLst/>
              <a:cxnLst/>
              <a:rect l="l" t="t" r="r" b="b"/>
              <a:pathLst>
                <a:path w="115" h="309">
                  <a:moveTo>
                    <a:pt x="114" y="1"/>
                  </a:moveTo>
                  <a:cubicBezTo>
                    <a:pt x="114" y="58"/>
                    <a:pt x="76" y="116"/>
                    <a:pt x="0" y="159"/>
                  </a:cubicBezTo>
                  <a:lnTo>
                    <a:pt x="0" y="308"/>
                  </a:lnTo>
                  <a:cubicBezTo>
                    <a:pt x="76" y="265"/>
                    <a:pt x="114" y="207"/>
                    <a:pt x="114" y="150"/>
                  </a:cubicBezTo>
                  <a:lnTo>
                    <a:pt x="114" y="1"/>
                  </a:lnTo>
                  <a:close/>
                </a:path>
              </a:pathLst>
            </a:custGeom>
            <a:solidFill>
              <a:srgbClr val="42589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31" name="CustomShape 80"/>
            <p:cNvSpPr/>
            <p:nvPr/>
          </p:nvSpPr>
          <p:spPr>
            <a:xfrm>
              <a:off x="4614840" y="2431080"/>
              <a:ext cx="208800" cy="127080"/>
            </a:xfrm>
            <a:custGeom>
              <a:avLst/>
              <a:gdLst/>
              <a:ahLst/>
              <a:cxnLst/>
              <a:rect l="l" t="t" r="r" b="b"/>
              <a:pathLst>
                <a:path w="5320" h="3239">
                  <a:moveTo>
                    <a:pt x="5319" y="0"/>
                  </a:moveTo>
                  <a:lnTo>
                    <a:pt x="2" y="3091"/>
                  </a:lnTo>
                  <a:lnTo>
                    <a:pt x="1" y="3239"/>
                  </a:lnTo>
                  <a:lnTo>
                    <a:pt x="1" y="3239"/>
                  </a:lnTo>
                  <a:lnTo>
                    <a:pt x="5319" y="149"/>
                  </a:lnTo>
                  <a:lnTo>
                    <a:pt x="5319" y="0"/>
                  </a:lnTo>
                  <a:close/>
                </a:path>
              </a:pathLst>
            </a:custGeom>
            <a:solidFill>
              <a:srgbClr val="605C7A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32" name="CustomShape 81"/>
            <p:cNvSpPr/>
            <p:nvPr/>
          </p:nvSpPr>
          <p:spPr>
            <a:xfrm>
              <a:off x="4309560" y="2388960"/>
              <a:ext cx="283320" cy="169200"/>
            </a:xfrm>
            <a:custGeom>
              <a:avLst/>
              <a:gdLst/>
              <a:ahLst/>
              <a:cxnLst/>
              <a:rect l="l" t="t" r="r" b="b"/>
              <a:pathLst>
                <a:path w="7213" h="4315">
                  <a:moveTo>
                    <a:pt x="0" y="1"/>
                  </a:moveTo>
                  <a:lnTo>
                    <a:pt x="0" y="150"/>
                  </a:lnTo>
                  <a:lnTo>
                    <a:pt x="7213" y="4315"/>
                  </a:lnTo>
                  <a:lnTo>
                    <a:pt x="7213" y="416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706B8B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33" name="CustomShape 82"/>
            <p:cNvSpPr/>
            <p:nvPr/>
          </p:nvSpPr>
          <p:spPr>
            <a:xfrm>
              <a:off x="4593240" y="2552760"/>
              <a:ext cx="21240" cy="7920"/>
            </a:xfrm>
            <a:custGeom>
              <a:avLst/>
              <a:gdLst/>
              <a:ahLst/>
              <a:cxnLst/>
              <a:rect l="l" t="t" r="r" b="b"/>
              <a:pathLst>
                <a:path w="553" h="214">
                  <a:moveTo>
                    <a:pt x="1" y="0"/>
                  </a:moveTo>
                  <a:lnTo>
                    <a:pt x="1" y="148"/>
                  </a:lnTo>
                  <a:cubicBezTo>
                    <a:pt x="78" y="191"/>
                    <a:pt x="178" y="213"/>
                    <a:pt x="277" y="213"/>
                  </a:cubicBezTo>
                  <a:cubicBezTo>
                    <a:pt x="377" y="213"/>
                    <a:pt x="476" y="191"/>
                    <a:pt x="552" y="148"/>
                  </a:cubicBezTo>
                  <a:lnTo>
                    <a:pt x="552" y="0"/>
                  </a:lnTo>
                  <a:cubicBezTo>
                    <a:pt x="476" y="44"/>
                    <a:pt x="377" y="66"/>
                    <a:pt x="277" y="66"/>
                  </a:cubicBezTo>
                  <a:cubicBezTo>
                    <a:pt x="177" y="66"/>
                    <a:pt x="77" y="44"/>
                    <a:pt x="1" y="0"/>
                  </a:cubicBezTo>
                  <a:close/>
                </a:path>
              </a:pathLst>
            </a:custGeom>
            <a:solidFill>
              <a:srgbClr val="42589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34" name="CustomShape 83"/>
            <p:cNvSpPr/>
            <p:nvPr/>
          </p:nvSpPr>
          <p:spPr>
            <a:xfrm>
              <a:off x="4303440" y="2252160"/>
              <a:ext cx="526320" cy="302760"/>
            </a:xfrm>
            <a:custGeom>
              <a:avLst/>
              <a:gdLst/>
              <a:ahLst/>
              <a:cxnLst/>
              <a:rect l="l" t="t" r="r" b="b"/>
              <a:pathLst>
                <a:path w="13388" h="7707">
                  <a:moveTo>
                    <a:pt x="5746" y="0"/>
                  </a:moveTo>
                  <a:cubicBezTo>
                    <a:pt x="5646" y="0"/>
                    <a:pt x="5546" y="22"/>
                    <a:pt x="5471" y="66"/>
                  </a:cubicBezTo>
                  <a:lnTo>
                    <a:pt x="153" y="3157"/>
                  </a:lnTo>
                  <a:cubicBezTo>
                    <a:pt x="1" y="3244"/>
                    <a:pt x="1" y="3387"/>
                    <a:pt x="154" y="3475"/>
                  </a:cubicBezTo>
                  <a:lnTo>
                    <a:pt x="7367" y="7641"/>
                  </a:lnTo>
                  <a:cubicBezTo>
                    <a:pt x="7444" y="7685"/>
                    <a:pt x="7544" y="7707"/>
                    <a:pt x="7643" y="7707"/>
                  </a:cubicBezTo>
                  <a:cubicBezTo>
                    <a:pt x="7743" y="7707"/>
                    <a:pt x="7842" y="7685"/>
                    <a:pt x="7918" y="7641"/>
                  </a:cubicBezTo>
                  <a:lnTo>
                    <a:pt x="13235" y="4550"/>
                  </a:lnTo>
                  <a:cubicBezTo>
                    <a:pt x="13388" y="4463"/>
                    <a:pt x="13386" y="4320"/>
                    <a:pt x="13234" y="4232"/>
                  </a:cubicBezTo>
                  <a:lnTo>
                    <a:pt x="6021" y="66"/>
                  </a:lnTo>
                  <a:cubicBezTo>
                    <a:pt x="5945" y="22"/>
                    <a:pt x="5845" y="0"/>
                    <a:pt x="5746" y="0"/>
                  </a:cubicBezTo>
                  <a:close/>
                </a:path>
              </a:pathLst>
            </a:custGeom>
            <a:solidFill>
              <a:srgbClr val="8E9ABA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35" name="CustomShape 84"/>
            <p:cNvSpPr/>
            <p:nvPr/>
          </p:nvSpPr>
          <p:spPr>
            <a:xfrm>
              <a:off x="4403880" y="2265480"/>
              <a:ext cx="403920" cy="232200"/>
            </a:xfrm>
            <a:custGeom>
              <a:avLst/>
              <a:gdLst/>
              <a:ahLst/>
              <a:cxnLst/>
              <a:rect l="l" t="t" r="r" b="b"/>
              <a:pathLst>
                <a:path w="10277" h="5914">
                  <a:moveTo>
                    <a:pt x="3179" y="1"/>
                  </a:moveTo>
                  <a:cubicBezTo>
                    <a:pt x="3106" y="1"/>
                    <a:pt x="3033" y="17"/>
                    <a:pt x="2978" y="49"/>
                  </a:cubicBezTo>
                  <a:lnTo>
                    <a:pt x="111" y="1715"/>
                  </a:lnTo>
                  <a:cubicBezTo>
                    <a:pt x="1" y="1779"/>
                    <a:pt x="1" y="1884"/>
                    <a:pt x="111" y="1948"/>
                  </a:cubicBezTo>
                  <a:lnTo>
                    <a:pt x="6897" y="5866"/>
                  </a:lnTo>
                  <a:cubicBezTo>
                    <a:pt x="6953" y="5898"/>
                    <a:pt x="7026" y="5914"/>
                    <a:pt x="7099" y="5914"/>
                  </a:cubicBezTo>
                  <a:cubicBezTo>
                    <a:pt x="7172" y="5914"/>
                    <a:pt x="7244" y="5898"/>
                    <a:pt x="7300" y="5866"/>
                  </a:cubicBezTo>
                  <a:lnTo>
                    <a:pt x="10166" y="4199"/>
                  </a:lnTo>
                  <a:cubicBezTo>
                    <a:pt x="10277" y="4136"/>
                    <a:pt x="10277" y="4031"/>
                    <a:pt x="10165" y="3967"/>
                  </a:cubicBezTo>
                  <a:lnTo>
                    <a:pt x="10166" y="3967"/>
                  </a:lnTo>
                  <a:lnTo>
                    <a:pt x="3381" y="49"/>
                  </a:lnTo>
                  <a:cubicBezTo>
                    <a:pt x="3324" y="17"/>
                    <a:pt x="3251" y="1"/>
                    <a:pt x="3179" y="1"/>
                  </a:cubicBezTo>
                  <a:close/>
                </a:path>
              </a:pathLst>
            </a:custGeom>
            <a:solidFill>
              <a:srgbClr val="706B8B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36" name="CustomShape 85"/>
            <p:cNvSpPr/>
            <p:nvPr/>
          </p:nvSpPr>
          <p:spPr>
            <a:xfrm>
              <a:off x="4410720" y="2394360"/>
              <a:ext cx="156240" cy="89640"/>
            </a:xfrm>
            <a:custGeom>
              <a:avLst/>
              <a:gdLst/>
              <a:ahLst/>
              <a:cxnLst/>
              <a:rect l="l" t="t" r="r" b="b"/>
              <a:pathLst>
                <a:path w="3985" h="2285">
                  <a:moveTo>
                    <a:pt x="1694" y="0"/>
                  </a:moveTo>
                  <a:cubicBezTo>
                    <a:pt x="1647" y="0"/>
                    <a:pt x="1600" y="11"/>
                    <a:pt x="1557" y="32"/>
                  </a:cubicBezTo>
                  <a:lnTo>
                    <a:pt x="76" y="894"/>
                  </a:lnTo>
                  <a:cubicBezTo>
                    <a:pt x="1" y="937"/>
                    <a:pt x="1" y="1009"/>
                    <a:pt x="76" y="1052"/>
                  </a:cubicBezTo>
                  <a:lnTo>
                    <a:pt x="2155" y="2252"/>
                  </a:lnTo>
                  <a:cubicBezTo>
                    <a:pt x="2198" y="2274"/>
                    <a:pt x="2245" y="2284"/>
                    <a:pt x="2292" y="2284"/>
                  </a:cubicBezTo>
                  <a:cubicBezTo>
                    <a:pt x="2338" y="2284"/>
                    <a:pt x="2385" y="2274"/>
                    <a:pt x="2428" y="2252"/>
                  </a:cubicBezTo>
                  <a:lnTo>
                    <a:pt x="3909" y="1392"/>
                  </a:lnTo>
                  <a:cubicBezTo>
                    <a:pt x="3984" y="1347"/>
                    <a:pt x="3984" y="1277"/>
                    <a:pt x="3909" y="1234"/>
                  </a:cubicBezTo>
                  <a:lnTo>
                    <a:pt x="1831" y="32"/>
                  </a:lnTo>
                  <a:cubicBezTo>
                    <a:pt x="1788" y="11"/>
                    <a:pt x="1741" y="0"/>
                    <a:pt x="1694" y="0"/>
                  </a:cubicBezTo>
                  <a:close/>
                </a:path>
              </a:pathLst>
            </a:custGeom>
            <a:solidFill>
              <a:srgbClr val="A3B9E7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37" name="CustomShape 86"/>
            <p:cNvSpPr/>
            <p:nvPr/>
          </p:nvSpPr>
          <p:spPr>
            <a:xfrm>
              <a:off x="4665600" y="2375640"/>
              <a:ext cx="122040" cy="76320"/>
            </a:xfrm>
            <a:custGeom>
              <a:avLst/>
              <a:gdLst/>
              <a:ahLst/>
              <a:cxnLst/>
              <a:rect l="l" t="t" r="r" b="b"/>
              <a:pathLst>
                <a:path w="3109" h="1946">
                  <a:moveTo>
                    <a:pt x="1217" y="1"/>
                  </a:moveTo>
                  <a:lnTo>
                    <a:pt x="632" y="340"/>
                  </a:lnTo>
                  <a:lnTo>
                    <a:pt x="632" y="396"/>
                  </a:lnTo>
                  <a:lnTo>
                    <a:pt x="585" y="368"/>
                  </a:lnTo>
                  <a:lnTo>
                    <a:pt x="1" y="707"/>
                  </a:lnTo>
                  <a:lnTo>
                    <a:pt x="1" y="853"/>
                  </a:lnTo>
                  <a:lnTo>
                    <a:pt x="589" y="1193"/>
                  </a:lnTo>
                  <a:lnTo>
                    <a:pt x="652" y="1156"/>
                  </a:lnTo>
                  <a:lnTo>
                    <a:pt x="652" y="1230"/>
                  </a:lnTo>
                  <a:lnTo>
                    <a:pt x="1241" y="1569"/>
                  </a:lnTo>
                  <a:lnTo>
                    <a:pt x="1304" y="1532"/>
                  </a:lnTo>
                  <a:lnTo>
                    <a:pt x="1304" y="1606"/>
                  </a:lnTo>
                  <a:lnTo>
                    <a:pt x="1892" y="1946"/>
                  </a:lnTo>
                  <a:lnTo>
                    <a:pt x="2476" y="1606"/>
                  </a:lnTo>
                  <a:lnTo>
                    <a:pt x="2476" y="1551"/>
                  </a:lnTo>
                  <a:lnTo>
                    <a:pt x="2523" y="1579"/>
                  </a:lnTo>
                  <a:lnTo>
                    <a:pt x="3107" y="1239"/>
                  </a:lnTo>
                  <a:lnTo>
                    <a:pt x="3109" y="1093"/>
                  </a:lnTo>
                  <a:lnTo>
                    <a:pt x="2520" y="754"/>
                  </a:lnTo>
                  <a:lnTo>
                    <a:pt x="2456" y="790"/>
                  </a:lnTo>
                  <a:lnTo>
                    <a:pt x="2457" y="717"/>
                  </a:lnTo>
                  <a:lnTo>
                    <a:pt x="1869" y="377"/>
                  </a:lnTo>
                  <a:lnTo>
                    <a:pt x="1804" y="414"/>
                  </a:lnTo>
                  <a:lnTo>
                    <a:pt x="1804" y="340"/>
                  </a:lnTo>
                  <a:lnTo>
                    <a:pt x="1217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38" name="CustomShape 87"/>
            <p:cNvSpPr/>
            <p:nvPr/>
          </p:nvSpPr>
          <p:spPr>
            <a:xfrm>
              <a:off x="4603320" y="2426040"/>
              <a:ext cx="97200" cy="61560"/>
            </a:xfrm>
            <a:custGeom>
              <a:avLst/>
              <a:gdLst/>
              <a:ahLst/>
              <a:cxnLst/>
              <a:rect l="l" t="t" r="r" b="b"/>
              <a:pathLst>
                <a:path w="2477" h="1577">
                  <a:moveTo>
                    <a:pt x="584" y="1"/>
                  </a:moveTo>
                  <a:lnTo>
                    <a:pt x="0" y="340"/>
                  </a:lnTo>
                  <a:lnTo>
                    <a:pt x="0" y="486"/>
                  </a:lnTo>
                  <a:lnTo>
                    <a:pt x="589" y="826"/>
                  </a:lnTo>
                  <a:lnTo>
                    <a:pt x="652" y="787"/>
                  </a:lnTo>
                  <a:lnTo>
                    <a:pt x="652" y="861"/>
                  </a:lnTo>
                  <a:lnTo>
                    <a:pt x="1240" y="1200"/>
                  </a:lnTo>
                  <a:lnTo>
                    <a:pt x="1305" y="1164"/>
                  </a:lnTo>
                  <a:lnTo>
                    <a:pt x="1305" y="1237"/>
                  </a:lnTo>
                  <a:lnTo>
                    <a:pt x="1892" y="1577"/>
                  </a:lnTo>
                  <a:lnTo>
                    <a:pt x="2477" y="1237"/>
                  </a:lnTo>
                  <a:lnTo>
                    <a:pt x="2477" y="1091"/>
                  </a:lnTo>
                  <a:lnTo>
                    <a:pt x="1952" y="789"/>
                  </a:lnTo>
                  <a:lnTo>
                    <a:pt x="2472" y="486"/>
                  </a:lnTo>
                  <a:lnTo>
                    <a:pt x="2472" y="340"/>
                  </a:lnTo>
                  <a:lnTo>
                    <a:pt x="1884" y="1"/>
                  </a:lnTo>
                  <a:lnTo>
                    <a:pt x="1300" y="340"/>
                  </a:lnTo>
                  <a:lnTo>
                    <a:pt x="1300" y="412"/>
                  </a:lnTo>
                  <a:lnTo>
                    <a:pt x="1237" y="375"/>
                  </a:lnTo>
                  <a:lnTo>
                    <a:pt x="1173" y="412"/>
                  </a:lnTo>
                  <a:lnTo>
                    <a:pt x="1173" y="340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39" name="CustomShape 88"/>
            <p:cNvSpPr/>
            <p:nvPr/>
          </p:nvSpPr>
          <p:spPr>
            <a:xfrm>
              <a:off x="4510800" y="2271960"/>
              <a:ext cx="173880" cy="106200"/>
            </a:xfrm>
            <a:custGeom>
              <a:avLst/>
              <a:gdLst/>
              <a:ahLst/>
              <a:cxnLst/>
              <a:rect l="l" t="t" r="r" b="b"/>
              <a:pathLst>
                <a:path w="4431" h="2708">
                  <a:moveTo>
                    <a:pt x="585" y="1"/>
                  </a:moveTo>
                  <a:lnTo>
                    <a:pt x="0" y="340"/>
                  </a:lnTo>
                  <a:lnTo>
                    <a:pt x="0" y="486"/>
                  </a:lnTo>
                  <a:lnTo>
                    <a:pt x="588" y="826"/>
                  </a:lnTo>
                  <a:lnTo>
                    <a:pt x="651" y="789"/>
                  </a:lnTo>
                  <a:lnTo>
                    <a:pt x="651" y="862"/>
                  </a:lnTo>
                  <a:lnTo>
                    <a:pt x="1240" y="1202"/>
                  </a:lnTo>
                  <a:lnTo>
                    <a:pt x="1304" y="1165"/>
                  </a:lnTo>
                  <a:lnTo>
                    <a:pt x="1303" y="1239"/>
                  </a:lnTo>
                  <a:lnTo>
                    <a:pt x="1891" y="1578"/>
                  </a:lnTo>
                  <a:lnTo>
                    <a:pt x="1956" y="1542"/>
                  </a:lnTo>
                  <a:lnTo>
                    <a:pt x="1956" y="1615"/>
                  </a:lnTo>
                  <a:lnTo>
                    <a:pt x="2543" y="1955"/>
                  </a:lnTo>
                  <a:lnTo>
                    <a:pt x="2607" y="1918"/>
                  </a:lnTo>
                  <a:lnTo>
                    <a:pt x="2607" y="1992"/>
                  </a:lnTo>
                  <a:lnTo>
                    <a:pt x="3194" y="2331"/>
                  </a:lnTo>
                  <a:lnTo>
                    <a:pt x="3258" y="2294"/>
                  </a:lnTo>
                  <a:lnTo>
                    <a:pt x="3258" y="2368"/>
                  </a:lnTo>
                  <a:lnTo>
                    <a:pt x="3847" y="2708"/>
                  </a:lnTo>
                  <a:lnTo>
                    <a:pt x="4431" y="2368"/>
                  </a:lnTo>
                  <a:lnTo>
                    <a:pt x="4431" y="2221"/>
                  </a:lnTo>
                  <a:lnTo>
                    <a:pt x="3842" y="1883"/>
                  </a:lnTo>
                  <a:lnTo>
                    <a:pt x="3779" y="1919"/>
                  </a:lnTo>
                  <a:lnTo>
                    <a:pt x="3779" y="1846"/>
                  </a:lnTo>
                  <a:lnTo>
                    <a:pt x="3191" y="1506"/>
                  </a:lnTo>
                  <a:lnTo>
                    <a:pt x="3128" y="1543"/>
                  </a:lnTo>
                  <a:lnTo>
                    <a:pt x="3128" y="1469"/>
                  </a:lnTo>
                  <a:lnTo>
                    <a:pt x="2539" y="1130"/>
                  </a:lnTo>
                  <a:lnTo>
                    <a:pt x="2476" y="1167"/>
                  </a:lnTo>
                  <a:lnTo>
                    <a:pt x="2476" y="1093"/>
                  </a:lnTo>
                  <a:lnTo>
                    <a:pt x="1888" y="753"/>
                  </a:lnTo>
                  <a:lnTo>
                    <a:pt x="1825" y="790"/>
                  </a:lnTo>
                  <a:lnTo>
                    <a:pt x="1825" y="717"/>
                  </a:lnTo>
                  <a:lnTo>
                    <a:pt x="1237" y="377"/>
                  </a:lnTo>
                  <a:lnTo>
                    <a:pt x="1172" y="414"/>
                  </a:lnTo>
                  <a:lnTo>
                    <a:pt x="1174" y="340"/>
                  </a:lnTo>
                  <a:lnTo>
                    <a:pt x="585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40" name="CustomShape 89"/>
            <p:cNvSpPr/>
            <p:nvPr/>
          </p:nvSpPr>
          <p:spPr>
            <a:xfrm>
              <a:off x="4424040" y="2292840"/>
              <a:ext cx="224640" cy="135720"/>
            </a:xfrm>
            <a:custGeom>
              <a:avLst/>
              <a:gdLst/>
              <a:ahLst/>
              <a:cxnLst/>
              <a:rect l="l" t="t" r="r" b="b"/>
              <a:pathLst>
                <a:path w="5725" h="3459">
                  <a:moveTo>
                    <a:pt x="1877" y="1"/>
                  </a:moveTo>
                  <a:lnTo>
                    <a:pt x="1294" y="340"/>
                  </a:lnTo>
                  <a:lnTo>
                    <a:pt x="1294" y="414"/>
                  </a:lnTo>
                  <a:lnTo>
                    <a:pt x="1231" y="377"/>
                  </a:lnTo>
                  <a:lnTo>
                    <a:pt x="648" y="717"/>
                  </a:lnTo>
                  <a:lnTo>
                    <a:pt x="648" y="789"/>
                  </a:lnTo>
                  <a:lnTo>
                    <a:pt x="585" y="753"/>
                  </a:lnTo>
                  <a:lnTo>
                    <a:pt x="1" y="1093"/>
                  </a:lnTo>
                  <a:lnTo>
                    <a:pt x="1" y="1239"/>
                  </a:lnTo>
                  <a:lnTo>
                    <a:pt x="588" y="1578"/>
                  </a:lnTo>
                  <a:lnTo>
                    <a:pt x="652" y="1542"/>
                  </a:lnTo>
                  <a:lnTo>
                    <a:pt x="652" y="1615"/>
                  </a:lnTo>
                  <a:lnTo>
                    <a:pt x="3195" y="3082"/>
                  </a:lnTo>
                  <a:lnTo>
                    <a:pt x="3259" y="3046"/>
                  </a:lnTo>
                  <a:lnTo>
                    <a:pt x="3259" y="3119"/>
                  </a:lnTo>
                  <a:lnTo>
                    <a:pt x="3846" y="3459"/>
                  </a:lnTo>
                  <a:lnTo>
                    <a:pt x="4431" y="3119"/>
                  </a:lnTo>
                  <a:lnTo>
                    <a:pt x="4431" y="3047"/>
                  </a:lnTo>
                  <a:lnTo>
                    <a:pt x="4494" y="3082"/>
                  </a:lnTo>
                  <a:lnTo>
                    <a:pt x="5077" y="2743"/>
                  </a:lnTo>
                  <a:lnTo>
                    <a:pt x="5077" y="2669"/>
                  </a:lnTo>
                  <a:lnTo>
                    <a:pt x="5140" y="2706"/>
                  </a:lnTo>
                  <a:lnTo>
                    <a:pt x="5725" y="2367"/>
                  </a:lnTo>
                  <a:lnTo>
                    <a:pt x="5725" y="2221"/>
                  </a:lnTo>
                  <a:lnTo>
                    <a:pt x="5137" y="1881"/>
                  </a:lnTo>
                  <a:lnTo>
                    <a:pt x="5072" y="1918"/>
                  </a:lnTo>
                  <a:lnTo>
                    <a:pt x="5072" y="1844"/>
                  </a:lnTo>
                  <a:lnTo>
                    <a:pt x="4485" y="1505"/>
                  </a:lnTo>
                  <a:lnTo>
                    <a:pt x="4421" y="1542"/>
                  </a:lnTo>
                  <a:lnTo>
                    <a:pt x="4421" y="1468"/>
                  </a:lnTo>
                  <a:lnTo>
                    <a:pt x="3832" y="1128"/>
                  </a:lnTo>
                  <a:lnTo>
                    <a:pt x="3769" y="1165"/>
                  </a:lnTo>
                  <a:lnTo>
                    <a:pt x="3769" y="1091"/>
                  </a:lnTo>
                  <a:lnTo>
                    <a:pt x="3181" y="752"/>
                  </a:lnTo>
                  <a:lnTo>
                    <a:pt x="3116" y="790"/>
                  </a:lnTo>
                  <a:lnTo>
                    <a:pt x="3116" y="717"/>
                  </a:lnTo>
                  <a:lnTo>
                    <a:pt x="2530" y="377"/>
                  </a:lnTo>
                  <a:lnTo>
                    <a:pt x="2465" y="414"/>
                  </a:lnTo>
                  <a:lnTo>
                    <a:pt x="2465" y="340"/>
                  </a:lnTo>
                  <a:lnTo>
                    <a:pt x="1877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41" name="CustomShape 90"/>
            <p:cNvSpPr/>
            <p:nvPr/>
          </p:nvSpPr>
          <p:spPr>
            <a:xfrm>
              <a:off x="4713480" y="2388960"/>
              <a:ext cx="22680" cy="18720"/>
            </a:xfrm>
            <a:custGeom>
              <a:avLst/>
              <a:gdLst/>
              <a:ahLst/>
              <a:cxnLst/>
              <a:rect l="l" t="t" r="r" b="b"/>
              <a:pathLst>
                <a:path w="585" h="486">
                  <a:moveTo>
                    <a:pt x="584" y="0"/>
                  </a:moveTo>
                  <a:lnTo>
                    <a:pt x="1" y="340"/>
                  </a:lnTo>
                  <a:lnTo>
                    <a:pt x="1" y="486"/>
                  </a:lnTo>
                  <a:lnTo>
                    <a:pt x="584" y="146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42" name="CustomShape 91"/>
            <p:cNvSpPr/>
            <p:nvPr/>
          </p:nvSpPr>
          <p:spPr>
            <a:xfrm>
              <a:off x="4690440" y="2388960"/>
              <a:ext cx="22680" cy="18720"/>
            </a:xfrm>
            <a:custGeom>
              <a:avLst/>
              <a:gdLst/>
              <a:ahLst/>
              <a:cxnLst/>
              <a:rect l="l" t="t" r="r" b="b"/>
              <a:pathLst>
                <a:path w="589" h="486">
                  <a:moveTo>
                    <a:pt x="0" y="0"/>
                  </a:moveTo>
                  <a:lnTo>
                    <a:pt x="0" y="146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43" name="CustomShape 92"/>
            <p:cNvSpPr/>
            <p:nvPr/>
          </p:nvSpPr>
          <p:spPr>
            <a:xfrm>
              <a:off x="4690440" y="2375640"/>
              <a:ext cx="45720" cy="26280"/>
            </a:xfrm>
            <a:custGeom>
              <a:avLst/>
              <a:gdLst/>
              <a:ahLst/>
              <a:cxnLst/>
              <a:rect l="l" t="t" r="r" b="b"/>
              <a:pathLst>
                <a:path w="1173" h="680">
                  <a:moveTo>
                    <a:pt x="585" y="1"/>
                  </a:moveTo>
                  <a:lnTo>
                    <a:pt x="0" y="340"/>
                  </a:lnTo>
                  <a:lnTo>
                    <a:pt x="589" y="680"/>
                  </a:lnTo>
                  <a:lnTo>
                    <a:pt x="1172" y="340"/>
                  </a:lnTo>
                  <a:lnTo>
                    <a:pt x="585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44" name="CustomShape 93"/>
            <p:cNvSpPr/>
            <p:nvPr/>
          </p:nvSpPr>
          <p:spPr>
            <a:xfrm>
              <a:off x="4739040" y="2403720"/>
              <a:ext cx="22680" cy="18720"/>
            </a:xfrm>
            <a:custGeom>
              <a:avLst/>
              <a:gdLst/>
              <a:ahLst/>
              <a:cxnLst/>
              <a:rect l="l" t="t" r="r" b="b"/>
              <a:pathLst>
                <a:path w="587" h="487">
                  <a:moveTo>
                    <a:pt x="586" y="1"/>
                  </a:moveTo>
                  <a:lnTo>
                    <a:pt x="1" y="340"/>
                  </a:lnTo>
                  <a:lnTo>
                    <a:pt x="1" y="486"/>
                  </a:lnTo>
                  <a:lnTo>
                    <a:pt x="585" y="147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45" name="CustomShape 94"/>
            <p:cNvSpPr/>
            <p:nvPr/>
          </p:nvSpPr>
          <p:spPr>
            <a:xfrm>
              <a:off x="4716000" y="2403720"/>
              <a:ext cx="22680" cy="18720"/>
            </a:xfrm>
            <a:custGeom>
              <a:avLst/>
              <a:gdLst/>
              <a:ahLst/>
              <a:cxnLst/>
              <a:rect l="l" t="t" r="r" b="b"/>
              <a:pathLst>
                <a:path w="589" h="487">
                  <a:moveTo>
                    <a:pt x="1" y="1"/>
                  </a:moveTo>
                  <a:lnTo>
                    <a:pt x="1" y="147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46" name="CustomShape 95"/>
            <p:cNvSpPr/>
            <p:nvPr/>
          </p:nvSpPr>
          <p:spPr>
            <a:xfrm>
              <a:off x="4716000" y="2390400"/>
              <a:ext cx="45720" cy="26280"/>
            </a:xfrm>
            <a:custGeom>
              <a:avLst/>
              <a:gdLst/>
              <a:ahLst/>
              <a:cxnLst/>
              <a:rect l="l" t="t" r="r" b="b"/>
              <a:pathLst>
                <a:path w="1175" h="680">
                  <a:moveTo>
                    <a:pt x="586" y="0"/>
                  </a:moveTo>
                  <a:lnTo>
                    <a:pt x="1" y="340"/>
                  </a:lnTo>
                  <a:lnTo>
                    <a:pt x="589" y="679"/>
                  </a:lnTo>
                  <a:lnTo>
                    <a:pt x="1174" y="340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47" name="CustomShape 96"/>
            <p:cNvSpPr/>
            <p:nvPr/>
          </p:nvSpPr>
          <p:spPr>
            <a:xfrm>
              <a:off x="4764600" y="2418480"/>
              <a:ext cx="22680" cy="18720"/>
            </a:xfrm>
            <a:custGeom>
              <a:avLst/>
              <a:gdLst/>
              <a:ahLst/>
              <a:cxnLst/>
              <a:rect l="l" t="t" r="r" b="b"/>
              <a:pathLst>
                <a:path w="586" h="486">
                  <a:moveTo>
                    <a:pt x="586" y="0"/>
                  </a:moveTo>
                  <a:lnTo>
                    <a:pt x="0" y="340"/>
                  </a:lnTo>
                  <a:lnTo>
                    <a:pt x="0" y="486"/>
                  </a:lnTo>
                  <a:lnTo>
                    <a:pt x="584" y="146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48" name="CustomShape 97"/>
            <p:cNvSpPr/>
            <p:nvPr/>
          </p:nvSpPr>
          <p:spPr>
            <a:xfrm>
              <a:off x="4741560" y="2418480"/>
              <a:ext cx="22680" cy="18720"/>
            </a:xfrm>
            <a:custGeom>
              <a:avLst/>
              <a:gdLst/>
              <a:ahLst/>
              <a:cxnLst/>
              <a:rect l="l" t="t" r="r" b="b"/>
              <a:pathLst>
                <a:path w="590" h="486">
                  <a:moveTo>
                    <a:pt x="2" y="0"/>
                  </a:moveTo>
                  <a:lnTo>
                    <a:pt x="1" y="146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49" name="CustomShape 98"/>
            <p:cNvSpPr/>
            <p:nvPr/>
          </p:nvSpPr>
          <p:spPr>
            <a:xfrm>
              <a:off x="4741560" y="2405160"/>
              <a:ext cx="45720" cy="26280"/>
            </a:xfrm>
            <a:custGeom>
              <a:avLst/>
              <a:gdLst/>
              <a:ahLst/>
              <a:cxnLst/>
              <a:rect l="l" t="t" r="r" b="b"/>
              <a:pathLst>
                <a:path w="1173" h="680">
                  <a:moveTo>
                    <a:pt x="584" y="1"/>
                  </a:moveTo>
                  <a:lnTo>
                    <a:pt x="0" y="340"/>
                  </a:lnTo>
                  <a:lnTo>
                    <a:pt x="587" y="680"/>
                  </a:lnTo>
                  <a:lnTo>
                    <a:pt x="1173" y="340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50" name="CustomShape 99"/>
            <p:cNvSpPr/>
            <p:nvPr/>
          </p:nvSpPr>
          <p:spPr>
            <a:xfrm>
              <a:off x="4688640" y="2403360"/>
              <a:ext cx="22680" cy="18720"/>
            </a:xfrm>
            <a:custGeom>
              <a:avLst/>
              <a:gdLst/>
              <a:ahLst/>
              <a:cxnLst/>
              <a:rect l="l" t="t" r="r" b="b"/>
              <a:pathLst>
                <a:path w="584" h="486">
                  <a:moveTo>
                    <a:pt x="584" y="0"/>
                  </a:moveTo>
                  <a:lnTo>
                    <a:pt x="0" y="340"/>
                  </a:lnTo>
                  <a:lnTo>
                    <a:pt x="0" y="486"/>
                  </a:lnTo>
                  <a:lnTo>
                    <a:pt x="584" y="146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51" name="CustomShape 100"/>
            <p:cNvSpPr/>
            <p:nvPr/>
          </p:nvSpPr>
          <p:spPr>
            <a:xfrm>
              <a:off x="4665600" y="2403360"/>
              <a:ext cx="22680" cy="18720"/>
            </a:xfrm>
            <a:custGeom>
              <a:avLst/>
              <a:gdLst/>
              <a:ahLst/>
              <a:cxnLst/>
              <a:rect l="l" t="t" r="r" b="b"/>
              <a:pathLst>
                <a:path w="590" h="486">
                  <a:moveTo>
                    <a:pt x="1" y="0"/>
                  </a:moveTo>
                  <a:lnTo>
                    <a:pt x="1" y="146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52" name="CustomShape 101"/>
            <p:cNvSpPr/>
            <p:nvPr/>
          </p:nvSpPr>
          <p:spPr>
            <a:xfrm>
              <a:off x="4665600" y="2390040"/>
              <a:ext cx="45720" cy="26280"/>
            </a:xfrm>
            <a:custGeom>
              <a:avLst/>
              <a:gdLst/>
              <a:ahLst/>
              <a:cxnLst/>
              <a:rect l="l" t="t" r="r" b="b"/>
              <a:pathLst>
                <a:path w="1173" h="680">
                  <a:moveTo>
                    <a:pt x="585" y="1"/>
                  </a:moveTo>
                  <a:lnTo>
                    <a:pt x="1" y="340"/>
                  </a:lnTo>
                  <a:lnTo>
                    <a:pt x="589" y="680"/>
                  </a:lnTo>
                  <a:lnTo>
                    <a:pt x="1173" y="340"/>
                  </a:lnTo>
                  <a:lnTo>
                    <a:pt x="585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53" name="CustomShape 102"/>
            <p:cNvSpPr/>
            <p:nvPr/>
          </p:nvSpPr>
          <p:spPr>
            <a:xfrm>
              <a:off x="4714200" y="2418120"/>
              <a:ext cx="22680" cy="18720"/>
            </a:xfrm>
            <a:custGeom>
              <a:avLst/>
              <a:gdLst/>
              <a:ahLst/>
              <a:cxnLst/>
              <a:rect l="l" t="t" r="r" b="b"/>
              <a:pathLst>
                <a:path w="585" h="487">
                  <a:moveTo>
                    <a:pt x="584" y="1"/>
                  </a:moveTo>
                  <a:lnTo>
                    <a:pt x="1" y="340"/>
                  </a:lnTo>
                  <a:lnTo>
                    <a:pt x="1" y="486"/>
                  </a:lnTo>
                  <a:lnTo>
                    <a:pt x="584" y="147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54" name="CustomShape 103"/>
            <p:cNvSpPr/>
            <p:nvPr/>
          </p:nvSpPr>
          <p:spPr>
            <a:xfrm>
              <a:off x="4691160" y="2418120"/>
              <a:ext cx="22680" cy="18720"/>
            </a:xfrm>
            <a:custGeom>
              <a:avLst/>
              <a:gdLst/>
              <a:ahLst/>
              <a:cxnLst/>
              <a:rect l="l" t="t" r="r" b="b"/>
              <a:pathLst>
                <a:path w="589" h="487">
                  <a:moveTo>
                    <a:pt x="0" y="1"/>
                  </a:moveTo>
                  <a:lnTo>
                    <a:pt x="0" y="147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55" name="CustomShape 104"/>
            <p:cNvSpPr/>
            <p:nvPr/>
          </p:nvSpPr>
          <p:spPr>
            <a:xfrm>
              <a:off x="4691160" y="2404800"/>
              <a:ext cx="45720" cy="26280"/>
            </a:xfrm>
            <a:custGeom>
              <a:avLst/>
              <a:gdLst/>
              <a:ahLst/>
              <a:cxnLst/>
              <a:rect l="l" t="t" r="r" b="b"/>
              <a:pathLst>
                <a:path w="1173" h="680">
                  <a:moveTo>
                    <a:pt x="584" y="0"/>
                  </a:moveTo>
                  <a:lnTo>
                    <a:pt x="0" y="340"/>
                  </a:lnTo>
                  <a:lnTo>
                    <a:pt x="589" y="679"/>
                  </a:lnTo>
                  <a:lnTo>
                    <a:pt x="1172" y="340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56" name="CustomShape 105"/>
            <p:cNvSpPr/>
            <p:nvPr/>
          </p:nvSpPr>
          <p:spPr>
            <a:xfrm>
              <a:off x="4739760" y="2432880"/>
              <a:ext cx="22680" cy="18720"/>
            </a:xfrm>
            <a:custGeom>
              <a:avLst/>
              <a:gdLst/>
              <a:ahLst/>
              <a:cxnLst/>
              <a:rect l="l" t="t" r="r" b="b"/>
              <a:pathLst>
                <a:path w="585" h="486">
                  <a:moveTo>
                    <a:pt x="585" y="0"/>
                  </a:moveTo>
                  <a:lnTo>
                    <a:pt x="1" y="340"/>
                  </a:lnTo>
                  <a:lnTo>
                    <a:pt x="1" y="486"/>
                  </a:lnTo>
                  <a:lnTo>
                    <a:pt x="585" y="146"/>
                  </a:lnTo>
                  <a:lnTo>
                    <a:pt x="585" y="0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57" name="CustomShape 106"/>
            <p:cNvSpPr/>
            <p:nvPr/>
          </p:nvSpPr>
          <p:spPr>
            <a:xfrm>
              <a:off x="4716720" y="2432880"/>
              <a:ext cx="22680" cy="18720"/>
            </a:xfrm>
            <a:custGeom>
              <a:avLst/>
              <a:gdLst/>
              <a:ahLst/>
              <a:cxnLst/>
              <a:rect l="l" t="t" r="r" b="b"/>
              <a:pathLst>
                <a:path w="589" h="486">
                  <a:moveTo>
                    <a:pt x="1" y="0"/>
                  </a:moveTo>
                  <a:lnTo>
                    <a:pt x="1" y="146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58" name="CustomShape 107"/>
            <p:cNvSpPr/>
            <p:nvPr/>
          </p:nvSpPr>
          <p:spPr>
            <a:xfrm>
              <a:off x="4716720" y="2419560"/>
              <a:ext cx="45720" cy="26280"/>
            </a:xfrm>
            <a:custGeom>
              <a:avLst/>
              <a:gdLst/>
              <a:ahLst/>
              <a:cxnLst/>
              <a:rect l="l" t="t" r="r" b="b"/>
              <a:pathLst>
                <a:path w="1173" h="680">
                  <a:moveTo>
                    <a:pt x="586" y="1"/>
                  </a:moveTo>
                  <a:lnTo>
                    <a:pt x="1" y="340"/>
                  </a:lnTo>
                  <a:lnTo>
                    <a:pt x="589" y="680"/>
                  </a:lnTo>
                  <a:lnTo>
                    <a:pt x="1173" y="3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59" name="CustomShape 108"/>
            <p:cNvSpPr/>
            <p:nvPr/>
          </p:nvSpPr>
          <p:spPr>
            <a:xfrm>
              <a:off x="4677480" y="2439720"/>
              <a:ext cx="22680" cy="18720"/>
            </a:xfrm>
            <a:custGeom>
              <a:avLst/>
              <a:gdLst/>
              <a:ahLst/>
              <a:cxnLst/>
              <a:rect l="l" t="t" r="r" b="b"/>
              <a:pathLst>
                <a:path w="586" h="486">
                  <a:moveTo>
                    <a:pt x="585" y="0"/>
                  </a:moveTo>
                  <a:lnTo>
                    <a:pt x="2" y="340"/>
                  </a:lnTo>
                  <a:lnTo>
                    <a:pt x="0" y="486"/>
                  </a:lnTo>
                  <a:lnTo>
                    <a:pt x="0" y="486"/>
                  </a:lnTo>
                  <a:lnTo>
                    <a:pt x="585" y="146"/>
                  </a:lnTo>
                  <a:lnTo>
                    <a:pt x="585" y="0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60" name="CustomShape 109"/>
            <p:cNvSpPr/>
            <p:nvPr/>
          </p:nvSpPr>
          <p:spPr>
            <a:xfrm>
              <a:off x="4654440" y="2439720"/>
              <a:ext cx="22680" cy="18720"/>
            </a:xfrm>
            <a:custGeom>
              <a:avLst/>
              <a:gdLst/>
              <a:ahLst/>
              <a:cxnLst/>
              <a:rect l="l" t="t" r="r" b="b"/>
              <a:pathLst>
                <a:path w="589" h="486">
                  <a:moveTo>
                    <a:pt x="0" y="0"/>
                  </a:moveTo>
                  <a:lnTo>
                    <a:pt x="0" y="146"/>
                  </a:lnTo>
                  <a:lnTo>
                    <a:pt x="587" y="486"/>
                  </a:lnTo>
                  <a:lnTo>
                    <a:pt x="589" y="3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61" name="CustomShape 110"/>
            <p:cNvSpPr/>
            <p:nvPr/>
          </p:nvSpPr>
          <p:spPr>
            <a:xfrm>
              <a:off x="4654440" y="2426040"/>
              <a:ext cx="45720" cy="26280"/>
            </a:xfrm>
            <a:custGeom>
              <a:avLst/>
              <a:gdLst/>
              <a:ahLst/>
              <a:cxnLst/>
              <a:rect l="l" t="t" r="r" b="b"/>
              <a:pathLst>
                <a:path w="1173" h="680">
                  <a:moveTo>
                    <a:pt x="584" y="1"/>
                  </a:moveTo>
                  <a:lnTo>
                    <a:pt x="0" y="340"/>
                  </a:lnTo>
                  <a:lnTo>
                    <a:pt x="589" y="680"/>
                  </a:lnTo>
                  <a:lnTo>
                    <a:pt x="1172" y="340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62" name="CustomShape 111"/>
            <p:cNvSpPr/>
            <p:nvPr/>
          </p:nvSpPr>
          <p:spPr>
            <a:xfrm>
              <a:off x="4626360" y="2439720"/>
              <a:ext cx="22680" cy="18720"/>
            </a:xfrm>
            <a:custGeom>
              <a:avLst/>
              <a:gdLst/>
              <a:ahLst/>
              <a:cxnLst/>
              <a:rect l="l" t="t" r="r" b="b"/>
              <a:pathLst>
                <a:path w="585" h="486">
                  <a:moveTo>
                    <a:pt x="585" y="0"/>
                  </a:moveTo>
                  <a:lnTo>
                    <a:pt x="1" y="340"/>
                  </a:lnTo>
                  <a:lnTo>
                    <a:pt x="1" y="486"/>
                  </a:lnTo>
                  <a:lnTo>
                    <a:pt x="585" y="146"/>
                  </a:lnTo>
                  <a:lnTo>
                    <a:pt x="585" y="0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63" name="CustomShape 112"/>
            <p:cNvSpPr/>
            <p:nvPr/>
          </p:nvSpPr>
          <p:spPr>
            <a:xfrm>
              <a:off x="4603320" y="2439720"/>
              <a:ext cx="22680" cy="18720"/>
            </a:xfrm>
            <a:custGeom>
              <a:avLst/>
              <a:gdLst/>
              <a:ahLst/>
              <a:cxnLst/>
              <a:rect l="l" t="t" r="r" b="b"/>
              <a:pathLst>
                <a:path w="589" h="486">
                  <a:moveTo>
                    <a:pt x="0" y="0"/>
                  </a:moveTo>
                  <a:lnTo>
                    <a:pt x="0" y="146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64" name="CustomShape 113"/>
            <p:cNvSpPr/>
            <p:nvPr/>
          </p:nvSpPr>
          <p:spPr>
            <a:xfrm>
              <a:off x="4603320" y="2426040"/>
              <a:ext cx="45720" cy="26280"/>
            </a:xfrm>
            <a:custGeom>
              <a:avLst/>
              <a:gdLst/>
              <a:ahLst/>
              <a:cxnLst/>
              <a:rect l="l" t="t" r="r" b="b"/>
              <a:pathLst>
                <a:path w="1173" h="680">
                  <a:moveTo>
                    <a:pt x="586" y="1"/>
                  </a:moveTo>
                  <a:lnTo>
                    <a:pt x="0" y="340"/>
                  </a:lnTo>
                  <a:lnTo>
                    <a:pt x="589" y="680"/>
                  </a:lnTo>
                  <a:lnTo>
                    <a:pt x="1173" y="3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65" name="CustomShape 114"/>
            <p:cNvSpPr/>
            <p:nvPr/>
          </p:nvSpPr>
          <p:spPr>
            <a:xfrm>
              <a:off x="4652280" y="2454120"/>
              <a:ext cx="22680" cy="18720"/>
            </a:xfrm>
            <a:custGeom>
              <a:avLst/>
              <a:gdLst/>
              <a:ahLst/>
              <a:cxnLst/>
              <a:rect l="l" t="t" r="r" b="b"/>
              <a:pathLst>
                <a:path w="586" h="487">
                  <a:moveTo>
                    <a:pt x="586" y="1"/>
                  </a:moveTo>
                  <a:lnTo>
                    <a:pt x="0" y="340"/>
                  </a:lnTo>
                  <a:lnTo>
                    <a:pt x="0" y="486"/>
                  </a:lnTo>
                  <a:lnTo>
                    <a:pt x="584" y="147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66" name="CustomShape 115"/>
            <p:cNvSpPr/>
            <p:nvPr/>
          </p:nvSpPr>
          <p:spPr>
            <a:xfrm>
              <a:off x="4628880" y="2454120"/>
              <a:ext cx="22680" cy="18720"/>
            </a:xfrm>
            <a:custGeom>
              <a:avLst/>
              <a:gdLst/>
              <a:ahLst/>
              <a:cxnLst/>
              <a:rect l="l" t="t" r="r" b="b"/>
              <a:pathLst>
                <a:path w="590" h="487">
                  <a:moveTo>
                    <a:pt x="1" y="1"/>
                  </a:moveTo>
                  <a:lnTo>
                    <a:pt x="1" y="147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67" name="CustomShape 116"/>
            <p:cNvSpPr/>
            <p:nvPr/>
          </p:nvSpPr>
          <p:spPr>
            <a:xfrm>
              <a:off x="4628880" y="2440800"/>
              <a:ext cx="45720" cy="26280"/>
            </a:xfrm>
            <a:custGeom>
              <a:avLst/>
              <a:gdLst/>
              <a:ahLst/>
              <a:cxnLst/>
              <a:rect l="l" t="t" r="r" b="b"/>
              <a:pathLst>
                <a:path w="1175" h="680">
                  <a:moveTo>
                    <a:pt x="586" y="0"/>
                  </a:moveTo>
                  <a:lnTo>
                    <a:pt x="1" y="340"/>
                  </a:lnTo>
                  <a:lnTo>
                    <a:pt x="589" y="679"/>
                  </a:lnTo>
                  <a:lnTo>
                    <a:pt x="1175" y="340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68" name="CustomShape 117"/>
            <p:cNvSpPr/>
            <p:nvPr/>
          </p:nvSpPr>
          <p:spPr>
            <a:xfrm>
              <a:off x="4677840" y="2469240"/>
              <a:ext cx="22680" cy="18720"/>
            </a:xfrm>
            <a:custGeom>
              <a:avLst/>
              <a:gdLst/>
              <a:ahLst/>
              <a:cxnLst/>
              <a:rect l="l" t="t" r="r" b="b"/>
              <a:pathLst>
                <a:path w="586" h="486">
                  <a:moveTo>
                    <a:pt x="586" y="0"/>
                  </a:moveTo>
                  <a:lnTo>
                    <a:pt x="1" y="340"/>
                  </a:lnTo>
                  <a:lnTo>
                    <a:pt x="1" y="486"/>
                  </a:lnTo>
                  <a:lnTo>
                    <a:pt x="584" y="146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69" name="CustomShape 118"/>
            <p:cNvSpPr/>
            <p:nvPr/>
          </p:nvSpPr>
          <p:spPr>
            <a:xfrm>
              <a:off x="4654800" y="2469240"/>
              <a:ext cx="22680" cy="18720"/>
            </a:xfrm>
            <a:custGeom>
              <a:avLst/>
              <a:gdLst/>
              <a:ahLst/>
              <a:cxnLst/>
              <a:rect l="l" t="t" r="r" b="b"/>
              <a:pathLst>
                <a:path w="589" h="486">
                  <a:moveTo>
                    <a:pt x="2" y="0"/>
                  </a:moveTo>
                  <a:lnTo>
                    <a:pt x="0" y="146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70" name="CustomShape 119"/>
            <p:cNvSpPr/>
            <p:nvPr/>
          </p:nvSpPr>
          <p:spPr>
            <a:xfrm>
              <a:off x="4654800" y="2455560"/>
              <a:ext cx="45720" cy="26280"/>
            </a:xfrm>
            <a:custGeom>
              <a:avLst/>
              <a:gdLst/>
              <a:ahLst/>
              <a:cxnLst/>
              <a:rect l="l" t="t" r="r" b="b"/>
              <a:pathLst>
                <a:path w="1173" h="680">
                  <a:moveTo>
                    <a:pt x="585" y="1"/>
                  </a:moveTo>
                  <a:lnTo>
                    <a:pt x="1" y="340"/>
                  </a:lnTo>
                  <a:lnTo>
                    <a:pt x="588" y="680"/>
                  </a:lnTo>
                  <a:lnTo>
                    <a:pt x="1173" y="340"/>
                  </a:lnTo>
                  <a:lnTo>
                    <a:pt x="585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71" name="CustomShape 120"/>
            <p:cNvSpPr/>
            <p:nvPr/>
          </p:nvSpPr>
          <p:spPr>
            <a:xfrm>
              <a:off x="4534200" y="2285280"/>
              <a:ext cx="22680" cy="18720"/>
            </a:xfrm>
            <a:custGeom>
              <a:avLst/>
              <a:gdLst/>
              <a:ahLst/>
              <a:cxnLst/>
              <a:rect l="l" t="t" r="r" b="b"/>
              <a:pathLst>
                <a:path w="586" h="486">
                  <a:moveTo>
                    <a:pt x="586" y="0"/>
                  </a:moveTo>
                  <a:lnTo>
                    <a:pt x="0" y="340"/>
                  </a:lnTo>
                  <a:lnTo>
                    <a:pt x="0" y="486"/>
                  </a:lnTo>
                  <a:lnTo>
                    <a:pt x="584" y="146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72" name="CustomShape 121"/>
            <p:cNvSpPr/>
            <p:nvPr/>
          </p:nvSpPr>
          <p:spPr>
            <a:xfrm>
              <a:off x="4510800" y="2285280"/>
              <a:ext cx="22680" cy="18720"/>
            </a:xfrm>
            <a:custGeom>
              <a:avLst/>
              <a:gdLst/>
              <a:ahLst/>
              <a:cxnLst/>
              <a:rect l="l" t="t" r="r" b="b"/>
              <a:pathLst>
                <a:path w="589" h="486">
                  <a:moveTo>
                    <a:pt x="0" y="0"/>
                  </a:moveTo>
                  <a:lnTo>
                    <a:pt x="0" y="146"/>
                  </a:lnTo>
                  <a:lnTo>
                    <a:pt x="588" y="486"/>
                  </a:lnTo>
                  <a:lnTo>
                    <a:pt x="588" y="3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73" name="CustomShape 122"/>
            <p:cNvSpPr/>
            <p:nvPr/>
          </p:nvSpPr>
          <p:spPr>
            <a:xfrm>
              <a:off x="4510800" y="2271960"/>
              <a:ext cx="45720" cy="26280"/>
            </a:xfrm>
            <a:custGeom>
              <a:avLst/>
              <a:gdLst/>
              <a:ahLst/>
              <a:cxnLst/>
              <a:rect l="l" t="t" r="r" b="b"/>
              <a:pathLst>
                <a:path w="1174" h="680">
                  <a:moveTo>
                    <a:pt x="585" y="1"/>
                  </a:moveTo>
                  <a:lnTo>
                    <a:pt x="0" y="340"/>
                  </a:lnTo>
                  <a:lnTo>
                    <a:pt x="588" y="680"/>
                  </a:lnTo>
                  <a:lnTo>
                    <a:pt x="1174" y="340"/>
                  </a:lnTo>
                  <a:lnTo>
                    <a:pt x="585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74" name="CustomShape 123"/>
            <p:cNvSpPr/>
            <p:nvPr/>
          </p:nvSpPr>
          <p:spPr>
            <a:xfrm>
              <a:off x="4559760" y="2300040"/>
              <a:ext cx="22680" cy="18720"/>
            </a:xfrm>
            <a:custGeom>
              <a:avLst/>
              <a:gdLst/>
              <a:ahLst/>
              <a:cxnLst/>
              <a:rect l="l" t="t" r="r" b="b"/>
              <a:pathLst>
                <a:path w="587" h="486">
                  <a:moveTo>
                    <a:pt x="586" y="1"/>
                  </a:moveTo>
                  <a:lnTo>
                    <a:pt x="1" y="340"/>
                  </a:lnTo>
                  <a:lnTo>
                    <a:pt x="1" y="486"/>
                  </a:lnTo>
                  <a:lnTo>
                    <a:pt x="585" y="146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75" name="CustomShape 124"/>
            <p:cNvSpPr/>
            <p:nvPr/>
          </p:nvSpPr>
          <p:spPr>
            <a:xfrm>
              <a:off x="4536720" y="2300040"/>
              <a:ext cx="22680" cy="18720"/>
            </a:xfrm>
            <a:custGeom>
              <a:avLst/>
              <a:gdLst/>
              <a:ahLst/>
              <a:cxnLst/>
              <a:rect l="l" t="t" r="r" b="b"/>
              <a:pathLst>
                <a:path w="589" h="486">
                  <a:moveTo>
                    <a:pt x="2" y="1"/>
                  </a:moveTo>
                  <a:lnTo>
                    <a:pt x="0" y="146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2" y="1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76" name="CustomShape 125"/>
            <p:cNvSpPr/>
            <p:nvPr/>
          </p:nvSpPr>
          <p:spPr>
            <a:xfrm>
              <a:off x="4536720" y="2286720"/>
              <a:ext cx="45720" cy="26280"/>
            </a:xfrm>
            <a:custGeom>
              <a:avLst/>
              <a:gdLst/>
              <a:ahLst/>
              <a:cxnLst/>
              <a:rect l="l" t="t" r="r" b="b"/>
              <a:pathLst>
                <a:path w="1174" h="680">
                  <a:moveTo>
                    <a:pt x="585" y="0"/>
                  </a:moveTo>
                  <a:lnTo>
                    <a:pt x="1" y="340"/>
                  </a:lnTo>
                  <a:lnTo>
                    <a:pt x="588" y="679"/>
                  </a:lnTo>
                  <a:lnTo>
                    <a:pt x="1173" y="340"/>
                  </a:lnTo>
                  <a:lnTo>
                    <a:pt x="585" y="0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77" name="CustomShape 126"/>
            <p:cNvSpPr/>
            <p:nvPr/>
          </p:nvSpPr>
          <p:spPr>
            <a:xfrm>
              <a:off x="4585320" y="2315160"/>
              <a:ext cx="22680" cy="18720"/>
            </a:xfrm>
            <a:custGeom>
              <a:avLst/>
              <a:gdLst/>
              <a:ahLst/>
              <a:cxnLst/>
              <a:rect l="l" t="t" r="r" b="b"/>
              <a:pathLst>
                <a:path w="586" h="487">
                  <a:moveTo>
                    <a:pt x="585" y="1"/>
                  </a:moveTo>
                  <a:lnTo>
                    <a:pt x="0" y="340"/>
                  </a:lnTo>
                  <a:lnTo>
                    <a:pt x="0" y="486"/>
                  </a:lnTo>
                  <a:lnTo>
                    <a:pt x="585" y="147"/>
                  </a:lnTo>
                  <a:lnTo>
                    <a:pt x="585" y="1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78" name="CustomShape 127"/>
            <p:cNvSpPr/>
            <p:nvPr/>
          </p:nvSpPr>
          <p:spPr>
            <a:xfrm>
              <a:off x="4562280" y="2315160"/>
              <a:ext cx="22680" cy="18720"/>
            </a:xfrm>
            <a:custGeom>
              <a:avLst/>
              <a:gdLst/>
              <a:ahLst/>
              <a:cxnLst/>
              <a:rect l="l" t="t" r="r" b="b"/>
              <a:pathLst>
                <a:path w="590" h="487">
                  <a:moveTo>
                    <a:pt x="2" y="1"/>
                  </a:moveTo>
                  <a:lnTo>
                    <a:pt x="1" y="147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2" y="1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79" name="CustomShape 128"/>
            <p:cNvSpPr/>
            <p:nvPr/>
          </p:nvSpPr>
          <p:spPr>
            <a:xfrm>
              <a:off x="4562280" y="2301840"/>
              <a:ext cx="45720" cy="26280"/>
            </a:xfrm>
            <a:custGeom>
              <a:avLst/>
              <a:gdLst/>
              <a:ahLst/>
              <a:cxnLst/>
              <a:rect l="l" t="t" r="r" b="b"/>
              <a:pathLst>
                <a:path w="1173" h="680">
                  <a:moveTo>
                    <a:pt x="584" y="0"/>
                  </a:moveTo>
                  <a:lnTo>
                    <a:pt x="0" y="340"/>
                  </a:lnTo>
                  <a:lnTo>
                    <a:pt x="587" y="679"/>
                  </a:lnTo>
                  <a:lnTo>
                    <a:pt x="1172" y="340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80" name="CustomShape 129"/>
            <p:cNvSpPr/>
            <p:nvPr/>
          </p:nvSpPr>
          <p:spPr>
            <a:xfrm>
              <a:off x="4610880" y="2329920"/>
              <a:ext cx="22680" cy="18720"/>
            </a:xfrm>
            <a:custGeom>
              <a:avLst/>
              <a:gdLst/>
              <a:ahLst/>
              <a:cxnLst/>
              <a:rect l="l" t="t" r="r" b="b"/>
              <a:pathLst>
                <a:path w="586" h="486">
                  <a:moveTo>
                    <a:pt x="586" y="0"/>
                  </a:moveTo>
                  <a:lnTo>
                    <a:pt x="2" y="340"/>
                  </a:lnTo>
                  <a:lnTo>
                    <a:pt x="1" y="486"/>
                  </a:lnTo>
                  <a:lnTo>
                    <a:pt x="586" y="146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81" name="CustomShape 130"/>
            <p:cNvSpPr/>
            <p:nvPr/>
          </p:nvSpPr>
          <p:spPr>
            <a:xfrm>
              <a:off x="4587840" y="2329920"/>
              <a:ext cx="22680" cy="18720"/>
            </a:xfrm>
            <a:custGeom>
              <a:avLst/>
              <a:gdLst/>
              <a:ahLst/>
              <a:cxnLst/>
              <a:rect l="l" t="t" r="r" b="b"/>
              <a:pathLst>
                <a:path w="590" h="486">
                  <a:moveTo>
                    <a:pt x="1" y="0"/>
                  </a:moveTo>
                  <a:lnTo>
                    <a:pt x="1" y="146"/>
                  </a:lnTo>
                  <a:lnTo>
                    <a:pt x="588" y="486"/>
                  </a:lnTo>
                  <a:lnTo>
                    <a:pt x="589" y="34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82" name="CustomShape 131"/>
            <p:cNvSpPr/>
            <p:nvPr/>
          </p:nvSpPr>
          <p:spPr>
            <a:xfrm>
              <a:off x="4587840" y="2316600"/>
              <a:ext cx="45720" cy="26280"/>
            </a:xfrm>
            <a:custGeom>
              <a:avLst/>
              <a:gdLst/>
              <a:ahLst/>
              <a:cxnLst/>
              <a:rect l="l" t="t" r="r" b="b"/>
              <a:pathLst>
                <a:path w="1173" h="680">
                  <a:moveTo>
                    <a:pt x="584" y="1"/>
                  </a:moveTo>
                  <a:lnTo>
                    <a:pt x="1" y="340"/>
                  </a:lnTo>
                  <a:lnTo>
                    <a:pt x="589" y="680"/>
                  </a:lnTo>
                  <a:lnTo>
                    <a:pt x="1173" y="340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83" name="CustomShape 132"/>
            <p:cNvSpPr/>
            <p:nvPr/>
          </p:nvSpPr>
          <p:spPr>
            <a:xfrm>
              <a:off x="4636440" y="2344680"/>
              <a:ext cx="22680" cy="18720"/>
            </a:xfrm>
            <a:custGeom>
              <a:avLst/>
              <a:gdLst/>
              <a:ahLst/>
              <a:cxnLst/>
              <a:rect l="l" t="t" r="r" b="b"/>
              <a:pathLst>
                <a:path w="587" h="487">
                  <a:moveTo>
                    <a:pt x="586" y="1"/>
                  </a:moveTo>
                  <a:lnTo>
                    <a:pt x="2" y="340"/>
                  </a:lnTo>
                  <a:lnTo>
                    <a:pt x="1" y="486"/>
                  </a:lnTo>
                  <a:lnTo>
                    <a:pt x="1" y="486"/>
                  </a:lnTo>
                  <a:lnTo>
                    <a:pt x="586" y="147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84" name="CustomShape 133"/>
            <p:cNvSpPr/>
            <p:nvPr/>
          </p:nvSpPr>
          <p:spPr>
            <a:xfrm>
              <a:off x="4613400" y="2344680"/>
              <a:ext cx="22680" cy="18720"/>
            </a:xfrm>
            <a:custGeom>
              <a:avLst/>
              <a:gdLst/>
              <a:ahLst/>
              <a:cxnLst/>
              <a:rect l="l" t="t" r="r" b="b"/>
              <a:pathLst>
                <a:path w="589" h="487">
                  <a:moveTo>
                    <a:pt x="0" y="1"/>
                  </a:moveTo>
                  <a:lnTo>
                    <a:pt x="0" y="147"/>
                  </a:lnTo>
                  <a:lnTo>
                    <a:pt x="587" y="486"/>
                  </a:lnTo>
                  <a:lnTo>
                    <a:pt x="588" y="34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85" name="CustomShape 134"/>
            <p:cNvSpPr/>
            <p:nvPr/>
          </p:nvSpPr>
          <p:spPr>
            <a:xfrm>
              <a:off x="4613400" y="2331360"/>
              <a:ext cx="45720" cy="26280"/>
            </a:xfrm>
            <a:custGeom>
              <a:avLst/>
              <a:gdLst/>
              <a:ahLst/>
              <a:cxnLst/>
              <a:rect l="l" t="t" r="r" b="b"/>
              <a:pathLst>
                <a:path w="1173" h="680">
                  <a:moveTo>
                    <a:pt x="584" y="0"/>
                  </a:moveTo>
                  <a:lnTo>
                    <a:pt x="0" y="340"/>
                  </a:lnTo>
                  <a:lnTo>
                    <a:pt x="588" y="679"/>
                  </a:lnTo>
                  <a:lnTo>
                    <a:pt x="1172" y="340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86" name="CustomShape 135"/>
            <p:cNvSpPr/>
            <p:nvPr/>
          </p:nvSpPr>
          <p:spPr>
            <a:xfrm>
              <a:off x="4662360" y="2359440"/>
              <a:ext cx="22680" cy="18720"/>
            </a:xfrm>
            <a:custGeom>
              <a:avLst/>
              <a:gdLst/>
              <a:ahLst/>
              <a:cxnLst/>
              <a:rect l="l" t="t" r="r" b="b"/>
              <a:pathLst>
                <a:path w="585" h="488">
                  <a:moveTo>
                    <a:pt x="585" y="1"/>
                  </a:moveTo>
                  <a:lnTo>
                    <a:pt x="1" y="342"/>
                  </a:lnTo>
                  <a:lnTo>
                    <a:pt x="1" y="488"/>
                  </a:lnTo>
                  <a:lnTo>
                    <a:pt x="585" y="148"/>
                  </a:lnTo>
                  <a:lnTo>
                    <a:pt x="585" y="1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87" name="CustomShape 136"/>
            <p:cNvSpPr/>
            <p:nvPr/>
          </p:nvSpPr>
          <p:spPr>
            <a:xfrm>
              <a:off x="4638960" y="2359440"/>
              <a:ext cx="22680" cy="18720"/>
            </a:xfrm>
            <a:custGeom>
              <a:avLst/>
              <a:gdLst/>
              <a:ahLst/>
              <a:cxnLst/>
              <a:rect l="l" t="t" r="r" b="b"/>
              <a:pathLst>
                <a:path w="589" h="488">
                  <a:moveTo>
                    <a:pt x="0" y="1"/>
                  </a:moveTo>
                  <a:lnTo>
                    <a:pt x="0" y="148"/>
                  </a:lnTo>
                  <a:lnTo>
                    <a:pt x="589" y="488"/>
                  </a:lnTo>
                  <a:lnTo>
                    <a:pt x="589" y="34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88" name="CustomShape 137"/>
            <p:cNvSpPr/>
            <p:nvPr/>
          </p:nvSpPr>
          <p:spPr>
            <a:xfrm>
              <a:off x="4638960" y="2346120"/>
              <a:ext cx="45720" cy="26280"/>
            </a:xfrm>
            <a:custGeom>
              <a:avLst/>
              <a:gdLst/>
              <a:ahLst/>
              <a:cxnLst/>
              <a:rect l="l" t="t" r="r" b="b"/>
              <a:pathLst>
                <a:path w="1173" h="680">
                  <a:moveTo>
                    <a:pt x="584" y="1"/>
                  </a:moveTo>
                  <a:lnTo>
                    <a:pt x="0" y="339"/>
                  </a:lnTo>
                  <a:lnTo>
                    <a:pt x="589" y="680"/>
                  </a:lnTo>
                  <a:lnTo>
                    <a:pt x="1173" y="339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89" name="CustomShape 138"/>
            <p:cNvSpPr/>
            <p:nvPr/>
          </p:nvSpPr>
          <p:spPr>
            <a:xfrm>
              <a:off x="4498200" y="2306520"/>
              <a:ext cx="22680" cy="18720"/>
            </a:xfrm>
            <a:custGeom>
              <a:avLst/>
              <a:gdLst/>
              <a:ahLst/>
              <a:cxnLst/>
              <a:rect l="l" t="t" r="r" b="b"/>
              <a:pathLst>
                <a:path w="585" h="486">
                  <a:moveTo>
                    <a:pt x="585" y="0"/>
                  </a:moveTo>
                  <a:lnTo>
                    <a:pt x="1" y="340"/>
                  </a:lnTo>
                  <a:lnTo>
                    <a:pt x="1" y="486"/>
                  </a:lnTo>
                  <a:lnTo>
                    <a:pt x="585" y="146"/>
                  </a:lnTo>
                  <a:lnTo>
                    <a:pt x="585" y="0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90" name="CustomShape 139"/>
            <p:cNvSpPr/>
            <p:nvPr/>
          </p:nvSpPr>
          <p:spPr>
            <a:xfrm>
              <a:off x="4474800" y="2306520"/>
              <a:ext cx="22680" cy="18720"/>
            </a:xfrm>
            <a:custGeom>
              <a:avLst/>
              <a:gdLst/>
              <a:ahLst/>
              <a:cxnLst/>
              <a:rect l="l" t="t" r="r" b="b"/>
              <a:pathLst>
                <a:path w="589" h="486">
                  <a:moveTo>
                    <a:pt x="0" y="0"/>
                  </a:moveTo>
                  <a:lnTo>
                    <a:pt x="0" y="146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91" name="CustomShape 140"/>
            <p:cNvSpPr/>
            <p:nvPr/>
          </p:nvSpPr>
          <p:spPr>
            <a:xfrm>
              <a:off x="4474800" y="2292840"/>
              <a:ext cx="45720" cy="26280"/>
            </a:xfrm>
            <a:custGeom>
              <a:avLst/>
              <a:gdLst/>
              <a:ahLst/>
              <a:cxnLst/>
              <a:rect l="l" t="t" r="r" b="b"/>
              <a:pathLst>
                <a:path w="1173" h="680">
                  <a:moveTo>
                    <a:pt x="584" y="1"/>
                  </a:moveTo>
                  <a:lnTo>
                    <a:pt x="0" y="340"/>
                  </a:lnTo>
                  <a:lnTo>
                    <a:pt x="589" y="680"/>
                  </a:lnTo>
                  <a:lnTo>
                    <a:pt x="1173" y="340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92" name="CustomShape 141"/>
            <p:cNvSpPr/>
            <p:nvPr/>
          </p:nvSpPr>
          <p:spPr>
            <a:xfrm>
              <a:off x="4523760" y="2321280"/>
              <a:ext cx="22680" cy="18720"/>
            </a:xfrm>
            <a:custGeom>
              <a:avLst/>
              <a:gdLst/>
              <a:ahLst/>
              <a:cxnLst/>
              <a:rect l="l" t="t" r="r" b="b"/>
              <a:pathLst>
                <a:path w="584" h="487">
                  <a:moveTo>
                    <a:pt x="584" y="1"/>
                  </a:moveTo>
                  <a:lnTo>
                    <a:pt x="0" y="339"/>
                  </a:lnTo>
                  <a:lnTo>
                    <a:pt x="0" y="486"/>
                  </a:lnTo>
                  <a:lnTo>
                    <a:pt x="584" y="147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93" name="CustomShape 142"/>
            <p:cNvSpPr/>
            <p:nvPr/>
          </p:nvSpPr>
          <p:spPr>
            <a:xfrm>
              <a:off x="4500360" y="2321280"/>
              <a:ext cx="22680" cy="18720"/>
            </a:xfrm>
            <a:custGeom>
              <a:avLst/>
              <a:gdLst/>
              <a:ahLst/>
              <a:cxnLst/>
              <a:rect l="l" t="t" r="r" b="b"/>
              <a:pathLst>
                <a:path w="590" h="487">
                  <a:moveTo>
                    <a:pt x="1" y="1"/>
                  </a:moveTo>
                  <a:lnTo>
                    <a:pt x="1" y="147"/>
                  </a:lnTo>
                  <a:lnTo>
                    <a:pt x="589" y="486"/>
                  </a:lnTo>
                  <a:lnTo>
                    <a:pt x="589" y="33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94" name="CustomShape 143"/>
            <p:cNvSpPr/>
            <p:nvPr/>
          </p:nvSpPr>
          <p:spPr>
            <a:xfrm>
              <a:off x="4500360" y="2307960"/>
              <a:ext cx="45720" cy="26280"/>
            </a:xfrm>
            <a:custGeom>
              <a:avLst/>
              <a:gdLst/>
              <a:ahLst/>
              <a:cxnLst/>
              <a:rect l="l" t="t" r="r" b="b"/>
              <a:pathLst>
                <a:path w="1173" h="678">
                  <a:moveTo>
                    <a:pt x="586" y="0"/>
                  </a:moveTo>
                  <a:lnTo>
                    <a:pt x="1" y="340"/>
                  </a:lnTo>
                  <a:lnTo>
                    <a:pt x="589" y="678"/>
                  </a:lnTo>
                  <a:lnTo>
                    <a:pt x="1173" y="340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95" name="CustomShape 144"/>
            <p:cNvSpPr/>
            <p:nvPr/>
          </p:nvSpPr>
          <p:spPr>
            <a:xfrm>
              <a:off x="4549320" y="2336040"/>
              <a:ext cx="22680" cy="18720"/>
            </a:xfrm>
            <a:custGeom>
              <a:avLst/>
              <a:gdLst/>
              <a:ahLst/>
              <a:cxnLst/>
              <a:rect l="l" t="t" r="r" b="b"/>
              <a:pathLst>
                <a:path w="586" h="486">
                  <a:moveTo>
                    <a:pt x="586" y="0"/>
                  </a:moveTo>
                  <a:lnTo>
                    <a:pt x="1" y="340"/>
                  </a:lnTo>
                  <a:lnTo>
                    <a:pt x="1" y="486"/>
                  </a:lnTo>
                  <a:lnTo>
                    <a:pt x="584" y="146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96" name="CustomShape 145"/>
            <p:cNvSpPr/>
            <p:nvPr/>
          </p:nvSpPr>
          <p:spPr>
            <a:xfrm>
              <a:off x="4526280" y="2336040"/>
              <a:ext cx="22680" cy="18720"/>
            </a:xfrm>
            <a:custGeom>
              <a:avLst/>
              <a:gdLst/>
              <a:ahLst/>
              <a:cxnLst/>
              <a:rect l="l" t="t" r="r" b="b"/>
              <a:pathLst>
                <a:path w="589" h="486">
                  <a:moveTo>
                    <a:pt x="0" y="0"/>
                  </a:moveTo>
                  <a:lnTo>
                    <a:pt x="0" y="146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97" name="CustomShape 146"/>
            <p:cNvSpPr/>
            <p:nvPr/>
          </p:nvSpPr>
          <p:spPr>
            <a:xfrm>
              <a:off x="4526280" y="2322720"/>
              <a:ext cx="45720" cy="26280"/>
            </a:xfrm>
            <a:custGeom>
              <a:avLst/>
              <a:gdLst/>
              <a:ahLst/>
              <a:cxnLst/>
              <a:rect l="l" t="t" r="r" b="b"/>
              <a:pathLst>
                <a:path w="1174" h="680">
                  <a:moveTo>
                    <a:pt x="585" y="1"/>
                  </a:moveTo>
                  <a:lnTo>
                    <a:pt x="0" y="340"/>
                  </a:lnTo>
                  <a:lnTo>
                    <a:pt x="589" y="680"/>
                  </a:lnTo>
                  <a:lnTo>
                    <a:pt x="1174" y="340"/>
                  </a:lnTo>
                  <a:lnTo>
                    <a:pt x="585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98" name="CustomShape 147"/>
            <p:cNvSpPr/>
            <p:nvPr/>
          </p:nvSpPr>
          <p:spPr>
            <a:xfrm>
              <a:off x="4574880" y="2350800"/>
              <a:ext cx="22680" cy="18720"/>
            </a:xfrm>
            <a:custGeom>
              <a:avLst/>
              <a:gdLst/>
              <a:ahLst/>
              <a:cxnLst/>
              <a:rect l="l" t="t" r="r" b="b"/>
              <a:pathLst>
                <a:path w="587" h="487">
                  <a:moveTo>
                    <a:pt x="586" y="1"/>
                  </a:moveTo>
                  <a:lnTo>
                    <a:pt x="1" y="340"/>
                  </a:lnTo>
                  <a:lnTo>
                    <a:pt x="1" y="486"/>
                  </a:lnTo>
                  <a:lnTo>
                    <a:pt x="585" y="147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99" name="CustomShape 148"/>
            <p:cNvSpPr/>
            <p:nvPr/>
          </p:nvSpPr>
          <p:spPr>
            <a:xfrm>
              <a:off x="4551840" y="2350800"/>
              <a:ext cx="22680" cy="18720"/>
            </a:xfrm>
            <a:custGeom>
              <a:avLst/>
              <a:gdLst/>
              <a:ahLst/>
              <a:cxnLst/>
              <a:rect l="l" t="t" r="r" b="b"/>
              <a:pathLst>
                <a:path w="589" h="487">
                  <a:moveTo>
                    <a:pt x="2" y="1"/>
                  </a:moveTo>
                  <a:lnTo>
                    <a:pt x="1" y="147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2" y="1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00" name="CustomShape 149"/>
            <p:cNvSpPr/>
            <p:nvPr/>
          </p:nvSpPr>
          <p:spPr>
            <a:xfrm>
              <a:off x="4551840" y="2337480"/>
              <a:ext cx="45720" cy="26280"/>
            </a:xfrm>
            <a:custGeom>
              <a:avLst/>
              <a:gdLst/>
              <a:ahLst/>
              <a:cxnLst/>
              <a:rect l="l" t="t" r="r" b="b"/>
              <a:pathLst>
                <a:path w="1173" h="680">
                  <a:moveTo>
                    <a:pt x="584" y="0"/>
                  </a:moveTo>
                  <a:lnTo>
                    <a:pt x="0" y="340"/>
                  </a:lnTo>
                  <a:lnTo>
                    <a:pt x="587" y="679"/>
                  </a:lnTo>
                  <a:lnTo>
                    <a:pt x="1172" y="340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01" name="CustomShape 150"/>
            <p:cNvSpPr/>
            <p:nvPr/>
          </p:nvSpPr>
          <p:spPr>
            <a:xfrm>
              <a:off x="4600440" y="2365560"/>
              <a:ext cx="22680" cy="18720"/>
            </a:xfrm>
            <a:custGeom>
              <a:avLst/>
              <a:gdLst/>
              <a:ahLst/>
              <a:cxnLst/>
              <a:rect l="l" t="t" r="r" b="b"/>
              <a:pathLst>
                <a:path w="586" h="486">
                  <a:moveTo>
                    <a:pt x="586" y="0"/>
                  </a:moveTo>
                  <a:lnTo>
                    <a:pt x="2" y="340"/>
                  </a:lnTo>
                  <a:lnTo>
                    <a:pt x="0" y="486"/>
                  </a:lnTo>
                  <a:lnTo>
                    <a:pt x="586" y="146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02" name="CustomShape 151"/>
            <p:cNvSpPr/>
            <p:nvPr/>
          </p:nvSpPr>
          <p:spPr>
            <a:xfrm>
              <a:off x="4577400" y="2365560"/>
              <a:ext cx="23040" cy="18720"/>
            </a:xfrm>
            <a:custGeom>
              <a:avLst/>
              <a:gdLst/>
              <a:ahLst/>
              <a:cxnLst/>
              <a:rect l="l" t="t" r="r" b="b"/>
              <a:pathLst>
                <a:path w="591" h="486">
                  <a:moveTo>
                    <a:pt x="2" y="0"/>
                  </a:moveTo>
                  <a:lnTo>
                    <a:pt x="1" y="146"/>
                  </a:lnTo>
                  <a:lnTo>
                    <a:pt x="589" y="486"/>
                  </a:lnTo>
                  <a:lnTo>
                    <a:pt x="591" y="34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03" name="CustomShape 152"/>
            <p:cNvSpPr/>
            <p:nvPr/>
          </p:nvSpPr>
          <p:spPr>
            <a:xfrm>
              <a:off x="4577400" y="2352240"/>
              <a:ext cx="45720" cy="26280"/>
            </a:xfrm>
            <a:custGeom>
              <a:avLst/>
              <a:gdLst/>
              <a:ahLst/>
              <a:cxnLst/>
              <a:rect l="l" t="t" r="r" b="b"/>
              <a:pathLst>
                <a:path w="1173" h="680">
                  <a:moveTo>
                    <a:pt x="584" y="1"/>
                  </a:moveTo>
                  <a:lnTo>
                    <a:pt x="0" y="340"/>
                  </a:lnTo>
                  <a:lnTo>
                    <a:pt x="589" y="680"/>
                  </a:lnTo>
                  <a:lnTo>
                    <a:pt x="1173" y="340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04" name="CustomShape 153"/>
            <p:cNvSpPr/>
            <p:nvPr/>
          </p:nvSpPr>
          <p:spPr>
            <a:xfrm>
              <a:off x="4626000" y="2380320"/>
              <a:ext cx="22680" cy="18720"/>
            </a:xfrm>
            <a:custGeom>
              <a:avLst/>
              <a:gdLst/>
              <a:ahLst/>
              <a:cxnLst/>
              <a:rect l="l" t="t" r="r" b="b"/>
              <a:pathLst>
                <a:path w="586" h="487">
                  <a:moveTo>
                    <a:pt x="586" y="1"/>
                  </a:moveTo>
                  <a:lnTo>
                    <a:pt x="2" y="340"/>
                  </a:lnTo>
                  <a:lnTo>
                    <a:pt x="1" y="486"/>
                  </a:lnTo>
                  <a:lnTo>
                    <a:pt x="586" y="147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05" name="CustomShape 154"/>
            <p:cNvSpPr/>
            <p:nvPr/>
          </p:nvSpPr>
          <p:spPr>
            <a:xfrm>
              <a:off x="4602960" y="2380320"/>
              <a:ext cx="22680" cy="18720"/>
            </a:xfrm>
            <a:custGeom>
              <a:avLst/>
              <a:gdLst/>
              <a:ahLst/>
              <a:cxnLst/>
              <a:rect l="l" t="t" r="r" b="b"/>
              <a:pathLst>
                <a:path w="590" h="487">
                  <a:moveTo>
                    <a:pt x="1" y="1"/>
                  </a:moveTo>
                  <a:lnTo>
                    <a:pt x="1" y="147"/>
                  </a:lnTo>
                  <a:lnTo>
                    <a:pt x="588" y="486"/>
                  </a:lnTo>
                  <a:lnTo>
                    <a:pt x="589" y="34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06" name="CustomShape 155"/>
            <p:cNvSpPr/>
            <p:nvPr/>
          </p:nvSpPr>
          <p:spPr>
            <a:xfrm>
              <a:off x="4602960" y="2367000"/>
              <a:ext cx="45720" cy="26280"/>
            </a:xfrm>
            <a:custGeom>
              <a:avLst/>
              <a:gdLst/>
              <a:ahLst/>
              <a:cxnLst/>
              <a:rect l="l" t="t" r="r" b="b"/>
              <a:pathLst>
                <a:path w="1173" h="680">
                  <a:moveTo>
                    <a:pt x="585" y="0"/>
                  </a:moveTo>
                  <a:lnTo>
                    <a:pt x="1" y="340"/>
                  </a:lnTo>
                  <a:lnTo>
                    <a:pt x="589" y="679"/>
                  </a:lnTo>
                  <a:lnTo>
                    <a:pt x="1173" y="340"/>
                  </a:lnTo>
                  <a:lnTo>
                    <a:pt x="585" y="0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07" name="CustomShape 156"/>
            <p:cNvSpPr/>
            <p:nvPr/>
          </p:nvSpPr>
          <p:spPr>
            <a:xfrm>
              <a:off x="4472640" y="2321280"/>
              <a:ext cx="22680" cy="18720"/>
            </a:xfrm>
            <a:custGeom>
              <a:avLst/>
              <a:gdLst/>
              <a:ahLst/>
              <a:cxnLst/>
              <a:rect l="l" t="t" r="r" b="b"/>
              <a:pathLst>
                <a:path w="586" h="487">
                  <a:moveTo>
                    <a:pt x="586" y="1"/>
                  </a:moveTo>
                  <a:lnTo>
                    <a:pt x="2" y="339"/>
                  </a:lnTo>
                  <a:lnTo>
                    <a:pt x="0" y="486"/>
                  </a:lnTo>
                  <a:lnTo>
                    <a:pt x="586" y="147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08" name="CustomShape 157"/>
            <p:cNvSpPr/>
            <p:nvPr/>
          </p:nvSpPr>
          <p:spPr>
            <a:xfrm>
              <a:off x="4449600" y="2321280"/>
              <a:ext cx="22680" cy="18720"/>
            </a:xfrm>
            <a:custGeom>
              <a:avLst/>
              <a:gdLst/>
              <a:ahLst/>
              <a:cxnLst/>
              <a:rect l="l" t="t" r="r" b="b"/>
              <a:pathLst>
                <a:path w="590" h="487">
                  <a:moveTo>
                    <a:pt x="1" y="1"/>
                  </a:moveTo>
                  <a:lnTo>
                    <a:pt x="1" y="147"/>
                  </a:lnTo>
                  <a:lnTo>
                    <a:pt x="587" y="486"/>
                  </a:lnTo>
                  <a:lnTo>
                    <a:pt x="589" y="33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09" name="CustomShape 158"/>
            <p:cNvSpPr/>
            <p:nvPr/>
          </p:nvSpPr>
          <p:spPr>
            <a:xfrm>
              <a:off x="4449600" y="2307960"/>
              <a:ext cx="45720" cy="26280"/>
            </a:xfrm>
            <a:custGeom>
              <a:avLst/>
              <a:gdLst/>
              <a:ahLst/>
              <a:cxnLst/>
              <a:rect l="l" t="t" r="r" b="b"/>
              <a:pathLst>
                <a:path w="1173" h="678">
                  <a:moveTo>
                    <a:pt x="584" y="0"/>
                  </a:moveTo>
                  <a:lnTo>
                    <a:pt x="1" y="340"/>
                  </a:lnTo>
                  <a:lnTo>
                    <a:pt x="589" y="678"/>
                  </a:lnTo>
                  <a:lnTo>
                    <a:pt x="1173" y="340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10" name="CustomShape 159"/>
            <p:cNvSpPr/>
            <p:nvPr/>
          </p:nvSpPr>
          <p:spPr>
            <a:xfrm>
              <a:off x="4498200" y="2336040"/>
              <a:ext cx="22680" cy="18720"/>
            </a:xfrm>
            <a:custGeom>
              <a:avLst/>
              <a:gdLst/>
              <a:ahLst/>
              <a:cxnLst/>
              <a:rect l="l" t="t" r="r" b="b"/>
              <a:pathLst>
                <a:path w="587" h="486">
                  <a:moveTo>
                    <a:pt x="586" y="0"/>
                  </a:moveTo>
                  <a:lnTo>
                    <a:pt x="2" y="340"/>
                  </a:lnTo>
                  <a:lnTo>
                    <a:pt x="1" y="486"/>
                  </a:lnTo>
                  <a:lnTo>
                    <a:pt x="586" y="146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11" name="CustomShape 160"/>
            <p:cNvSpPr/>
            <p:nvPr/>
          </p:nvSpPr>
          <p:spPr>
            <a:xfrm>
              <a:off x="4475160" y="2336040"/>
              <a:ext cx="22680" cy="18720"/>
            </a:xfrm>
            <a:custGeom>
              <a:avLst/>
              <a:gdLst/>
              <a:ahLst/>
              <a:cxnLst/>
              <a:rect l="l" t="t" r="r" b="b"/>
              <a:pathLst>
                <a:path w="589" h="486">
                  <a:moveTo>
                    <a:pt x="0" y="0"/>
                  </a:moveTo>
                  <a:lnTo>
                    <a:pt x="0" y="146"/>
                  </a:lnTo>
                  <a:lnTo>
                    <a:pt x="587" y="486"/>
                  </a:lnTo>
                  <a:lnTo>
                    <a:pt x="588" y="3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12" name="CustomShape 161"/>
            <p:cNvSpPr/>
            <p:nvPr/>
          </p:nvSpPr>
          <p:spPr>
            <a:xfrm>
              <a:off x="4475160" y="2322720"/>
              <a:ext cx="45720" cy="26280"/>
            </a:xfrm>
            <a:custGeom>
              <a:avLst/>
              <a:gdLst/>
              <a:ahLst/>
              <a:cxnLst/>
              <a:rect l="l" t="t" r="r" b="b"/>
              <a:pathLst>
                <a:path w="1173" h="680">
                  <a:moveTo>
                    <a:pt x="584" y="1"/>
                  </a:moveTo>
                  <a:lnTo>
                    <a:pt x="0" y="340"/>
                  </a:lnTo>
                  <a:lnTo>
                    <a:pt x="588" y="680"/>
                  </a:lnTo>
                  <a:lnTo>
                    <a:pt x="1172" y="340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13" name="CustomShape 162"/>
            <p:cNvSpPr/>
            <p:nvPr/>
          </p:nvSpPr>
          <p:spPr>
            <a:xfrm>
              <a:off x="4523760" y="2350800"/>
              <a:ext cx="22680" cy="18720"/>
            </a:xfrm>
            <a:custGeom>
              <a:avLst/>
              <a:gdLst/>
              <a:ahLst/>
              <a:cxnLst/>
              <a:rect l="l" t="t" r="r" b="b"/>
              <a:pathLst>
                <a:path w="585" h="487">
                  <a:moveTo>
                    <a:pt x="585" y="1"/>
                  </a:moveTo>
                  <a:lnTo>
                    <a:pt x="1" y="340"/>
                  </a:lnTo>
                  <a:lnTo>
                    <a:pt x="1" y="486"/>
                  </a:lnTo>
                  <a:lnTo>
                    <a:pt x="585" y="147"/>
                  </a:lnTo>
                  <a:lnTo>
                    <a:pt x="585" y="1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14" name="CustomShape 163"/>
            <p:cNvSpPr/>
            <p:nvPr/>
          </p:nvSpPr>
          <p:spPr>
            <a:xfrm>
              <a:off x="4500720" y="2350800"/>
              <a:ext cx="22680" cy="18720"/>
            </a:xfrm>
            <a:custGeom>
              <a:avLst/>
              <a:gdLst/>
              <a:ahLst/>
              <a:cxnLst/>
              <a:rect l="l" t="t" r="r" b="b"/>
              <a:pathLst>
                <a:path w="589" h="487">
                  <a:moveTo>
                    <a:pt x="0" y="1"/>
                  </a:moveTo>
                  <a:lnTo>
                    <a:pt x="0" y="147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15" name="CustomShape 164"/>
            <p:cNvSpPr/>
            <p:nvPr/>
          </p:nvSpPr>
          <p:spPr>
            <a:xfrm>
              <a:off x="4500720" y="2337480"/>
              <a:ext cx="45720" cy="26280"/>
            </a:xfrm>
            <a:custGeom>
              <a:avLst/>
              <a:gdLst/>
              <a:ahLst/>
              <a:cxnLst/>
              <a:rect l="l" t="t" r="r" b="b"/>
              <a:pathLst>
                <a:path w="1173" h="680">
                  <a:moveTo>
                    <a:pt x="584" y="0"/>
                  </a:moveTo>
                  <a:lnTo>
                    <a:pt x="0" y="340"/>
                  </a:lnTo>
                  <a:lnTo>
                    <a:pt x="589" y="679"/>
                  </a:lnTo>
                  <a:lnTo>
                    <a:pt x="1173" y="340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16" name="CustomShape 165"/>
            <p:cNvSpPr/>
            <p:nvPr/>
          </p:nvSpPr>
          <p:spPr>
            <a:xfrm>
              <a:off x="4549320" y="2365560"/>
              <a:ext cx="22680" cy="18720"/>
            </a:xfrm>
            <a:custGeom>
              <a:avLst/>
              <a:gdLst/>
              <a:ahLst/>
              <a:cxnLst/>
              <a:rect l="l" t="t" r="r" b="b"/>
              <a:pathLst>
                <a:path w="584" h="486">
                  <a:moveTo>
                    <a:pt x="584" y="0"/>
                  </a:moveTo>
                  <a:lnTo>
                    <a:pt x="0" y="340"/>
                  </a:lnTo>
                  <a:lnTo>
                    <a:pt x="0" y="486"/>
                  </a:lnTo>
                  <a:lnTo>
                    <a:pt x="584" y="146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17" name="CustomShape 166"/>
            <p:cNvSpPr/>
            <p:nvPr/>
          </p:nvSpPr>
          <p:spPr>
            <a:xfrm>
              <a:off x="4526280" y="2365560"/>
              <a:ext cx="22680" cy="18720"/>
            </a:xfrm>
            <a:custGeom>
              <a:avLst/>
              <a:gdLst/>
              <a:ahLst/>
              <a:cxnLst/>
              <a:rect l="l" t="t" r="r" b="b"/>
              <a:pathLst>
                <a:path w="590" h="486">
                  <a:moveTo>
                    <a:pt x="1" y="0"/>
                  </a:moveTo>
                  <a:lnTo>
                    <a:pt x="1" y="146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18" name="CustomShape 167"/>
            <p:cNvSpPr/>
            <p:nvPr/>
          </p:nvSpPr>
          <p:spPr>
            <a:xfrm>
              <a:off x="4526280" y="2352240"/>
              <a:ext cx="45720" cy="26280"/>
            </a:xfrm>
            <a:custGeom>
              <a:avLst/>
              <a:gdLst/>
              <a:ahLst/>
              <a:cxnLst/>
              <a:rect l="l" t="t" r="r" b="b"/>
              <a:pathLst>
                <a:path w="1173" h="680">
                  <a:moveTo>
                    <a:pt x="586" y="1"/>
                  </a:moveTo>
                  <a:lnTo>
                    <a:pt x="1" y="340"/>
                  </a:lnTo>
                  <a:lnTo>
                    <a:pt x="589" y="680"/>
                  </a:lnTo>
                  <a:lnTo>
                    <a:pt x="1173" y="3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19" name="CustomShape 168"/>
            <p:cNvSpPr/>
            <p:nvPr/>
          </p:nvSpPr>
          <p:spPr>
            <a:xfrm>
              <a:off x="4575240" y="2380320"/>
              <a:ext cx="22680" cy="18720"/>
            </a:xfrm>
            <a:custGeom>
              <a:avLst/>
              <a:gdLst/>
              <a:ahLst/>
              <a:cxnLst/>
              <a:rect l="l" t="t" r="r" b="b"/>
              <a:pathLst>
                <a:path w="585" h="487">
                  <a:moveTo>
                    <a:pt x="584" y="1"/>
                  </a:moveTo>
                  <a:lnTo>
                    <a:pt x="1" y="340"/>
                  </a:lnTo>
                  <a:lnTo>
                    <a:pt x="1" y="486"/>
                  </a:lnTo>
                  <a:lnTo>
                    <a:pt x="584" y="147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20" name="CustomShape 169"/>
            <p:cNvSpPr/>
            <p:nvPr/>
          </p:nvSpPr>
          <p:spPr>
            <a:xfrm>
              <a:off x="4551840" y="2380320"/>
              <a:ext cx="22680" cy="18720"/>
            </a:xfrm>
            <a:custGeom>
              <a:avLst/>
              <a:gdLst/>
              <a:ahLst/>
              <a:cxnLst/>
              <a:rect l="l" t="t" r="r" b="b"/>
              <a:pathLst>
                <a:path w="589" h="487">
                  <a:moveTo>
                    <a:pt x="0" y="1"/>
                  </a:moveTo>
                  <a:lnTo>
                    <a:pt x="0" y="147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21" name="CustomShape 170"/>
            <p:cNvSpPr/>
            <p:nvPr/>
          </p:nvSpPr>
          <p:spPr>
            <a:xfrm>
              <a:off x="4551840" y="2367000"/>
              <a:ext cx="45720" cy="26280"/>
            </a:xfrm>
            <a:custGeom>
              <a:avLst/>
              <a:gdLst/>
              <a:ahLst/>
              <a:cxnLst/>
              <a:rect l="l" t="t" r="r" b="b"/>
              <a:pathLst>
                <a:path w="1173" h="680">
                  <a:moveTo>
                    <a:pt x="585" y="0"/>
                  </a:moveTo>
                  <a:lnTo>
                    <a:pt x="0" y="340"/>
                  </a:lnTo>
                  <a:lnTo>
                    <a:pt x="589" y="679"/>
                  </a:lnTo>
                  <a:lnTo>
                    <a:pt x="1172" y="340"/>
                  </a:lnTo>
                  <a:lnTo>
                    <a:pt x="585" y="0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22" name="CustomShape 171"/>
            <p:cNvSpPr/>
            <p:nvPr/>
          </p:nvSpPr>
          <p:spPr>
            <a:xfrm>
              <a:off x="4600800" y="2395080"/>
              <a:ext cx="22680" cy="18720"/>
            </a:xfrm>
            <a:custGeom>
              <a:avLst/>
              <a:gdLst/>
              <a:ahLst/>
              <a:cxnLst/>
              <a:rect l="l" t="t" r="r" b="b"/>
              <a:pathLst>
                <a:path w="587" h="487">
                  <a:moveTo>
                    <a:pt x="586" y="1"/>
                  </a:moveTo>
                  <a:lnTo>
                    <a:pt x="1" y="341"/>
                  </a:lnTo>
                  <a:lnTo>
                    <a:pt x="1" y="486"/>
                  </a:lnTo>
                  <a:lnTo>
                    <a:pt x="585" y="147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23" name="CustomShape 172"/>
            <p:cNvSpPr/>
            <p:nvPr/>
          </p:nvSpPr>
          <p:spPr>
            <a:xfrm>
              <a:off x="4577400" y="2395080"/>
              <a:ext cx="22680" cy="18720"/>
            </a:xfrm>
            <a:custGeom>
              <a:avLst/>
              <a:gdLst/>
              <a:ahLst/>
              <a:cxnLst/>
              <a:rect l="l" t="t" r="r" b="b"/>
              <a:pathLst>
                <a:path w="589" h="487">
                  <a:moveTo>
                    <a:pt x="1" y="1"/>
                  </a:moveTo>
                  <a:lnTo>
                    <a:pt x="1" y="147"/>
                  </a:lnTo>
                  <a:lnTo>
                    <a:pt x="589" y="486"/>
                  </a:lnTo>
                  <a:lnTo>
                    <a:pt x="589" y="34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24" name="CustomShape 173"/>
            <p:cNvSpPr/>
            <p:nvPr/>
          </p:nvSpPr>
          <p:spPr>
            <a:xfrm>
              <a:off x="4577400" y="2381760"/>
              <a:ext cx="45720" cy="26280"/>
            </a:xfrm>
            <a:custGeom>
              <a:avLst/>
              <a:gdLst/>
              <a:ahLst/>
              <a:cxnLst/>
              <a:rect l="l" t="t" r="r" b="b"/>
              <a:pathLst>
                <a:path w="1175" h="680">
                  <a:moveTo>
                    <a:pt x="586" y="0"/>
                  </a:moveTo>
                  <a:lnTo>
                    <a:pt x="1" y="340"/>
                  </a:lnTo>
                  <a:lnTo>
                    <a:pt x="589" y="680"/>
                  </a:lnTo>
                  <a:lnTo>
                    <a:pt x="1174" y="340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25" name="CustomShape 174"/>
            <p:cNvSpPr/>
            <p:nvPr/>
          </p:nvSpPr>
          <p:spPr>
            <a:xfrm>
              <a:off x="4447080" y="2336040"/>
              <a:ext cx="22680" cy="18720"/>
            </a:xfrm>
            <a:custGeom>
              <a:avLst/>
              <a:gdLst/>
              <a:ahLst/>
              <a:cxnLst/>
              <a:rect l="l" t="t" r="r" b="b"/>
              <a:pathLst>
                <a:path w="585" h="486">
                  <a:moveTo>
                    <a:pt x="585" y="0"/>
                  </a:moveTo>
                  <a:lnTo>
                    <a:pt x="1" y="340"/>
                  </a:lnTo>
                  <a:lnTo>
                    <a:pt x="1" y="486"/>
                  </a:lnTo>
                  <a:lnTo>
                    <a:pt x="585" y="146"/>
                  </a:lnTo>
                  <a:lnTo>
                    <a:pt x="585" y="0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26" name="CustomShape 175"/>
            <p:cNvSpPr/>
            <p:nvPr/>
          </p:nvSpPr>
          <p:spPr>
            <a:xfrm>
              <a:off x="4424040" y="2336040"/>
              <a:ext cx="22680" cy="18720"/>
            </a:xfrm>
            <a:custGeom>
              <a:avLst/>
              <a:gdLst/>
              <a:ahLst/>
              <a:cxnLst/>
              <a:rect l="l" t="t" r="r" b="b"/>
              <a:pathLst>
                <a:path w="589" h="486">
                  <a:moveTo>
                    <a:pt x="0" y="0"/>
                  </a:moveTo>
                  <a:lnTo>
                    <a:pt x="0" y="146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27" name="CustomShape 176"/>
            <p:cNvSpPr/>
            <p:nvPr/>
          </p:nvSpPr>
          <p:spPr>
            <a:xfrm>
              <a:off x="4424040" y="2322720"/>
              <a:ext cx="45720" cy="26280"/>
            </a:xfrm>
            <a:custGeom>
              <a:avLst/>
              <a:gdLst/>
              <a:ahLst/>
              <a:cxnLst/>
              <a:rect l="l" t="t" r="r" b="b"/>
              <a:pathLst>
                <a:path w="1173" h="680">
                  <a:moveTo>
                    <a:pt x="586" y="1"/>
                  </a:moveTo>
                  <a:lnTo>
                    <a:pt x="0" y="340"/>
                  </a:lnTo>
                  <a:lnTo>
                    <a:pt x="589" y="680"/>
                  </a:lnTo>
                  <a:lnTo>
                    <a:pt x="1173" y="3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28" name="CustomShape 177"/>
            <p:cNvSpPr/>
            <p:nvPr/>
          </p:nvSpPr>
          <p:spPr>
            <a:xfrm>
              <a:off x="4549680" y="2395080"/>
              <a:ext cx="22680" cy="18720"/>
            </a:xfrm>
            <a:custGeom>
              <a:avLst/>
              <a:gdLst/>
              <a:ahLst/>
              <a:cxnLst/>
              <a:rect l="l" t="t" r="r" b="b"/>
              <a:pathLst>
                <a:path w="586" h="487">
                  <a:moveTo>
                    <a:pt x="586" y="1"/>
                  </a:moveTo>
                  <a:lnTo>
                    <a:pt x="2" y="341"/>
                  </a:lnTo>
                  <a:lnTo>
                    <a:pt x="0" y="486"/>
                  </a:lnTo>
                  <a:lnTo>
                    <a:pt x="586" y="147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29" name="CustomShape 178"/>
            <p:cNvSpPr/>
            <p:nvPr/>
          </p:nvSpPr>
          <p:spPr>
            <a:xfrm>
              <a:off x="4449600" y="2350800"/>
              <a:ext cx="99720" cy="63360"/>
            </a:xfrm>
            <a:custGeom>
              <a:avLst/>
              <a:gdLst/>
              <a:ahLst/>
              <a:cxnLst/>
              <a:rect l="l" t="t" r="r" b="b"/>
              <a:pathLst>
                <a:path w="2545" h="1616">
                  <a:moveTo>
                    <a:pt x="2" y="1"/>
                  </a:moveTo>
                  <a:lnTo>
                    <a:pt x="1" y="147"/>
                  </a:lnTo>
                  <a:lnTo>
                    <a:pt x="2543" y="1615"/>
                  </a:lnTo>
                  <a:lnTo>
                    <a:pt x="2545" y="1470"/>
                  </a:lnTo>
                  <a:lnTo>
                    <a:pt x="2" y="1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30" name="CustomShape 179"/>
            <p:cNvSpPr/>
            <p:nvPr/>
          </p:nvSpPr>
          <p:spPr>
            <a:xfrm>
              <a:off x="4449600" y="2337480"/>
              <a:ext cx="122760" cy="70920"/>
            </a:xfrm>
            <a:custGeom>
              <a:avLst/>
              <a:gdLst/>
              <a:ahLst/>
              <a:cxnLst/>
              <a:rect l="l" t="t" r="r" b="b"/>
              <a:pathLst>
                <a:path w="3127" h="1809">
                  <a:moveTo>
                    <a:pt x="584" y="0"/>
                  </a:moveTo>
                  <a:lnTo>
                    <a:pt x="0" y="340"/>
                  </a:lnTo>
                  <a:lnTo>
                    <a:pt x="2543" y="1809"/>
                  </a:lnTo>
                  <a:lnTo>
                    <a:pt x="3127" y="1469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31" name="CustomShape 180"/>
            <p:cNvSpPr/>
            <p:nvPr/>
          </p:nvSpPr>
          <p:spPr>
            <a:xfrm>
              <a:off x="4575240" y="2409840"/>
              <a:ext cx="22680" cy="18720"/>
            </a:xfrm>
            <a:custGeom>
              <a:avLst/>
              <a:gdLst/>
              <a:ahLst/>
              <a:cxnLst/>
              <a:rect l="l" t="t" r="r" b="b"/>
              <a:pathLst>
                <a:path w="584" h="486">
                  <a:moveTo>
                    <a:pt x="584" y="0"/>
                  </a:moveTo>
                  <a:lnTo>
                    <a:pt x="0" y="340"/>
                  </a:lnTo>
                  <a:lnTo>
                    <a:pt x="0" y="486"/>
                  </a:lnTo>
                  <a:lnTo>
                    <a:pt x="584" y="146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32" name="CustomShape 181"/>
            <p:cNvSpPr/>
            <p:nvPr/>
          </p:nvSpPr>
          <p:spPr>
            <a:xfrm>
              <a:off x="4552200" y="2409840"/>
              <a:ext cx="22680" cy="18720"/>
            </a:xfrm>
            <a:custGeom>
              <a:avLst/>
              <a:gdLst/>
              <a:ahLst/>
              <a:cxnLst/>
              <a:rect l="l" t="t" r="r" b="b"/>
              <a:pathLst>
                <a:path w="590" h="486">
                  <a:moveTo>
                    <a:pt x="1" y="0"/>
                  </a:moveTo>
                  <a:lnTo>
                    <a:pt x="1" y="146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33" name="CustomShape 182"/>
            <p:cNvSpPr/>
            <p:nvPr/>
          </p:nvSpPr>
          <p:spPr>
            <a:xfrm>
              <a:off x="4552200" y="2396520"/>
              <a:ext cx="45720" cy="26280"/>
            </a:xfrm>
            <a:custGeom>
              <a:avLst/>
              <a:gdLst/>
              <a:ahLst/>
              <a:cxnLst/>
              <a:rect l="l" t="t" r="r" b="b"/>
              <a:pathLst>
                <a:path w="1173" h="680">
                  <a:moveTo>
                    <a:pt x="585" y="1"/>
                  </a:moveTo>
                  <a:lnTo>
                    <a:pt x="1" y="340"/>
                  </a:lnTo>
                  <a:lnTo>
                    <a:pt x="589" y="680"/>
                  </a:lnTo>
                  <a:lnTo>
                    <a:pt x="1173" y="340"/>
                  </a:lnTo>
                  <a:lnTo>
                    <a:pt x="585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34" name="CustomShape 183"/>
            <p:cNvSpPr/>
            <p:nvPr/>
          </p:nvSpPr>
          <p:spPr>
            <a:xfrm>
              <a:off x="4551120" y="2057760"/>
              <a:ext cx="262080" cy="324000"/>
            </a:xfrm>
            <a:custGeom>
              <a:avLst/>
              <a:gdLst/>
              <a:ahLst/>
              <a:cxnLst/>
              <a:rect l="l" t="t" r="r" b="b"/>
              <a:pathLst>
                <a:path w="6676" h="8245">
                  <a:moveTo>
                    <a:pt x="2182" y="1123"/>
                  </a:moveTo>
                  <a:lnTo>
                    <a:pt x="5766" y="3193"/>
                  </a:lnTo>
                  <a:lnTo>
                    <a:pt x="5757" y="6247"/>
                  </a:lnTo>
                  <a:lnTo>
                    <a:pt x="2173" y="4178"/>
                  </a:lnTo>
                  <a:lnTo>
                    <a:pt x="2182" y="1123"/>
                  </a:lnTo>
                  <a:close/>
                  <a:moveTo>
                    <a:pt x="1486" y="0"/>
                  </a:moveTo>
                  <a:lnTo>
                    <a:pt x="1472" y="5247"/>
                  </a:lnTo>
                  <a:lnTo>
                    <a:pt x="1" y="4397"/>
                  </a:lnTo>
                  <a:lnTo>
                    <a:pt x="1" y="4397"/>
                  </a:lnTo>
                  <a:lnTo>
                    <a:pt x="6662" y="8244"/>
                  </a:lnTo>
                  <a:lnTo>
                    <a:pt x="6676" y="2996"/>
                  </a:lnTo>
                  <a:lnTo>
                    <a:pt x="1486" y="0"/>
                  </a:lnTo>
                  <a:close/>
                </a:path>
              </a:pathLst>
            </a:custGeom>
            <a:solidFill>
              <a:srgbClr val="42589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35" name="CustomShape 184"/>
            <p:cNvSpPr/>
            <p:nvPr/>
          </p:nvSpPr>
          <p:spPr>
            <a:xfrm>
              <a:off x="4551120" y="2024280"/>
              <a:ext cx="57960" cy="239400"/>
            </a:xfrm>
            <a:custGeom>
              <a:avLst/>
              <a:gdLst/>
              <a:ahLst/>
              <a:cxnLst/>
              <a:rect l="l" t="t" r="r" b="b"/>
              <a:pathLst>
                <a:path w="1486" h="6097">
                  <a:moveTo>
                    <a:pt x="163" y="282"/>
                  </a:moveTo>
                  <a:lnTo>
                    <a:pt x="719" y="604"/>
                  </a:lnTo>
                  <a:lnTo>
                    <a:pt x="718" y="1222"/>
                  </a:lnTo>
                  <a:lnTo>
                    <a:pt x="160" y="899"/>
                  </a:lnTo>
                  <a:lnTo>
                    <a:pt x="163" y="282"/>
                  </a:lnTo>
                  <a:close/>
                  <a:moveTo>
                    <a:pt x="781" y="639"/>
                  </a:moveTo>
                  <a:lnTo>
                    <a:pt x="1337" y="961"/>
                  </a:lnTo>
                  <a:lnTo>
                    <a:pt x="1335" y="1578"/>
                  </a:lnTo>
                  <a:lnTo>
                    <a:pt x="779" y="1256"/>
                  </a:lnTo>
                  <a:lnTo>
                    <a:pt x="781" y="639"/>
                  </a:lnTo>
                  <a:close/>
                  <a:moveTo>
                    <a:pt x="160" y="970"/>
                  </a:moveTo>
                  <a:lnTo>
                    <a:pt x="718" y="1291"/>
                  </a:lnTo>
                  <a:lnTo>
                    <a:pt x="716" y="1908"/>
                  </a:lnTo>
                  <a:lnTo>
                    <a:pt x="158" y="1587"/>
                  </a:lnTo>
                  <a:lnTo>
                    <a:pt x="160" y="970"/>
                  </a:lnTo>
                  <a:close/>
                  <a:moveTo>
                    <a:pt x="779" y="1326"/>
                  </a:moveTo>
                  <a:lnTo>
                    <a:pt x="1335" y="1649"/>
                  </a:lnTo>
                  <a:lnTo>
                    <a:pt x="1334" y="2266"/>
                  </a:lnTo>
                  <a:lnTo>
                    <a:pt x="777" y="1944"/>
                  </a:lnTo>
                  <a:lnTo>
                    <a:pt x="779" y="1326"/>
                  </a:lnTo>
                  <a:close/>
                  <a:moveTo>
                    <a:pt x="158" y="1658"/>
                  </a:moveTo>
                  <a:lnTo>
                    <a:pt x="714" y="1979"/>
                  </a:lnTo>
                  <a:lnTo>
                    <a:pt x="713" y="2597"/>
                  </a:lnTo>
                  <a:lnTo>
                    <a:pt x="157" y="2274"/>
                  </a:lnTo>
                  <a:lnTo>
                    <a:pt x="158" y="1658"/>
                  </a:lnTo>
                  <a:close/>
                  <a:moveTo>
                    <a:pt x="776" y="2014"/>
                  </a:moveTo>
                  <a:lnTo>
                    <a:pt x="1334" y="2336"/>
                  </a:lnTo>
                  <a:lnTo>
                    <a:pt x="1332" y="2953"/>
                  </a:lnTo>
                  <a:lnTo>
                    <a:pt x="774" y="2632"/>
                  </a:lnTo>
                  <a:lnTo>
                    <a:pt x="776" y="2014"/>
                  </a:lnTo>
                  <a:close/>
                  <a:moveTo>
                    <a:pt x="157" y="2345"/>
                  </a:moveTo>
                  <a:lnTo>
                    <a:pt x="713" y="2667"/>
                  </a:lnTo>
                  <a:lnTo>
                    <a:pt x="711" y="3285"/>
                  </a:lnTo>
                  <a:lnTo>
                    <a:pt x="154" y="2962"/>
                  </a:lnTo>
                  <a:lnTo>
                    <a:pt x="157" y="2345"/>
                  </a:lnTo>
                  <a:close/>
                  <a:moveTo>
                    <a:pt x="774" y="2701"/>
                  </a:moveTo>
                  <a:lnTo>
                    <a:pt x="1332" y="3024"/>
                  </a:lnTo>
                  <a:lnTo>
                    <a:pt x="1329" y="3641"/>
                  </a:lnTo>
                  <a:lnTo>
                    <a:pt x="773" y="3319"/>
                  </a:lnTo>
                  <a:lnTo>
                    <a:pt x="774" y="2701"/>
                  </a:lnTo>
                  <a:close/>
                  <a:moveTo>
                    <a:pt x="154" y="3033"/>
                  </a:moveTo>
                  <a:lnTo>
                    <a:pt x="711" y="3354"/>
                  </a:lnTo>
                  <a:lnTo>
                    <a:pt x="710" y="3972"/>
                  </a:lnTo>
                  <a:lnTo>
                    <a:pt x="152" y="3651"/>
                  </a:lnTo>
                  <a:lnTo>
                    <a:pt x="154" y="3033"/>
                  </a:lnTo>
                  <a:close/>
                  <a:moveTo>
                    <a:pt x="773" y="3389"/>
                  </a:moveTo>
                  <a:lnTo>
                    <a:pt x="1329" y="3712"/>
                  </a:lnTo>
                  <a:lnTo>
                    <a:pt x="1327" y="4330"/>
                  </a:lnTo>
                  <a:lnTo>
                    <a:pt x="771" y="4007"/>
                  </a:lnTo>
                  <a:lnTo>
                    <a:pt x="773" y="3389"/>
                  </a:lnTo>
                  <a:close/>
                  <a:moveTo>
                    <a:pt x="876" y="4807"/>
                  </a:moveTo>
                  <a:lnTo>
                    <a:pt x="876" y="4992"/>
                  </a:lnTo>
                  <a:lnTo>
                    <a:pt x="714" y="4900"/>
                  </a:lnTo>
                  <a:lnTo>
                    <a:pt x="714" y="5084"/>
                  </a:lnTo>
                  <a:lnTo>
                    <a:pt x="1037" y="5270"/>
                  </a:lnTo>
                  <a:lnTo>
                    <a:pt x="1037" y="4900"/>
                  </a:lnTo>
                  <a:lnTo>
                    <a:pt x="876" y="4807"/>
                  </a:lnTo>
                  <a:close/>
                  <a:moveTo>
                    <a:pt x="321" y="4028"/>
                  </a:moveTo>
                  <a:lnTo>
                    <a:pt x="877" y="4351"/>
                  </a:lnTo>
                  <a:lnTo>
                    <a:pt x="877" y="4671"/>
                  </a:lnTo>
                  <a:lnTo>
                    <a:pt x="1155" y="4832"/>
                  </a:lnTo>
                  <a:lnTo>
                    <a:pt x="1154" y="5473"/>
                  </a:lnTo>
                  <a:lnTo>
                    <a:pt x="598" y="5150"/>
                  </a:lnTo>
                  <a:lnTo>
                    <a:pt x="599" y="4830"/>
                  </a:lnTo>
                  <a:lnTo>
                    <a:pt x="320" y="4669"/>
                  </a:lnTo>
                  <a:lnTo>
                    <a:pt x="318" y="4669"/>
                  </a:lnTo>
                  <a:lnTo>
                    <a:pt x="321" y="4028"/>
                  </a:lnTo>
                  <a:close/>
                  <a:moveTo>
                    <a:pt x="15" y="0"/>
                  </a:moveTo>
                  <a:lnTo>
                    <a:pt x="0" y="5247"/>
                  </a:lnTo>
                  <a:lnTo>
                    <a:pt x="1470" y="6096"/>
                  </a:lnTo>
                  <a:lnTo>
                    <a:pt x="1486" y="848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605C7A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36" name="CustomShape 185"/>
            <p:cNvSpPr/>
            <p:nvPr/>
          </p:nvSpPr>
          <p:spPr>
            <a:xfrm>
              <a:off x="4557240" y="2035440"/>
              <a:ext cx="21600" cy="36720"/>
            </a:xfrm>
            <a:custGeom>
              <a:avLst/>
              <a:gdLst/>
              <a:ahLst/>
              <a:cxnLst/>
              <a:rect l="l" t="t" r="r" b="b"/>
              <a:pathLst>
                <a:path w="559" h="939">
                  <a:moveTo>
                    <a:pt x="2" y="0"/>
                  </a:moveTo>
                  <a:lnTo>
                    <a:pt x="1" y="618"/>
                  </a:lnTo>
                  <a:lnTo>
                    <a:pt x="557" y="939"/>
                  </a:lnTo>
                  <a:lnTo>
                    <a:pt x="559" y="321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706B8B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37" name="CustomShape 186"/>
            <p:cNvSpPr/>
            <p:nvPr/>
          </p:nvSpPr>
          <p:spPr>
            <a:xfrm>
              <a:off x="4581720" y="2049120"/>
              <a:ext cx="21600" cy="36720"/>
            </a:xfrm>
            <a:custGeom>
              <a:avLst/>
              <a:gdLst/>
              <a:ahLst/>
              <a:cxnLst/>
              <a:rect l="l" t="t" r="r" b="b"/>
              <a:pathLst>
                <a:path w="560" h="941">
                  <a:moveTo>
                    <a:pt x="2" y="0"/>
                  </a:moveTo>
                  <a:lnTo>
                    <a:pt x="0" y="618"/>
                  </a:lnTo>
                  <a:lnTo>
                    <a:pt x="558" y="941"/>
                  </a:lnTo>
                  <a:lnTo>
                    <a:pt x="560" y="323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706B8B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38" name="CustomShape 187"/>
            <p:cNvSpPr/>
            <p:nvPr/>
          </p:nvSpPr>
          <p:spPr>
            <a:xfrm>
              <a:off x="4557240" y="2062080"/>
              <a:ext cx="21600" cy="36720"/>
            </a:xfrm>
            <a:custGeom>
              <a:avLst/>
              <a:gdLst/>
              <a:ahLst/>
              <a:cxnLst/>
              <a:rect l="l" t="t" r="r" b="b"/>
              <a:pathLst>
                <a:path w="560" h="941">
                  <a:moveTo>
                    <a:pt x="2" y="1"/>
                  </a:moveTo>
                  <a:lnTo>
                    <a:pt x="1" y="618"/>
                  </a:lnTo>
                  <a:lnTo>
                    <a:pt x="558" y="941"/>
                  </a:lnTo>
                  <a:lnTo>
                    <a:pt x="560" y="323"/>
                  </a:lnTo>
                  <a:lnTo>
                    <a:pt x="2" y="1"/>
                  </a:lnTo>
                  <a:close/>
                </a:path>
              </a:pathLst>
            </a:custGeom>
            <a:solidFill>
              <a:srgbClr val="706B8B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39" name="CustomShape 188"/>
            <p:cNvSpPr/>
            <p:nvPr/>
          </p:nvSpPr>
          <p:spPr>
            <a:xfrm>
              <a:off x="4581720" y="2076480"/>
              <a:ext cx="21600" cy="36720"/>
            </a:xfrm>
            <a:custGeom>
              <a:avLst/>
              <a:gdLst/>
              <a:ahLst/>
              <a:cxnLst/>
              <a:rect l="l" t="t" r="r" b="b"/>
              <a:pathLst>
                <a:path w="561" h="940">
                  <a:moveTo>
                    <a:pt x="2" y="1"/>
                  </a:moveTo>
                  <a:lnTo>
                    <a:pt x="1" y="618"/>
                  </a:lnTo>
                  <a:lnTo>
                    <a:pt x="557" y="939"/>
                  </a:lnTo>
                  <a:lnTo>
                    <a:pt x="560" y="322"/>
                  </a:lnTo>
                  <a:lnTo>
                    <a:pt x="2" y="1"/>
                  </a:lnTo>
                  <a:close/>
                </a:path>
              </a:pathLst>
            </a:custGeom>
            <a:solidFill>
              <a:srgbClr val="706B8B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40" name="CustomShape 189"/>
            <p:cNvSpPr/>
            <p:nvPr/>
          </p:nvSpPr>
          <p:spPr>
            <a:xfrm>
              <a:off x="4557240" y="2089440"/>
              <a:ext cx="21600" cy="36720"/>
            </a:xfrm>
            <a:custGeom>
              <a:avLst/>
              <a:gdLst/>
              <a:ahLst/>
              <a:cxnLst/>
              <a:rect l="l" t="t" r="r" b="b"/>
              <a:pathLst>
                <a:path w="560" h="939">
                  <a:moveTo>
                    <a:pt x="2" y="0"/>
                  </a:moveTo>
                  <a:lnTo>
                    <a:pt x="0" y="618"/>
                  </a:lnTo>
                  <a:lnTo>
                    <a:pt x="558" y="939"/>
                  </a:lnTo>
                  <a:lnTo>
                    <a:pt x="559" y="323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706B8B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41" name="CustomShape 190"/>
            <p:cNvSpPr/>
            <p:nvPr/>
          </p:nvSpPr>
          <p:spPr>
            <a:xfrm>
              <a:off x="4581360" y="2103480"/>
              <a:ext cx="21600" cy="36720"/>
            </a:xfrm>
            <a:custGeom>
              <a:avLst/>
              <a:gdLst/>
              <a:ahLst/>
              <a:cxnLst/>
              <a:rect l="l" t="t" r="r" b="b"/>
              <a:pathLst>
                <a:path w="561" h="941">
                  <a:moveTo>
                    <a:pt x="4" y="0"/>
                  </a:moveTo>
                  <a:lnTo>
                    <a:pt x="1" y="618"/>
                  </a:lnTo>
                  <a:lnTo>
                    <a:pt x="558" y="941"/>
                  </a:lnTo>
                  <a:lnTo>
                    <a:pt x="560" y="323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706B8B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42" name="CustomShape 191"/>
            <p:cNvSpPr/>
            <p:nvPr/>
          </p:nvSpPr>
          <p:spPr>
            <a:xfrm>
              <a:off x="4557240" y="2116440"/>
              <a:ext cx="21600" cy="36720"/>
            </a:xfrm>
            <a:custGeom>
              <a:avLst/>
              <a:gdLst/>
              <a:ahLst/>
              <a:cxnLst/>
              <a:rect l="l" t="t" r="r" b="b"/>
              <a:pathLst>
                <a:path w="560" h="939">
                  <a:moveTo>
                    <a:pt x="2" y="0"/>
                  </a:moveTo>
                  <a:lnTo>
                    <a:pt x="1" y="618"/>
                  </a:lnTo>
                  <a:lnTo>
                    <a:pt x="557" y="939"/>
                  </a:lnTo>
                  <a:lnTo>
                    <a:pt x="560" y="321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706B8B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43" name="CustomShape 192"/>
            <p:cNvSpPr/>
            <p:nvPr/>
          </p:nvSpPr>
          <p:spPr>
            <a:xfrm>
              <a:off x="4581360" y="2130480"/>
              <a:ext cx="21600" cy="36720"/>
            </a:xfrm>
            <a:custGeom>
              <a:avLst/>
              <a:gdLst/>
              <a:ahLst/>
              <a:cxnLst/>
              <a:rect l="l" t="t" r="r" b="b"/>
              <a:pathLst>
                <a:path w="560" h="940">
                  <a:moveTo>
                    <a:pt x="2" y="1"/>
                  </a:moveTo>
                  <a:lnTo>
                    <a:pt x="0" y="618"/>
                  </a:lnTo>
                  <a:lnTo>
                    <a:pt x="558" y="939"/>
                  </a:lnTo>
                  <a:lnTo>
                    <a:pt x="559" y="323"/>
                  </a:lnTo>
                  <a:lnTo>
                    <a:pt x="2" y="1"/>
                  </a:lnTo>
                  <a:close/>
                </a:path>
              </a:pathLst>
            </a:custGeom>
            <a:solidFill>
              <a:srgbClr val="706B8B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44" name="CustomShape 193"/>
            <p:cNvSpPr/>
            <p:nvPr/>
          </p:nvSpPr>
          <p:spPr>
            <a:xfrm>
              <a:off x="4556880" y="2143440"/>
              <a:ext cx="21600" cy="36720"/>
            </a:xfrm>
            <a:custGeom>
              <a:avLst/>
              <a:gdLst/>
              <a:ahLst/>
              <a:cxnLst/>
              <a:rect l="l" t="t" r="r" b="b"/>
              <a:pathLst>
                <a:path w="560" h="942">
                  <a:moveTo>
                    <a:pt x="4" y="1"/>
                  </a:moveTo>
                  <a:lnTo>
                    <a:pt x="1" y="619"/>
                  </a:lnTo>
                  <a:lnTo>
                    <a:pt x="558" y="941"/>
                  </a:lnTo>
                  <a:lnTo>
                    <a:pt x="560" y="324"/>
                  </a:lnTo>
                  <a:lnTo>
                    <a:pt x="4" y="1"/>
                  </a:lnTo>
                  <a:close/>
                </a:path>
              </a:pathLst>
            </a:custGeom>
            <a:solidFill>
              <a:srgbClr val="706B8B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45" name="CustomShape 194"/>
            <p:cNvSpPr/>
            <p:nvPr/>
          </p:nvSpPr>
          <p:spPr>
            <a:xfrm>
              <a:off x="4581360" y="2157480"/>
              <a:ext cx="21600" cy="36720"/>
            </a:xfrm>
            <a:custGeom>
              <a:avLst/>
              <a:gdLst/>
              <a:ahLst/>
              <a:cxnLst/>
              <a:rect l="l" t="t" r="r" b="b"/>
              <a:pathLst>
                <a:path w="560" h="940">
                  <a:moveTo>
                    <a:pt x="2" y="1"/>
                  </a:moveTo>
                  <a:lnTo>
                    <a:pt x="1" y="618"/>
                  </a:lnTo>
                  <a:lnTo>
                    <a:pt x="558" y="940"/>
                  </a:lnTo>
                  <a:lnTo>
                    <a:pt x="560" y="322"/>
                  </a:lnTo>
                  <a:lnTo>
                    <a:pt x="2" y="1"/>
                  </a:lnTo>
                  <a:close/>
                </a:path>
              </a:pathLst>
            </a:custGeom>
            <a:solidFill>
              <a:srgbClr val="706B8B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46" name="CustomShape 195"/>
            <p:cNvSpPr/>
            <p:nvPr/>
          </p:nvSpPr>
          <p:spPr>
            <a:xfrm>
              <a:off x="4574520" y="2207880"/>
              <a:ext cx="21600" cy="31320"/>
            </a:xfrm>
            <a:custGeom>
              <a:avLst/>
              <a:gdLst/>
              <a:ahLst/>
              <a:cxnLst/>
              <a:rect l="l" t="t" r="r" b="b"/>
              <a:pathLst>
                <a:path w="560" h="801">
                  <a:moveTo>
                    <a:pt x="281" y="0"/>
                  </a:moveTo>
                  <a:lnTo>
                    <a:pt x="280" y="135"/>
                  </a:lnTo>
                  <a:lnTo>
                    <a:pt x="441" y="228"/>
                  </a:lnTo>
                  <a:lnTo>
                    <a:pt x="440" y="598"/>
                  </a:lnTo>
                  <a:lnTo>
                    <a:pt x="118" y="412"/>
                  </a:lnTo>
                  <a:lnTo>
                    <a:pt x="118" y="228"/>
                  </a:lnTo>
                  <a:lnTo>
                    <a:pt x="2" y="160"/>
                  </a:lnTo>
                  <a:lnTo>
                    <a:pt x="0" y="479"/>
                  </a:lnTo>
                  <a:lnTo>
                    <a:pt x="558" y="801"/>
                  </a:lnTo>
                  <a:lnTo>
                    <a:pt x="559" y="161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47" name="CustomShape 196"/>
            <p:cNvSpPr/>
            <p:nvPr/>
          </p:nvSpPr>
          <p:spPr>
            <a:xfrm>
              <a:off x="4563720" y="2182680"/>
              <a:ext cx="21600" cy="37440"/>
            </a:xfrm>
            <a:custGeom>
              <a:avLst/>
              <a:gdLst/>
              <a:ahLst/>
              <a:cxnLst/>
              <a:rect l="l" t="t" r="r" b="b"/>
              <a:pathLst>
                <a:path w="560" h="963">
                  <a:moveTo>
                    <a:pt x="3" y="1"/>
                  </a:moveTo>
                  <a:lnTo>
                    <a:pt x="0" y="642"/>
                  </a:lnTo>
                  <a:lnTo>
                    <a:pt x="280" y="803"/>
                  </a:lnTo>
                  <a:lnTo>
                    <a:pt x="396" y="871"/>
                  </a:lnTo>
                  <a:lnTo>
                    <a:pt x="558" y="963"/>
                  </a:lnTo>
                  <a:lnTo>
                    <a:pt x="558" y="778"/>
                  </a:lnTo>
                  <a:lnTo>
                    <a:pt x="559" y="643"/>
                  </a:lnTo>
                  <a:lnTo>
                    <a:pt x="559" y="322"/>
                  </a:lnTo>
                  <a:lnTo>
                    <a:pt x="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48" name="CustomShape 197"/>
            <p:cNvSpPr/>
            <p:nvPr/>
          </p:nvSpPr>
          <p:spPr>
            <a:xfrm>
              <a:off x="4636440" y="2101680"/>
              <a:ext cx="141120" cy="201240"/>
            </a:xfrm>
            <a:custGeom>
              <a:avLst/>
              <a:gdLst/>
              <a:ahLst/>
              <a:cxnLst/>
              <a:rect l="l" t="t" r="r" b="b"/>
              <a:pathLst>
                <a:path w="3593" h="5122">
                  <a:moveTo>
                    <a:pt x="767" y="1435"/>
                  </a:moveTo>
                  <a:cubicBezTo>
                    <a:pt x="779" y="1435"/>
                    <a:pt x="792" y="1439"/>
                    <a:pt x="805" y="1447"/>
                  </a:cubicBezTo>
                  <a:cubicBezTo>
                    <a:pt x="851" y="1478"/>
                    <a:pt x="882" y="1527"/>
                    <a:pt x="890" y="1582"/>
                  </a:cubicBezTo>
                  <a:lnTo>
                    <a:pt x="1699" y="2049"/>
                  </a:lnTo>
                  <a:lnTo>
                    <a:pt x="1699" y="1951"/>
                  </a:lnTo>
                  <a:lnTo>
                    <a:pt x="1895" y="2065"/>
                  </a:lnTo>
                  <a:lnTo>
                    <a:pt x="1895" y="2163"/>
                  </a:lnTo>
                  <a:lnTo>
                    <a:pt x="2646" y="2596"/>
                  </a:lnTo>
                  <a:cubicBezTo>
                    <a:pt x="2650" y="2566"/>
                    <a:pt x="2668" y="2549"/>
                    <a:pt x="2692" y="2549"/>
                  </a:cubicBezTo>
                  <a:cubicBezTo>
                    <a:pt x="2703" y="2549"/>
                    <a:pt x="2716" y="2553"/>
                    <a:pt x="2730" y="2561"/>
                  </a:cubicBezTo>
                  <a:cubicBezTo>
                    <a:pt x="2781" y="2593"/>
                    <a:pt x="2813" y="2649"/>
                    <a:pt x="2816" y="2708"/>
                  </a:cubicBezTo>
                  <a:cubicBezTo>
                    <a:pt x="2816" y="2715"/>
                    <a:pt x="2815" y="2721"/>
                    <a:pt x="2815" y="2725"/>
                  </a:cubicBezTo>
                  <a:lnTo>
                    <a:pt x="3031" y="2934"/>
                  </a:lnTo>
                  <a:lnTo>
                    <a:pt x="2879" y="2917"/>
                  </a:lnTo>
                  <a:lnTo>
                    <a:pt x="2816" y="3056"/>
                  </a:lnTo>
                  <a:lnTo>
                    <a:pt x="2746" y="2765"/>
                  </a:lnTo>
                  <a:cubicBezTo>
                    <a:pt x="2740" y="2764"/>
                    <a:pt x="2735" y="2761"/>
                    <a:pt x="2730" y="2758"/>
                  </a:cubicBezTo>
                  <a:cubicBezTo>
                    <a:pt x="2683" y="2727"/>
                    <a:pt x="2652" y="2678"/>
                    <a:pt x="2646" y="2622"/>
                  </a:cubicBezTo>
                  <a:lnTo>
                    <a:pt x="2008" y="2255"/>
                  </a:lnTo>
                  <a:lnTo>
                    <a:pt x="2008" y="2255"/>
                  </a:lnTo>
                  <a:cubicBezTo>
                    <a:pt x="2375" y="2569"/>
                    <a:pt x="2658" y="3086"/>
                    <a:pt x="2704" y="3553"/>
                  </a:cubicBezTo>
                  <a:lnTo>
                    <a:pt x="2798" y="3607"/>
                  </a:lnTo>
                  <a:lnTo>
                    <a:pt x="2798" y="3831"/>
                  </a:lnTo>
                  <a:lnTo>
                    <a:pt x="2601" y="3718"/>
                  </a:lnTo>
                  <a:lnTo>
                    <a:pt x="2601" y="3493"/>
                  </a:lnTo>
                  <a:lnTo>
                    <a:pt x="2680" y="3538"/>
                  </a:lnTo>
                  <a:cubicBezTo>
                    <a:pt x="2629" y="3042"/>
                    <a:pt x="2303" y="2483"/>
                    <a:pt x="1895" y="2195"/>
                  </a:cubicBezTo>
                  <a:lnTo>
                    <a:pt x="1895" y="2289"/>
                  </a:lnTo>
                  <a:lnTo>
                    <a:pt x="1699" y="2175"/>
                  </a:lnTo>
                  <a:lnTo>
                    <a:pt x="1699" y="2083"/>
                  </a:lnTo>
                  <a:cubicBezTo>
                    <a:pt x="1592" y="2035"/>
                    <a:pt x="1491" y="2012"/>
                    <a:pt x="1398" y="2012"/>
                  </a:cubicBezTo>
                  <a:cubicBezTo>
                    <a:pt x="1138" y="2012"/>
                    <a:pt x="949" y="2195"/>
                    <a:pt x="910" y="2516"/>
                  </a:cubicBezTo>
                  <a:lnTo>
                    <a:pt x="987" y="2561"/>
                  </a:lnTo>
                  <a:lnTo>
                    <a:pt x="987" y="2785"/>
                  </a:lnTo>
                  <a:lnTo>
                    <a:pt x="790" y="2673"/>
                  </a:lnTo>
                  <a:lnTo>
                    <a:pt x="790" y="2447"/>
                  </a:lnTo>
                  <a:lnTo>
                    <a:pt x="885" y="2503"/>
                  </a:lnTo>
                  <a:cubicBezTo>
                    <a:pt x="925" y="2169"/>
                    <a:pt x="1119" y="1979"/>
                    <a:pt x="1388" y="1979"/>
                  </a:cubicBezTo>
                  <a:cubicBezTo>
                    <a:pt x="1451" y="1979"/>
                    <a:pt x="1518" y="1990"/>
                    <a:pt x="1587" y="2011"/>
                  </a:cubicBezTo>
                  <a:lnTo>
                    <a:pt x="890" y="1610"/>
                  </a:lnTo>
                  <a:cubicBezTo>
                    <a:pt x="886" y="1639"/>
                    <a:pt x="868" y="1657"/>
                    <a:pt x="843" y="1657"/>
                  </a:cubicBezTo>
                  <a:cubicBezTo>
                    <a:pt x="832" y="1657"/>
                    <a:pt x="819" y="1653"/>
                    <a:pt x="805" y="1645"/>
                  </a:cubicBezTo>
                  <a:cubicBezTo>
                    <a:pt x="755" y="1612"/>
                    <a:pt x="722" y="1558"/>
                    <a:pt x="719" y="1496"/>
                  </a:cubicBezTo>
                  <a:cubicBezTo>
                    <a:pt x="719" y="1458"/>
                    <a:pt x="739" y="1435"/>
                    <a:pt x="767" y="1435"/>
                  </a:cubicBezTo>
                  <a:close/>
                  <a:moveTo>
                    <a:pt x="8" y="0"/>
                  </a:moveTo>
                  <a:lnTo>
                    <a:pt x="0" y="3053"/>
                  </a:lnTo>
                  <a:lnTo>
                    <a:pt x="3583" y="5122"/>
                  </a:lnTo>
                  <a:lnTo>
                    <a:pt x="3592" y="2069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49" name="CustomShape 198"/>
            <p:cNvSpPr/>
            <p:nvPr/>
          </p:nvSpPr>
          <p:spPr>
            <a:xfrm>
              <a:off x="4664880" y="2158200"/>
              <a:ext cx="6480" cy="8280"/>
            </a:xfrm>
            <a:custGeom>
              <a:avLst/>
              <a:gdLst/>
              <a:ahLst/>
              <a:cxnLst/>
              <a:rect l="l" t="t" r="r" b="b"/>
              <a:pathLst>
                <a:path w="171" h="222">
                  <a:moveTo>
                    <a:pt x="47" y="1"/>
                  </a:moveTo>
                  <a:cubicBezTo>
                    <a:pt x="19" y="1"/>
                    <a:pt x="0" y="23"/>
                    <a:pt x="0" y="62"/>
                  </a:cubicBezTo>
                  <a:cubicBezTo>
                    <a:pt x="3" y="122"/>
                    <a:pt x="34" y="177"/>
                    <a:pt x="85" y="209"/>
                  </a:cubicBezTo>
                  <a:cubicBezTo>
                    <a:pt x="99" y="217"/>
                    <a:pt x="112" y="221"/>
                    <a:pt x="124" y="221"/>
                  </a:cubicBezTo>
                  <a:cubicBezTo>
                    <a:pt x="148" y="221"/>
                    <a:pt x="167" y="204"/>
                    <a:pt x="171" y="174"/>
                  </a:cubicBezTo>
                  <a:lnTo>
                    <a:pt x="85" y="125"/>
                  </a:lnTo>
                  <a:lnTo>
                    <a:pt x="85" y="97"/>
                  </a:lnTo>
                  <a:lnTo>
                    <a:pt x="171" y="145"/>
                  </a:lnTo>
                  <a:cubicBezTo>
                    <a:pt x="163" y="91"/>
                    <a:pt x="132" y="42"/>
                    <a:pt x="86" y="11"/>
                  </a:cubicBezTo>
                  <a:lnTo>
                    <a:pt x="86" y="13"/>
                  </a:lnTo>
                  <a:cubicBezTo>
                    <a:pt x="72" y="5"/>
                    <a:pt x="59" y="1"/>
                    <a:pt x="47" y="1"/>
                  </a:cubicBezTo>
                  <a:close/>
                </a:path>
              </a:pathLst>
            </a:custGeom>
            <a:solidFill>
              <a:srgbClr val="0C194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50" name="CustomShape 199"/>
            <p:cNvSpPr/>
            <p:nvPr/>
          </p:nvSpPr>
          <p:spPr>
            <a:xfrm>
              <a:off x="4740480" y="2202120"/>
              <a:ext cx="6480" cy="8280"/>
            </a:xfrm>
            <a:custGeom>
              <a:avLst/>
              <a:gdLst/>
              <a:ahLst/>
              <a:cxnLst/>
              <a:rect l="l" t="t" r="r" b="b"/>
              <a:pathLst>
                <a:path w="172" h="218">
                  <a:moveTo>
                    <a:pt x="47" y="1"/>
                  </a:moveTo>
                  <a:cubicBezTo>
                    <a:pt x="23" y="1"/>
                    <a:pt x="5" y="18"/>
                    <a:pt x="1" y="48"/>
                  </a:cubicBezTo>
                  <a:lnTo>
                    <a:pt x="68" y="87"/>
                  </a:lnTo>
                  <a:lnTo>
                    <a:pt x="68" y="87"/>
                  </a:lnTo>
                  <a:lnTo>
                    <a:pt x="65" y="77"/>
                  </a:lnTo>
                  <a:lnTo>
                    <a:pt x="87" y="96"/>
                  </a:lnTo>
                  <a:lnTo>
                    <a:pt x="104" y="107"/>
                  </a:lnTo>
                  <a:lnTo>
                    <a:pt x="104" y="113"/>
                  </a:lnTo>
                  <a:lnTo>
                    <a:pt x="170" y="176"/>
                  </a:lnTo>
                  <a:cubicBezTo>
                    <a:pt x="170" y="170"/>
                    <a:pt x="171" y="165"/>
                    <a:pt x="171" y="159"/>
                  </a:cubicBezTo>
                  <a:cubicBezTo>
                    <a:pt x="168" y="99"/>
                    <a:pt x="136" y="44"/>
                    <a:pt x="85" y="11"/>
                  </a:cubicBezTo>
                  <a:lnTo>
                    <a:pt x="85" y="13"/>
                  </a:lnTo>
                  <a:cubicBezTo>
                    <a:pt x="71" y="5"/>
                    <a:pt x="58" y="1"/>
                    <a:pt x="47" y="1"/>
                  </a:cubicBezTo>
                  <a:close/>
                  <a:moveTo>
                    <a:pt x="1" y="76"/>
                  </a:moveTo>
                  <a:lnTo>
                    <a:pt x="1" y="76"/>
                  </a:lnTo>
                  <a:cubicBezTo>
                    <a:pt x="8" y="131"/>
                    <a:pt x="39" y="179"/>
                    <a:pt x="85" y="210"/>
                  </a:cubicBezTo>
                  <a:cubicBezTo>
                    <a:pt x="90" y="213"/>
                    <a:pt x="95" y="216"/>
                    <a:pt x="101" y="217"/>
                  </a:cubicBezTo>
                  <a:lnTo>
                    <a:pt x="76" y="120"/>
                  </a:lnTo>
                  <a:lnTo>
                    <a:pt x="78" y="120"/>
                  </a:lnTo>
                  <a:lnTo>
                    <a:pt x="1" y="76"/>
                  </a:lnTo>
                  <a:close/>
                </a:path>
              </a:pathLst>
            </a:custGeom>
            <a:solidFill>
              <a:srgbClr val="0C194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51" name="CustomShape 200"/>
            <p:cNvSpPr/>
            <p:nvPr/>
          </p:nvSpPr>
          <p:spPr>
            <a:xfrm>
              <a:off x="4744800" y="2207880"/>
              <a:ext cx="7920" cy="10800"/>
            </a:xfrm>
            <a:custGeom>
              <a:avLst/>
              <a:gdLst/>
              <a:ahLst/>
              <a:cxnLst/>
              <a:rect l="l" t="t" r="r" b="b"/>
              <a:pathLst>
                <a:path w="211" h="285">
                  <a:moveTo>
                    <a:pt x="0" y="0"/>
                  </a:moveTo>
                  <a:lnTo>
                    <a:pt x="69" y="284"/>
                  </a:lnTo>
                  <a:lnTo>
                    <a:pt x="111" y="192"/>
                  </a:lnTo>
                  <a:lnTo>
                    <a:pt x="211" y="2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52" name="CustomShape 201"/>
            <p:cNvSpPr/>
            <p:nvPr/>
          </p:nvSpPr>
          <p:spPr>
            <a:xfrm>
              <a:off x="4743000" y="2205000"/>
              <a:ext cx="12240" cy="16560"/>
            </a:xfrm>
            <a:custGeom>
              <a:avLst/>
              <a:gdLst/>
              <a:ahLst/>
              <a:cxnLst/>
              <a:rect l="l" t="t" r="r" b="b"/>
              <a:pathLst>
                <a:path w="322" h="433">
                  <a:moveTo>
                    <a:pt x="0" y="0"/>
                  </a:moveTo>
                  <a:lnTo>
                    <a:pt x="3" y="11"/>
                  </a:lnTo>
                  <a:lnTo>
                    <a:pt x="23" y="22"/>
                  </a:lnTo>
                  <a:lnTo>
                    <a:pt x="2" y="2"/>
                  </a:lnTo>
                  <a:lnTo>
                    <a:pt x="0" y="0"/>
                  </a:lnTo>
                  <a:close/>
                  <a:moveTo>
                    <a:pt x="40" y="68"/>
                  </a:moveTo>
                  <a:lnTo>
                    <a:pt x="251" y="271"/>
                  </a:lnTo>
                  <a:lnTo>
                    <a:pt x="151" y="260"/>
                  </a:lnTo>
                  <a:lnTo>
                    <a:pt x="109" y="352"/>
                  </a:lnTo>
                  <a:lnTo>
                    <a:pt x="40" y="68"/>
                  </a:lnTo>
                  <a:close/>
                  <a:moveTo>
                    <a:pt x="39" y="37"/>
                  </a:moveTo>
                  <a:lnTo>
                    <a:pt x="39" y="60"/>
                  </a:lnTo>
                  <a:lnTo>
                    <a:pt x="11" y="43"/>
                  </a:lnTo>
                  <a:lnTo>
                    <a:pt x="36" y="140"/>
                  </a:lnTo>
                  <a:lnTo>
                    <a:pt x="106" y="432"/>
                  </a:lnTo>
                  <a:lnTo>
                    <a:pt x="169" y="292"/>
                  </a:lnTo>
                  <a:lnTo>
                    <a:pt x="321" y="309"/>
                  </a:lnTo>
                  <a:lnTo>
                    <a:pt x="105" y="100"/>
                  </a:lnTo>
                  <a:lnTo>
                    <a:pt x="39" y="37"/>
                  </a:lnTo>
                  <a:close/>
                </a:path>
              </a:pathLst>
            </a:custGeom>
            <a:solidFill>
              <a:srgbClr val="0C194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53" name="CustomShape 202"/>
            <p:cNvSpPr/>
            <p:nvPr/>
          </p:nvSpPr>
          <p:spPr>
            <a:xfrm>
              <a:off x="4668120" y="2162160"/>
              <a:ext cx="76320" cy="45000"/>
            </a:xfrm>
            <a:custGeom>
              <a:avLst/>
              <a:gdLst/>
              <a:ahLst/>
              <a:cxnLst/>
              <a:rect l="l" t="t" r="r" b="b"/>
              <a:pathLst>
                <a:path w="1946" h="1153">
                  <a:moveTo>
                    <a:pt x="0" y="0"/>
                  </a:moveTo>
                  <a:lnTo>
                    <a:pt x="0" y="28"/>
                  </a:lnTo>
                  <a:lnTo>
                    <a:pt x="85" y="77"/>
                  </a:lnTo>
                  <a:lnTo>
                    <a:pt x="781" y="480"/>
                  </a:lnTo>
                  <a:cubicBezTo>
                    <a:pt x="819" y="492"/>
                    <a:pt x="858" y="506"/>
                    <a:pt x="894" y="523"/>
                  </a:cubicBezTo>
                  <a:lnTo>
                    <a:pt x="894" y="516"/>
                  </a:lnTo>
                  <a:lnTo>
                    <a:pt x="85" y="49"/>
                  </a:lnTo>
                  <a:lnTo>
                    <a:pt x="0" y="0"/>
                  </a:lnTo>
                  <a:close/>
                  <a:moveTo>
                    <a:pt x="1090" y="630"/>
                  </a:moveTo>
                  <a:lnTo>
                    <a:pt x="1090" y="636"/>
                  </a:lnTo>
                  <a:cubicBezTo>
                    <a:pt x="1128" y="664"/>
                    <a:pt x="1166" y="693"/>
                    <a:pt x="1203" y="724"/>
                  </a:cubicBezTo>
                  <a:lnTo>
                    <a:pt x="1841" y="1092"/>
                  </a:lnTo>
                  <a:lnTo>
                    <a:pt x="1918" y="1135"/>
                  </a:lnTo>
                  <a:lnTo>
                    <a:pt x="1945" y="1152"/>
                  </a:lnTo>
                  <a:lnTo>
                    <a:pt x="1945" y="1123"/>
                  </a:lnTo>
                  <a:lnTo>
                    <a:pt x="1927" y="1112"/>
                  </a:lnTo>
                  <a:lnTo>
                    <a:pt x="1908" y="1102"/>
                  </a:lnTo>
                  <a:lnTo>
                    <a:pt x="1841" y="1063"/>
                  </a:lnTo>
                  <a:lnTo>
                    <a:pt x="1090" y="630"/>
                  </a:lnTo>
                  <a:close/>
                </a:path>
              </a:pathLst>
            </a:custGeom>
            <a:solidFill>
              <a:srgbClr val="0C194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54" name="CustomShape 203"/>
            <p:cNvSpPr/>
            <p:nvPr/>
          </p:nvSpPr>
          <p:spPr>
            <a:xfrm>
              <a:off x="4671360" y="2179800"/>
              <a:ext cx="71280" cy="61560"/>
            </a:xfrm>
            <a:custGeom>
              <a:avLst/>
              <a:gdLst/>
              <a:ahLst/>
              <a:cxnLst/>
              <a:rect l="l" t="t" r="r" b="b"/>
              <a:pathLst>
                <a:path w="1820" h="1574">
                  <a:moveTo>
                    <a:pt x="501" y="1"/>
                  </a:moveTo>
                  <a:cubicBezTo>
                    <a:pt x="233" y="1"/>
                    <a:pt x="39" y="190"/>
                    <a:pt x="0" y="524"/>
                  </a:cubicBezTo>
                  <a:lnTo>
                    <a:pt x="25" y="538"/>
                  </a:lnTo>
                  <a:cubicBezTo>
                    <a:pt x="63" y="215"/>
                    <a:pt x="253" y="32"/>
                    <a:pt x="513" y="32"/>
                  </a:cubicBezTo>
                  <a:cubicBezTo>
                    <a:pt x="606" y="32"/>
                    <a:pt x="707" y="55"/>
                    <a:pt x="814" y="103"/>
                  </a:cubicBezTo>
                  <a:lnTo>
                    <a:pt x="814" y="76"/>
                  </a:lnTo>
                  <a:cubicBezTo>
                    <a:pt x="778" y="59"/>
                    <a:pt x="739" y="45"/>
                    <a:pt x="701" y="33"/>
                  </a:cubicBezTo>
                  <a:cubicBezTo>
                    <a:pt x="631" y="11"/>
                    <a:pt x="564" y="1"/>
                    <a:pt x="501" y="1"/>
                  </a:cubicBezTo>
                  <a:close/>
                  <a:moveTo>
                    <a:pt x="1010" y="189"/>
                  </a:moveTo>
                  <a:lnTo>
                    <a:pt x="1010" y="217"/>
                  </a:lnTo>
                  <a:cubicBezTo>
                    <a:pt x="1418" y="506"/>
                    <a:pt x="1744" y="1062"/>
                    <a:pt x="1795" y="1560"/>
                  </a:cubicBezTo>
                  <a:lnTo>
                    <a:pt x="1819" y="1573"/>
                  </a:lnTo>
                  <a:cubicBezTo>
                    <a:pt x="1773" y="1108"/>
                    <a:pt x="1490" y="589"/>
                    <a:pt x="1123" y="277"/>
                  </a:cubicBezTo>
                  <a:cubicBezTo>
                    <a:pt x="1086" y="245"/>
                    <a:pt x="1048" y="215"/>
                    <a:pt x="1010" y="189"/>
                  </a:cubicBezTo>
                  <a:close/>
                </a:path>
              </a:pathLst>
            </a:custGeom>
            <a:solidFill>
              <a:srgbClr val="0C194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55" name="CustomShape 204"/>
            <p:cNvSpPr/>
            <p:nvPr/>
          </p:nvSpPr>
          <p:spPr>
            <a:xfrm>
              <a:off x="4704120" y="2180160"/>
              <a:ext cx="5400" cy="9720"/>
            </a:xfrm>
            <a:custGeom>
              <a:avLst/>
              <a:gdLst/>
              <a:ahLst/>
              <a:cxnLst/>
              <a:rect l="l" t="t" r="r" b="b"/>
              <a:pathLst>
                <a:path w="150" h="254">
                  <a:moveTo>
                    <a:pt x="2" y="0"/>
                  </a:moveTo>
                  <a:lnTo>
                    <a:pt x="1" y="169"/>
                  </a:lnTo>
                  <a:lnTo>
                    <a:pt x="148" y="254"/>
                  </a:lnTo>
                  <a:lnTo>
                    <a:pt x="150" y="85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56" name="CustomShape 205"/>
            <p:cNvSpPr/>
            <p:nvPr/>
          </p:nvSpPr>
          <p:spPr>
            <a:xfrm>
              <a:off x="4703400" y="2178720"/>
              <a:ext cx="7560" cy="12960"/>
            </a:xfrm>
            <a:custGeom>
              <a:avLst/>
              <a:gdLst/>
              <a:ahLst/>
              <a:cxnLst/>
              <a:rect l="l" t="t" r="r" b="b"/>
              <a:pathLst>
                <a:path w="197" h="339">
                  <a:moveTo>
                    <a:pt x="24" y="43"/>
                  </a:moveTo>
                  <a:lnTo>
                    <a:pt x="170" y="128"/>
                  </a:lnTo>
                  <a:lnTo>
                    <a:pt x="170" y="297"/>
                  </a:lnTo>
                  <a:lnTo>
                    <a:pt x="24" y="212"/>
                  </a:lnTo>
                  <a:lnTo>
                    <a:pt x="24" y="43"/>
                  </a:lnTo>
                  <a:close/>
                  <a:moveTo>
                    <a:pt x="1" y="0"/>
                  </a:moveTo>
                  <a:lnTo>
                    <a:pt x="1" y="98"/>
                  </a:lnTo>
                  <a:lnTo>
                    <a:pt x="1" y="134"/>
                  </a:lnTo>
                  <a:lnTo>
                    <a:pt x="1" y="226"/>
                  </a:lnTo>
                  <a:lnTo>
                    <a:pt x="196" y="338"/>
                  </a:lnTo>
                  <a:lnTo>
                    <a:pt x="196" y="1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C194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57" name="CustomShape 206"/>
            <p:cNvSpPr/>
            <p:nvPr/>
          </p:nvSpPr>
          <p:spPr>
            <a:xfrm>
              <a:off x="4668480" y="2199960"/>
              <a:ext cx="5400" cy="9720"/>
            </a:xfrm>
            <a:custGeom>
              <a:avLst/>
              <a:gdLst/>
              <a:ahLst/>
              <a:cxnLst/>
              <a:rect l="l" t="t" r="r" b="b"/>
              <a:pathLst>
                <a:path w="148" h="256">
                  <a:moveTo>
                    <a:pt x="2" y="0"/>
                  </a:moveTo>
                  <a:lnTo>
                    <a:pt x="0" y="169"/>
                  </a:lnTo>
                  <a:lnTo>
                    <a:pt x="148" y="255"/>
                  </a:lnTo>
                  <a:lnTo>
                    <a:pt x="148" y="86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58" name="CustomShape 207"/>
            <p:cNvSpPr/>
            <p:nvPr/>
          </p:nvSpPr>
          <p:spPr>
            <a:xfrm>
              <a:off x="4667400" y="2198160"/>
              <a:ext cx="7560" cy="12960"/>
            </a:xfrm>
            <a:custGeom>
              <a:avLst/>
              <a:gdLst/>
              <a:ahLst/>
              <a:cxnLst/>
              <a:rect l="l" t="t" r="r" b="b"/>
              <a:pathLst>
                <a:path w="198" h="339">
                  <a:moveTo>
                    <a:pt x="24" y="42"/>
                  </a:moveTo>
                  <a:lnTo>
                    <a:pt x="172" y="128"/>
                  </a:lnTo>
                  <a:lnTo>
                    <a:pt x="172" y="297"/>
                  </a:lnTo>
                  <a:lnTo>
                    <a:pt x="24" y="211"/>
                  </a:lnTo>
                  <a:lnTo>
                    <a:pt x="24" y="42"/>
                  </a:lnTo>
                  <a:close/>
                  <a:moveTo>
                    <a:pt x="1" y="1"/>
                  </a:moveTo>
                  <a:lnTo>
                    <a:pt x="1" y="225"/>
                  </a:lnTo>
                  <a:lnTo>
                    <a:pt x="198" y="339"/>
                  </a:lnTo>
                  <a:lnTo>
                    <a:pt x="198" y="114"/>
                  </a:lnTo>
                  <a:lnTo>
                    <a:pt x="121" y="70"/>
                  </a:lnTo>
                  <a:lnTo>
                    <a:pt x="96" y="5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C194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59" name="CustomShape 208"/>
            <p:cNvSpPr/>
            <p:nvPr/>
          </p:nvSpPr>
          <p:spPr>
            <a:xfrm>
              <a:off x="4739760" y="2241000"/>
              <a:ext cx="5400" cy="9720"/>
            </a:xfrm>
            <a:custGeom>
              <a:avLst/>
              <a:gdLst/>
              <a:ahLst/>
              <a:cxnLst/>
              <a:rect l="l" t="t" r="r" b="b"/>
              <a:pathLst>
                <a:path w="149" h="254">
                  <a:moveTo>
                    <a:pt x="1" y="0"/>
                  </a:moveTo>
                  <a:lnTo>
                    <a:pt x="1" y="169"/>
                  </a:lnTo>
                  <a:lnTo>
                    <a:pt x="147" y="254"/>
                  </a:lnTo>
                  <a:lnTo>
                    <a:pt x="148" y="8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60" name="CustomShape 209"/>
            <p:cNvSpPr/>
            <p:nvPr/>
          </p:nvSpPr>
          <p:spPr>
            <a:xfrm>
              <a:off x="4738680" y="2239200"/>
              <a:ext cx="7560" cy="12960"/>
            </a:xfrm>
            <a:custGeom>
              <a:avLst/>
              <a:gdLst/>
              <a:ahLst/>
              <a:cxnLst/>
              <a:rect l="l" t="t" r="r" b="b"/>
              <a:pathLst>
                <a:path w="198" h="338">
                  <a:moveTo>
                    <a:pt x="24" y="41"/>
                  </a:moveTo>
                  <a:lnTo>
                    <a:pt x="171" y="126"/>
                  </a:lnTo>
                  <a:lnTo>
                    <a:pt x="171" y="295"/>
                  </a:lnTo>
                  <a:lnTo>
                    <a:pt x="24" y="210"/>
                  </a:lnTo>
                  <a:lnTo>
                    <a:pt x="24" y="41"/>
                  </a:lnTo>
                  <a:close/>
                  <a:moveTo>
                    <a:pt x="1" y="0"/>
                  </a:moveTo>
                  <a:lnTo>
                    <a:pt x="1" y="224"/>
                  </a:lnTo>
                  <a:lnTo>
                    <a:pt x="197" y="338"/>
                  </a:lnTo>
                  <a:lnTo>
                    <a:pt x="197" y="112"/>
                  </a:lnTo>
                  <a:lnTo>
                    <a:pt x="104" y="58"/>
                  </a:lnTo>
                  <a:lnTo>
                    <a:pt x="79" y="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C194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sp>
        <p:nvSpPr>
          <p:cNvPr id="961" name="CustomShape 210"/>
          <p:cNvSpPr/>
          <p:nvPr/>
        </p:nvSpPr>
        <p:spPr>
          <a:xfrm>
            <a:off x="311760" y="341280"/>
            <a:ext cx="8520120" cy="572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/>
          <a:lstStyle/>
          <a:p>
            <a:pPr>
              <a:lnSpc>
                <a:spcPct val="100000"/>
              </a:lnSpc>
            </a:pPr>
            <a:r>
              <a:rPr lang="en-US" sz="3600" b="0" strike="noStrike" spc="-1">
                <a:solidFill>
                  <a:srgbClr val="96C7FE"/>
                </a:solidFill>
                <a:latin typeface="Dosis ExtraLight"/>
                <a:ea typeface="Dosis ExtraLight"/>
              </a:rPr>
              <a:t>IDENTIFIKASI MASALAH</a:t>
            </a:r>
            <a:endParaRPr lang="en-US" sz="3600" b="0" strike="noStrike" spc="-1">
              <a:latin typeface="Arial"/>
            </a:endParaRPr>
          </a:p>
        </p:txBody>
      </p:sp>
      <p:pic>
        <p:nvPicPr>
          <p:cNvPr id="962" name="Picture 252"/>
          <p:cNvPicPr/>
          <p:nvPr/>
        </p:nvPicPr>
        <p:blipFill>
          <a:blip r:embed="rId2"/>
          <a:stretch/>
        </p:blipFill>
        <p:spPr>
          <a:xfrm>
            <a:off x="8046000" y="-19080"/>
            <a:ext cx="1007640" cy="1106640"/>
          </a:xfrm>
          <a:prstGeom prst="rect">
            <a:avLst/>
          </a:prstGeom>
          <a:ln>
            <a:noFill/>
          </a:ln>
        </p:spPr>
      </p:pic>
      <p:grpSp>
        <p:nvGrpSpPr>
          <p:cNvPr id="963" name="Group 211"/>
          <p:cNvGrpSpPr/>
          <p:nvPr/>
        </p:nvGrpSpPr>
        <p:grpSpPr>
          <a:xfrm>
            <a:off x="1736640" y="2012400"/>
            <a:ext cx="322560" cy="590040"/>
            <a:chOff x="1736640" y="2012400"/>
            <a:chExt cx="322560" cy="590040"/>
          </a:xfrm>
        </p:grpSpPr>
        <p:grpSp>
          <p:nvGrpSpPr>
            <p:cNvPr id="964" name="Group 212"/>
            <p:cNvGrpSpPr/>
            <p:nvPr/>
          </p:nvGrpSpPr>
          <p:grpSpPr>
            <a:xfrm>
              <a:off x="1736640" y="2012400"/>
              <a:ext cx="322560" cy="590040"/>
              <a:chOff x="1736640" y="2012400"/>
              <a:chExt cx="322560" cy="590040"/>
            </a:xfrm>
          </p:grpSpPr>
          <p:sp>
            <p:nvSpPr>
              <p:cNvPr id="965" name="CustomShape 213"/>
              <p:cNvSpPr/>
              <p:nvPr/>
            </p:nvSpPr>
            <p:spPr>
              <a:xfrm>
                <a:off x="1766520" y="2012400"/>
                <a:ext cx="292680" cy="590040"/>
              </a:xfrm>
              <a:custGeom>
                <a:avLst/>
                <a:gdLst/>
                <a:ahLst/>
                <a:cxnLst/>
                <a:rect l="l" t="t" r="r" b="b"/>
                <a:pathLst>
                  <a:path w="34554" h="71434">
                    <a:moveTo>
                      <a:pt x="1575" y="0"/>
                    </a:moveTo>
                    <a:cubicBezTo>
                      <a:pt x="706" y="0"/>
                      <a:pt x="1" y="689"/>
                      <a:pt x="1" y="1557"/>
                    </a:cubicBezTo>
                    <a:lnTo>
                      <a:pt x="1" y="69876"/>
                    </a:lnTo>
                    <a:cubicBezTo>
                      <a:pt x="1" y="70728"/>
                      <a:pt x="706" y="71433"/>
                      <a:pt x="1575" y="71433"/>
                    </a:cubicBezTo>
                    <a:lnTo>
                      <a:pt x="32980" y="71433"/>
                    </a:lnTo>
                    <a:cubicBezTo>
                      <a:pt x="33849" y="71433"/>
                      <a:pt x="34554" y="70728"/>
                      <a:pt x="34554" y="69876"/>
                    </a:cubicBezTo>
                    <a:lnTo>
                      <a:pt x="34554" y="1557"/>
                    </a:lnTo>
                    <a:cubicBezTo>
                      <a:pt x="34554" y="689"/>
                      <a:pt x="33849" y="0"/>
                      <a:pt x="329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966" name="CustomShape 214"/>
              <p:cNvSpPr/>
              <p:nvPr/>
            </p:nvSpPr>
            <p:spPr>
              <a:xfrm>
                <a:off x="1736640" y="2012400"/>
                <a:ext cx="294480" cy="590040"/>
              </a:xfrm>
              <a:custGeom>
                <a:avLst/>
                <a:gdLst/>
                <a:ahLst/>
                <a:cxnLst/>
                <a:rect l="l" t="t" r="r" b="b"/>
                <a:pathLst>
                  <a:path w="34735" h="71451">
                    <a:moveTo>
                      <a:pt x="1787" y="1"/>
                    </a:moveTo>
                    <a:cubicBezTo>
                      <a:pt x="804" y="1"/>
                      <a:pt x="1" y="1115"/>
                      <a:pt x="1" y="2492"/>
                    </a:cubicBezTo>
                    <a:lnTo>
                      <a:pt x="1" y="68975"/>
                    </a:lnTo>
                    <a:cubicBezTo>
                      <a:pt x="1" y="70336"/>
                      <a:pt x="804" y="71450"/>
                      <a:pt x="1787" y="71450"/>
                    </a:cubicBezTo>
                    <a:lnTo>
                      <a:pt x="34734" y="71450"/>
                    </a:lnTo>
                    <a:lnTo>
                      <a:pt x="3473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967" name="CustomShape 215"/>
              <p:cNvSpPr/>
              <p:nvPr/>
            </p:nvSpPr>
            <p:spPr>
              <a:xfrm>
                <a:off x="1762200" y="2044080"/>
                <a:ext cx="275760" cy="494280"/>
              </a:xfrm>
              <a:custGeom>
                <a:avLst/>
                <a:gdLst/>
                <a:ahLst/>
                <a:cxnLst/>
                <a:rect l="l" t="t" r="r" b="b"/>
                <a:pathLst>
                  <a:path w="32538" h="60944">
                    <a:moveTo>
                      <a:pt x="427" y="0"/>
                    </a:moveTo>
                    <a:cubicBezTo>
                      <a:pt x="198" y="0"/>
                      <a:pt x="1" y="197"/>
                      <a:pt x="1" y="426"/>
                    </a:cubicBezTo>
                    <a:lnTo>
                      <a:pt x="1" y="60533"/>
                    </a:lnTo>
                    <a:cubicBezTo>
                      <a:pt x="1" y="60763"/>
                      <a:pt x="198" y="60943"/>
                      <a:pt x="427" y="60943"/>
                    </a:cubicBezTo>
                    <a:lnTo>
                      <a:pt x="32128" y="60943"/>
                    </a:lnTo>
                    <a:cubicBezTo>
                      <a:pt x="32357" y="60943"/>
                      <a:pt x="32538" y="60763"/>
                      <a:pt x="32538" y="60533"/>
                    </a:cubicBezTo>
                    <a:lnTo>
                      <a:pt x="32538" y="426"/>
                    </a:lnTo>
                    <a:cubicBezTo>
                      <a:pt x="32538" y="197"/>
                      <a:pt x="32357" y="0"/>
                      <a:pt x="3212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968" name="CustomShape 216"/>
              <p:cNvSpPr/>
              <p:nvPr/>
            </p:nvSpPr>
            <p:spPr>
              <a:xfrm>
                <a:off x="1885680" y="2554200"/>
                <a:ext cx="32400" cy="27720"/>
              </a:xfrm>
              <a:custGeom>
                <a:avLst/>
                <a:gdLst/>
                <a:ahLst/>
                <a:cxnLst/>
                <a:rect l="l" t="t" r="r" b="b"/>
                <a:pathLst>
                  <a:path w="3870" h="3326">
                    <a:moveTo>
                      <a:pt x="2214" y="358"/>
                    </a:moveTo>
                    <a:lnTo>
                      <a:pt x="2214" y="375"/>
                    </a:lnTo>
                    <a:cubicBezTo>
                      <a:pt x="2935" y="375"/>
                      <a:pt x="3509" y="948"/>
                      <a:pt x="3525" y="1670"/>
                    </a:cubicBezTo>
                    <a:cubicBezTo>
                      <a:pt x="3525" y="2456"/>
                      <a:pt x="2882" y="2973"/>
                      <a:pt x="2212" y="2973"/>
                    </a:cubicBezTo>
                    <a:cubicBezTo>
                      <a:pt x="1890" y="2973"/>
                      <a:pt x="1562" y="2853"/>
                      <a:pt x="1296" y="2587"/>
                    </a:cubicBezTo>
                    <a:cubicBezTo>
                      <a:pt x="476" y="1768"/>
                      <a:pt x="1066" y="358"/>
                      <a:pt x="2214" y="358"/>
                    </a:cubicBezTo>
                    <a:close/>
                    <a:moveTo>
                      <a:pt x="2197" y="1"/>
                    </a:moveTo>
                    <a:cubicBezTo>
                      <a:pt x="1793" y="1"/>
                      <a:pt x="1383" y="152"/>
                      <a:pt x="1050" y="489"/>
                    </a:cubicBezTo>
                    <a:cubicBezTo>
                      <a:pt x="1" y="1538"/>
                      <a:pt x="739" y="3325"/>
                      <a:pt x="2214" y="3325"/>
                    </a:cubicBezTo>
                    <a:cubicBezTo>
                      <a:pt x="3132" y="3325"/>
                      <a:pt x="3869" y="2587"/>
                      <a:pt x="3869" y="1670"/>
                    </a:cubicBezTo>
                    <a:cubicBezTo>
                      <a:pt x="3869" y="669"/>
                      <a:pt x="3048" y="1"/>
                      <a:pt x="219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969" name="CustomShape 217"/>
              <p:cNvSpPr/>
              <p:nvPr/>
            </p:nvSpPr>
            <p:spPr>
              <a:xfrm>
                <a:off x="1806480" y="2566800"/>
                <a:ext cx="27720" cy="288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361">
                    <a:moveTo>
                      <a:pt x="1" y="0"/>
                    </a:moveTo>
                    <a:lnTo>
                      <a:pt x="1" y="361"/>
                    </a:lnTo>
                    <a:lnTo>
                      <a:pt x="3312" y="361"/>
                    </a:lnTo>
                    <a:lnTo>
                      <a:pt x="331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970" name="CustomShape 218"/>
              <p:cNvSpPr/>
              <p:nvPr/>
            </p:nvSpPr>
            <p:spPr>
              <a:xfrm>
                <a:off x="1973880" y="2559960"/>
                <a:ext cx="20160" cy="16200"/>
              </a:xfrm>
              <a:custGeom>
                <a:avLst/>
                <a:gdLst/>
                <a:ahLst/>
                <a:cxnLst/>
                <a:rect l="l" t="t" r="r" b="b"/>
                <a:pathLst>
                  <a:path w="2427" h="1951">
                    <a:moveTo>
                      <a:pt x="2328" y="0"/>
                    </a:moveTo>
                    <a:lnTo>
                      <a:pt x="328" y="656"/>
                    </a:lnTo>
                    <a:cubicBezTo>
                      <a:pt x="148" y="688"/>
                      <a:pt x="0" y="836"/>
                      <a:pt x="0" y="1033"/>
                    </a:cubicBezTo>
                    <a:cubicBezTo>
                      <a:pt x="0" y="1197"/>
                      <a:pt x="132" y="1328"/>
                      <a:pt x="361" y="1393"/>
                    </a:cubicBezTo>
                    <a:lnTo>
                      <a:pt x="2328" y="1951"/>
                    </a:lnTo>
                    <a:lnTo>
                      <a:pt x="2426" y="1606"/>
                    </a:lnTo>
                    <a:lnTo>
                      <a:pt x="459" y="1049"/>
                    </a:lnTo>
                    <a:cubicBezTo>
                      <a:pt x="427" y="1049"/>
                      <a:pt x="394" y="1033"/>
                      <a:pt x="377" y="1016"/>
                    </a:cubicBezTo>
                    <a:lnTo>
                      <a:pt x="427" y="1000"/>
                    </a:lnTo>
                    <a:lnTo>
                      <a:pt x="2426" y="344"/>
                    </a:lnTo>
                    <a:lnTo>
                      <a:pt x="232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971" name="CustomShape 219"/>
              <p:cNvSpPr/>
              <p:nvPr/>
            </p:nvSpPr>
            <p:spPr>
              <a:xfrm>
                <a:off x="1861560" y="2026080"/>
                <a:ext cx="80280" cy="468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574">
                    <a:moveTo>
                      <a:pt x="164" y="0"/>
                    </a:moveTo>
                    <a:cubicBezTo>
                      <a:pt x="82" y="0"/>
                      <a:pt x="0" y="82"/>
                      <a:pt x="0" y="164"/>
                    </a:cubicBezTo>
                    <a:lnTo>
                      <a:pt x="0" y="410"/>
                    </a:lnTo>
                    <a:cubicBezTo>
                      <a:pt x="0" y="492"/>
                      <a:pt x="82" y="574"/>
                      <a:pt x="164" y="574"/>
                    </a:cubicBezTo>
                    <a:lnTo>
                      <a:pt x="9359" y="574"/>
                    </a:lnTo>
                    <a:cubicBezTo>
                      <a:pt x="9458" y="574"/>
                      <a:pt x="9523" y="492"/>
                      <a:pt x="9523" y="410"/>
                    </a:cubicBezTo>
                    <a:lnTo>
                      <a:pt x="9523" y="164"/>
                    </a:lnTo>
                    <a:cubicBezTo>
                      <a:pt x="9523" y="82"/>
                      <a:pt x="9458" y="0"/>
                      <a:pt x="935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</p:grpSp>
        <p:pic>
          <p:nvPicPr>
            <p:cNvPr id="972" name="Google Shape;2017;p52"/>
            <p:cNvPicPr/>
            <p:nvPr/>
          </p:nvPicPr>
          <p:blipFill>
            <a:blip r:embed="rId3"/>
            <a:srcRect l="-9" b="-4459"/>
            <a:stretch/>
          </p:blipFill>
          <p:spPr>
            <a:xfrm>
              <a:off x="1758600" y="2041920"/>
              <a:ext cx="279000" cy="518040"/>
            </a:xfrm>
            <a:prstGeom prst="rect">
              <a:avLst/>
            </a:prstGeom>
            <a:ln>
              <a:noFill/>
            </a:ln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CustomShape 1"/>
          <p:cNvSpPr/>
          <p:nvPr/>
        </p:nvSpPr>
        <p:spPr>
          <a:xfrm>
            <a:off x="865440" y="-1134720"/>
            <a:ext cx="7412760" cy="74127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74" name="TextShape 2"/>
          <p:cNvSpPr txBox="1"/>
          <p:nvPr/>
        </p:nvSpPr>
        <p:spPr>
          <a:xfrm>
            <a:off x="2831040" y="2347920"/>
            <a:ext cx="4659840" cy="452880"/>
          </a:xfrm>
          <a:prstGeom prst="rect">
            <a:avLst/>
          </a:prstGeom>
          <a:noFill/>
          <a:ln>
            <a:noFill/>
          </a:ln>
        </p:spPr>
        <p:txBody>
          <a:bodyPr tIns="91440" bIns="91440" anchor="b"/>
          <a:lstStyle/>
          <a:p>
            <a:pPr algn="r">
              <a:lnSpc>
                <a:spcPct val="100000"/>
              </a:lnSpc>
            </a:pPr>
            <a:r>
              <a:rPr lang="en-US" sz="4000" b="0" strike="noStrike" spc="-1">
                <a:solidFill>
                  <a:srgbClr val="324788"/>
                </a:solidFill>
                <a:latin typeface="Dosis ExtraLight"/>
                <a:ea typeface="Dosis ExtraLight"/>
              </a:rPr>
              <a:t>TUJUAN</a:t>
            </a:r>
            <a:br/>
            <a:r>
              <a:rPr lang="en-US" sz="4000" b="0" strike="noStrike" spc="-1">
                <a:solidFill>
                  <a:srgbClr val="324788"/>
                </a:solidFill>
                <a:latin typeface="Dosis ExtraLight"/>
                <a:ea typeface="Dosis ExtraLight"/>
              </a:rPr>
              <a:t>PENELITIAN</a:t>
            </a:r>
            <a:endParaRPr lang="en-US" sz="4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5" name="TextShape 3"/>
          <p:cNvSpPr txBox="1"/>
          <p:nvPr/>
        </p:nvSpPr>
        <p:spPr>
          <a:xfrm>
            <a:off x="5250600" y="2991600"/>
            <a:ext cx="2240280" cy="577440"/>
          </a:xfrm>
          <a:prstGeom prst="rect">
            <a:avLst/>
          </a:prstGeom>
          <a:noFill/>
          <a:ln>
            <a:noFill/>
          </a:ln>
        </p:spPr>
        <p:txBody>
          <a:bodyPr tIns="91440" bIns="91440" anchor="ctr"/>
          <a:lstStyle/>
          <a:p>
            <a:pPr algn="r">
              <a:lnSpc>
                <a:spcPct val="100000"/>
              </a:lnSpc>
            </a:pPr>
            <a:r>
              <a:rPr lang="en-US" sz="9600" b="0" strike="noStrike" spc="-1">
                <a:solidFill>
                  <a:srgbClr val="F5FBFB"/>
                </a:solidFill>
                <a:latin typeface="Dosis ExtraLight"/>
                <a:ea typeface="Dosis ExtraLight"/>
              </a:rPr>
              <a:t>03</a:t>
            </a:r>
            <a:endParaRPr lang="en-US" sz="96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976" name="Group 4"/>
          <p:cNvGrpSpPr/>
          <p:nvPr/>
        </p:nvGrpSpPr>
        <p:grpSpPr>
          <a:xfrm>
            <a:off x="865440" y="673560"/>
            <a:ext cx="2626920" cy="3929760"/>
            <a:chOff x="865440" y="673560"/>
            <a:chExt cx="2626920" cy="3929760"/>
          </a:xfrm>
        </p:grpSpPr>
        <p:sp>
          <p:nvSpPr>
            <p:cNvPr id="977" name="CustomShape 5"/>
            <p:cNvSpPr/>
            <p:nvPr/>
          </p:nvSpPr>
          <p:spPr>
            <a:xfrm>
              <a:off x="865440" y="3090960"/>
              <a:ext cx="2626920" cy="1512360"/>
            </a:xfrm>
            <a:custGeom>
              <a:avLst/>
              <a:gdLst/>
              <a:ahLst/>
              <a:cxnLst/>
              <a:rect l="l" t="t" r="r" b="b"/>
              <a:pathLst>
                <a:path w="31867" h="18345">
                  <a:moveTo>
                    <a:pt x="18040" y="0"/>
                  </a:moveTo>
                  <a:cubicBezTo>
                    <a:pt x="17920" y="0"/>
                    <a:pt x="17800" y="26"/>
                    <a:pt x="17708" y="79"/>
                  </a:cubicBezTo>
                  <a:lnTo>
                    <a:pt x="182" y="10196"/>
                  </a:lnTo>
                  <a:cubicBezTo>
                    <a:pt x="0" y="10303"/>
                    <a:pt x="0" y="10474"/>
                    <a:pt x="182" y="10579"/>
                  </a:cubicBezTo>
                  <a:lnTo>
                    <a:pt x="13496" y="18266"/>
                  </a:lnTo>
                  <a:cubicBezTo>
                    <a:pt x="13588" y="18319"/>
                    <a:pt x="13708" y="18345"/>
                    <a:pt x="13827" y="18345"/>
                  </a:cubicBezTo>
                  <a:cubicBezTo>
                    <a:pt x="13947" y="18345"/>
                    <a:pt x="14067" y="18319"/>
                    <a:pt x="14159" y="18266"/>
                  </a:cubicBezTo>
                  <a:lnTo>
                    <a:pt x="31685" y="8149"/>
                  </a:lnTo>
                  <a:cubicBezTo>
                    <a:pt x="31867" y="8043"/>
                    <a:pt x="31867" y="7871"/>
                    <a:pt x="31685" y="7766"/>
                  </a:cubicBezTo>
                  <a:lnTo>
                    <a:pt x="18371" y="79"/>
                  </a:lnTo>
                  <a:cubicBezTo>
                    <a:pt x="18280" y="26"/>
                    <a:pt x="18160" y="0"/>
                    <a:pt x="18040" y="0"/>
                  </a:cubicBezTo>
                  <a:close/>
                </a:path>
              </a:pathLst>
            </a:custGeom>
            <a:solidFill>
              <a:srgbClr val="C1CFF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78" name="CustomShape 6"/>
            <p:cNvSpPr/>
            <p:nvPr/>
          </p:nvSpPr>
          <p:spPr>
            <a:xfrm>
              <a:off x="2003040" y="3627360"/>
              <a:ext cx="1429200" cy="892800"/>
            </a:xfrm>
            <a:custGeom>
              <a:avLst/>
              <a:gdLst/>
              <a:ahLst/>
              <a:cxnLst/>
              <a:rect l="l" t="t" r="r" b="b"/>
              <a:pathLst>
                <a:path w="17339" h="10834">
                  <a:moveTo>
                    <a:pt x="17338" y="1"/>
                  </a:moveTo>
                  <a:cubicBezTo>
                    <a:pt x="17338" y="251"/>
                    <a:pt x="17081" y="401"/>
                    <a:pt x="16964" y="469"/>
                  </a:cubicBezTo>
                  <a:lnTo>
                    <a:pt x="1403" y="9455"/>
                  </a:lnTo>
                  <a:cubicBezTo>
                    <a:pt x="1403" y="9456"/>
                    <a:pt x="747" y="9833"/>
                    <a:pt x="747" y="9833"/>
                  </a:cubicBezTo>
                  <a:cubicBezTo>
                    <a:pt x="540" y="9953"/>
                    <a:pt x="271" y="10013"/>
                    <a:pt x="1" y="10013"/>
                  </a:cubicBezTo>
                  <a:lnTo>
                    <a:pt x="1" y="10834"/>
                  </a:lnTo>
                  <a:cubicBezTo>
                    <a:pt x="6" y="10834"/>
                    <a:pt x="11" y="10834"/>
                    <a:pt x="16" y="10834"/>
                  </a:cubicBezTo>
                  <a:cubicBezTo>
                    <a:pt x="264" y="10834"/>
                    <a:pt x="511" y="10777"/>
                    <a:pt x="702" y="10667"/>
                  </a:cubicBezTo>
                  <a:cubicBezTo>
                    <a:pt x="798" y="10612"/>
                    <a:pt x="890" y="10559"/>
                    <a:pt x="974" y="10510"/>
                  </a:cubicBezTo>
                  <a:lnTo>
                    <a:pt x="1094" y="10440"/>
                  </a:lnTo>
                  <a:cubicBezTo>
                    <a:pt x="1149" y="10410"/>
                    <a:pt x="1199" y="10380"/>
                    <a:pt x="1242" y="10356"/>
                  </a:cubicBezTo>
                  <a:cubicBezTo>
                    <a:pt x="1264" y="10343"/>
                    <a:pt x="1283" y="10332"/>
                    <a:pt x="1301" y="10322"/>
                  </a:cubicBezTo>
                  <a:cubicBezTo>
                    <a:pt x="1318" y="10311"/>
                    <a:pt x="1334" y="10303"/>
                    <a:pt x="1347" y="10294"/>
                  </a:cubicBezTo>
                  <a:cubicBezTo>
                    <a:pt x="1364" y="10284"/>
                    <a:pt x="1378" y="10276"/>
                    <a:pt x="1389" y="10271"/>
                  </a:cubicBezTo>
                  <a:lnTo>
                    <a:pt x="1403" y="10263"/>
                  </a:lnTo>
                  <a:lnTo>
                    <a:pt x="16964" y="1279"/>
                  </a:lnTo>
                  <a:cubicBezTo>
                    <a:pt x="17171" y="1159"/>
                    <a:pt x="17338" y="882"/>
                    <a:pt x="17338" y="658"/>
                  </a:cubicBezTo>
                  <a:lnTo>
                    <a:pt x="17338" y="1"/>
                  </a:lnTo>
                  <a:close/>
                </a:path>
              </a:pathLst>
            </a:custGeom>
            <a:solidFill>
              <a:srgbClr val="BF2878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79" name="CustomShape 7"/>
            <p:cNvSpPr/>
            <p:nvPr/>
          </p:nvSpPr>
          <p:spPr>
            <a:xfrm>
              <a:off x="947160" y="2991600"/>
              <a:ext cx="2493360" cy="1460880"/>
            </a:xfrm>
            <a:custGeom>
              <a:avLst/>
              <a:gdLst/>
              <a:ahLst/>
              <a:cxnLst/>
              <a:rect l="l" t="t" r="r" b="b"/>
              <a:pathLst>
                <a:path w="30247" h="17724">
                  <a:moveTo>
                    <a:pt x="17506" y="0"/>
                  </a:moveTo>
                  <a:cubicBezTo>
                    <a:pt x="17237" y="0"/>
                    <a:pt x="16970" y="59"/>
                    <a:pt x="16765" y="175"/>
                  </a:cubicBezTo>
                  <a:lnTo>
                    <a:pt x="2547" y="8408"/>
                  </a:lnTo>
                  <a:lnTo>
                    <a:pt x="2547" y="9217"/>
                  </a:lnTo>
                  <a:lnTo>
                    <a:pt x="3" y="10270"/>
                  </a:lnTo>
                  <a:lnTo>
                    <a:pt x="1" y="10272"/>
                  </a:lnTo>
                  <a:cubicBezTo>
                    <a:pt x="2" y="10281"/>
                    <a:pt x="3" y="10289"/>
                    <a:pt x="7" y="10298"/>
                  </a:cubicBezTo>
                  <a:cubicBezTo>
                    <a:pt x="4" y="10304"/>
                    <a:pt x="6" y="10310"/>
                    <a:pt x="8" y="10315"/>
                  </a:cubicBezTo>
                  <a:cubicBezTo>
                    <a:pt x="12" y="10338"/>
                    <a:pt x="16" y="10359"/>
                    <a:pt x="22" y="10381"/>
                  </a:cubicBezTo>
                  <a:cubicBezTo>
                    <a:pt x="30" y="10406"/>
                    <a:pt x="39" y="10430"/>
                    <a:pt x="50" y="10455"/>
                  </a:cubicBezTo>
                  <a:cubicBezTo>
                    <a:pt x="61" y="10480"/>
                    <a:pt x="73" y="10504"/>
                    <a:pt x="86" y="10527"/>
                  </a:cubicBezTo>
                  <a:cubicBezTo>
                    <a:pt x="100" y="10551"/>
                    <a:pt x="115" y="10574"/>
                    <a:pt x="132" y="10595"/>
                  </a:cubicBezTo>
                  <a:cubicBezTo>
                    <a:pt x="144" y="10611"/>
                    <a:pt x="156" y="10627"/>
                    <a:pt x="170" y="10643"/>
                  </a:cubicBezTo>
                  <a:lnTo>
                    <a:pt x="200" y="10673"/>
                  </a:lnTo>
                  <a:cubicBezTo>
                    <a:pt x="215" y="10689"/>
                    <a:pt x="232" y="10703"/>
                    <a:pt x="249" y="10716"/>
                  </a:cubicBezTo>
                  <a:cubicBezTo>
                    <a:pt x="265" y="10728"/>
                    <a:pt x="282" y="10741"/>
                    <a:pt x="298" y="10750"/>
                  </a:cubicBezTo>
                  <a:lnTo>
                    <a:pt x="11404" y="17165"/>
                  </a:lnTo>
                  <a:lnTo>
                    <a:pt x="11406" y="17165"/>
                  </a:lnTo>
                  <a:lnTo>
                    <a:pt x="12060" y="17542"/>
                  </a:lnTo>
                  <a:cubicBezTo>
                    <a:pt x="12278" y="17664"/>
                    <a:pt x="12528" y="17723"/>
                    <a:pt x="12807" y="17723"/>
                  </a:cubicBezTo>
                  <a:cubicBezTo>
                    <a:pt x="13076" y="17723"/>
                    <a:pt x="13346" y="17663"/>
                    <a:pt x="13553" y="17543"/>
                  </a:cubicBezTo>
                  <a:lnTo>
                    <a:pt x="14207" y="17166"/>
                  </a:lnTo>
                  <a:lnTo>
                    <a:pt x="29834" y="8145"/>
                  </a:lnTo>
                  <a:cubicBezTo>
                    <a:pt x="30247" y="7906"/>
                    <a:pt x="30247" y="7519"/>
                    <a:pt x="29836" y="7279"/>
                  </a:cubicBezTo>
                  <a:lnTo>
                    <a:pt x="28144" y="6287"/>
                  </a:lnTo>
                  <a:lnTo>
                    <a:pt x="18258" y="181"/>
                  </a:lnTo>
                  <a:cubicBezTo>
                    <a:pt x="18051" y="60"/>
                    <a:pt x="17778" y="0"/>
                    <a:pt x="17506" y="0"/>
                  </a:cubicBezTo>
                  <a:close/>
                </a:path>
              </a:pathLst>
            </a:custGeom>
            <a:solidFill>
              <a:srgbClr val="AF2A6E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80" name="CustomShape 8"/>
            <p:cNvSpPr/>
            <p:nvPr/>
          </p:nvSpPr>
          <p:spPr>
            <a:xfrm>
              <a:off x="983160" y="3402000"/>
              <a:ext cx="2409480" cy="1016640"/>
            </a:xfrm>
            <a:custGeom>
              <a:avLst/>
              <a:gdLst/>
              <a:ahLst/>
              <a:cxnLst/>
              <a:rect l="l" t="t" r="r" b="b"/>
              <a:pathLst>
                <a:path w="29228" h="12336">
                  <a:moveTo>
                    <a:pt x="29228" y="0"/>
                  </a:moveTo>
                  <a:lnTo>
                    <a:pt x="12372" y="9762"/>
                  </a:lnTo>
                  <a:lnTo>
                    <a:pt x="0" y="2620"/>
                  </a:lnTo>
                  <a:lnTo>
                    <a:pt x="2" y="5327"/>
                  </a:lnTo>
                  <a:lnTo>
                    <a:pt x="11940" y="12220"/>
                  </a:lnTo>
                  <a:cubicBezTo>
                    <a:pt x="12073" y="12297"/>
                    <a:pt x="12222" y="12335"/>
                    <a:pt x="12371" y="12335"/>
                  </a:cubicBezTo>
                  <a:cubicBezTo>
                    <a:pt x="12520" y="12335"/>
                    <a:pt x="12669" y="12297"/>
                    <a:pt x="12802" y="12220"/>
                  </a:cubicBezTo>
                  <a:lnTo>
                    <a:pt x="29012" y="2861"/>
                  </a:lnTo>
                  <a:cubicBezTo>
                    <a:pt x="29146" y="2784"/>
                    <a:pt x="29228" y="2641"/>
                    <a:pt x="29228" y="2488"/>
                  </a:cubicBezTo>
                  <a:lnTo>
                    <a:pt x="2922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81" name="CustomShape 9"/>
            <p:cNvSpPr/>
            <p:nvPr/>
          </p:nvSpPr>
          <p:spPr>
            <a:xfrm>
              <a:off x="2003040" y="3402000"/>
              <a:ext cx="1389600" cy="1016640"/>
            </a:xfrm>
            <a:custGeom>
              <a:avLst/>
              <a:gdLst/>
              <a:ahLst/>
              <a:cxnLst/>
              <a:rect l="l" t="t" r="r" b="b"/>
              <a:pathLst>
                <a:path w="16859" h="12336">
                  <a:moveTo>
                    <a:pt x="16858" y="0"/>
                  </a:moveTo>
                  <a:lnTo>
                    <a:pt x="1" y="9762"/>
                  </a:lnTo>
                  <a:lnTo>
                    <a:pt x="1" y="12335"/>
                  </a:lnTo>
                  <a:cubicBezTo>
                    <a:pt x="153" y="12335"/>
                    <a:pt x="301" y="12296"/>
                    <a:pt x="432" y="12220"/>
                  </a:cubicBezTo>
                  <a:lnTo>
                    <a:pt x="16642" y="2861"/>
                  </a:lnTo>
                  <a:cubicBezTo>
                    <a:pt x="16775" y="2785"/>
                    <a:pt x="16857" y="2643"/>
                    <a:pt x="16858" y="2488"/>
                  </a:cubicBezTo>
                  <a:lnTo>
                    <a:pt x="16858" y="0"/>
                  </a:lnTo>
                  <a:close/>
                </a:path>
              </a:pathLst>
            </a:custGeom>
            <a:solidFill>
              <a:srgbClr val="DAE6EA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82" name="CustomShape 10"/>
            <p:cNvSpPr/>
            <p:nvPr/>
          </p:nvSpPr>
          <p:spPr>
            <a:xfrm>
              <a:off x="2003040" y="3327480"/>
              <a:ext cx="1429200" cy="892800"/>
            </a:xfrm>
            <a:custGeom>
              <a:avLst/>
              <a:gdLst/>
              <a:ahLst/>
              <a:cxnLst/>
              <a:rect l="l" t="t" r="r" b="b"/>
              <a:pathLst>
                <a:path w="17339" h="10834">
                  <a:moveTo>
                    <a:pt x="17338" y="0"/>
                  </a:moveTo>
                  <a:cubicBezTo>
                    <a:pt x="17338" y="259"/>
                    <a:pt x="17074" y="405"/>
                    <a:pt x="16966" y="469"/>
                  </a:cubicBezTo>
                  <a:lnTo>
                    <a:pt x="12053" y="3306"/>
                  </a:lnTo>
                  <a:lnTo>
                    <a:pt x="1404" y="9453"/>
                  </a:lnTo>
                  <a:cubicBezTo>
                    <a:pt x="1401" y="9453"/>
                    <a:pt x="750" y="9829"/>
                    <a:pt x="750" y="9829"/>
                  </a:cubicBezTo>
                  <a:cubicBezTo>
                    <a:pt x="541" y="9950"/>
                    <a:pt x="272" y="10008"/>
                    <a:pt x="1" y="10008"/>
                  </a:cubicBezTo>
                  <a:lnTo>
                    <a:pt x="1" y="10833"/>
                  </a:lnTo>
                  <a:cubicBezTo>
                    <a:pt x="3" y="10833"/>
                    <a:pt x="6" y="10833"/>
                    <a:pt x="8" y="10833"/>
                  </a:cubicBezTo>
                  <a:cubicBezTo>
                    <a:pt x="259" y="10833"/>
                    <a:pt x="509" y="10777"/>
                    <a:pt x="703" y="10666"/>
                  </a:cubicBezTo>
                  <a:cubicBezTo>
                    <a:pt x="799" y="10610"/>
                    <a:pt x="891" y="10557"/>
                    <a:pt x="975" y="10509"/>
                  </a:cubicBezTo>
                  <a:lnTo>
                    <a:pt x="1094" y="10440"/>
                  </a:lnTo>
                  <a:cubicBezTo>
                    <a:pt x="1225" y="10365"/>
                    <a:pt x="1323" y="10309"/>
                    <a:pt x="1371" y="10280"/>
                  </a:cubicBezTo>
                  <a:lnTo>
                    <a:pt x="1399" y="10264"/>
                  </a:lnTo>
                  <a:cubicBezTo>
                    <a:pt x="1403" y="10263"/>
                    <a:pt x="12754" y="3710"/>
                    <a:pt x="12754" y="3710"/>
                  </a:cubicBezTo>
                  <a:lnTo>
                    <a:pt x="16964" y="1277"/>
                  </a:lnTo>
                  <a:cubicBezTo>
                    <a:pt x="17171" y="1159"/>
                    <a:pt x="17338" y="880"/>
                    <a:pt x="17338" y="657"/>
                  </a:cubicBezTo>
                  <a:lnTo>
                    <a:pt x="17338" y="0"/>
                  </a:lnTo>
                  <a:close/>
                </a:path>
              </a:pathLst>
            </a:custGeom>
            <a:solidFill>
              <a:srgbClr val="BF2878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83" name="CustomShape 11"/>
            <p:cNvSpPr/>
            <p:nvPr/>
          </p:nvSpPr>
          <p:spPr>
            <a:xfrm>
              <a:off x="906480" y="2724840"/>
              <a:ext cx="2534040" cy="1427400"/>
            </a:xfrm>
            <a:custGeom>
              <a:avLst/>
              <a:gdLst/>
              <a:ahLst/>
              <a:cxnLst/>
              <a:rect l="l" t="t" r="r" b="b"/>
              <a:pathLst>
                <a:path w="30739" h="17318">
                  <a:moveTo>
                    <a:pt x="28" y="10141"/>
                  </a:moveTo>
                  <a:cubicBezTo>
                    <a:pt x="18" y="10145"/>
                    <a:pt x="8" y="10151"/>
                    <a:pt x="0" y="10157"/>
                  </a:cubicBezTo>
                  <a:lnTo>
                    <a:pt x="28" y="10141"/>
                  </a:lnTo>
                  <a:close/>
                  <a:moveTo>
                    <a:pt x="17997" y="1"/>
                  </a:moveTo>
                  <a:cubicBezTo>
                    <a:pt x="17729" y="1"/>
                    <a:pt x="17462" y="59"/>
                    <a:pt x="17257" y="177"/>
                  </a:cubicBezTo>
                  <a:lnTo>
                    <a:pt x="28" y="10141"/>
                  </a:lnTo>
                  <a:lnTo>
                    <a:pt x="28" y="10141"/>
                  </a:lnTo>
                  <a:cubicBezTo>
                    <a:pt x="31" y="10140"/>
                    <a:pt x="34" y="10139"/>
                    <a:pt x="38" y="10138"/>
                  </a:cubicBezTo>
                  <a:cubicBezTo>
                    <a:pt x="47" y="10132"/>
                    <a:pt x="58" y="10127"/>
                    <a:pt x="69" y="10126"/>
                  </a:cubicBezTo>
                  <a:cubicBezTo>
                    <a:pt x="79" y="10121"/>
                    <a:pt x="91" y="10117"/>
                    <a:pt x="102" y="10115"/>
                  </a:cubicBezTo>
                  <a:cubicBezTo>
                    <a:pt x="117" y="10110"/>
                    <a:pt x="133" y="10106"/>
                    <a:pt x="150" y="10105"/>
                  </a:cubicBezTo>
                  <a:cubicBezTo>
                    <a:pt x="167" y="10103"/>
                    <a:pt x="185" y="10101"/>
                    <a:pt x="202" y="10101"/>
                  </a:cubicBezTo>
                  <a:cubicBezTo>
                    <a:pt x="229" y="10101"/>
                    <a:pt x="256" y="10104"/>
                    <a:pt x="283" y="10109"/>
                  </a:cubicBezTo>
                  <a:cubicBezTo>
                    <a:pt x="310" y="10112"/>
                    <a:pt x="338" y="10118"/>
                    <a:pt x="366" y="10127"/>
                  </a:cubicBezTo>
                  <a:cubicBezTo>
                    <a:pt x="425" y="10147"/>
                    <a:pt x="483" y="10171"/>
                    <a:pt x="538" y="10203"/>
                  </a:cubicBezTo>
                  <a:lnTo>
                    <a:pt x="975" y="10455"/>
                  </a:lnTo>
                  <a:lnTo>
                    <a:pt x="3040" y="11646"/>
                  </a:lnTo>
                  <a:lnTo>
                    <a:pt x="11896" y="16762"/>
                  </a:lnTo>
                  <a:lnTo>
                    <a:pt x="11899" y="16762"/>
                  </a:lnTo>
                  <a:lnTo>
                    <a:pt x="12550" y="17137"/>
                  </a:lnTo>
                  <a:cubicBezTo>
                    <a:pt x="12772" y="17256"/>
                    <a:pt x="13019" y="17317"/>
                    <a:pt x="13271" y="17317"/>
                  </a:cubicBezTo>
                  <a:cubicBezTo>
                    <a:pt x="13280" y="17317"/>
                    <a:pt x="13290" y="17317"/>
                    <a:pt x="13300" y="17317"/>
                  </a:cubicBezTo>
                  <a:cubicBezTo>
                    <a:pt x="13569" y="17317"/>
                    <a:pt x="13839" y="17258"/>
                    <a:pt x="14046" y="17140"/>
                  </a:cubicBezTo>
                  <a:lnTo>
                    <a:pt x="14700" y="16762"/>
                  </a:lnTo>
                  <a:lnTo>
                    <a:pt x="28285" y="8920"/>
                  </a:lnTo>
                  <a:lnTo>
                    <a:pt x="30327" y="7741"/>
                  </a:lnTo>
                  <a:lnTo>
                    <a:pt x="30326" y="7741"/>
                  </a:lnTo>
                  <a:cubicBezTo>
                    <a:pt x="30739" y="7501"/>
                    <a:pt x="30739" y="7115"/>
                    <a:pt x="30329" y="6875"/>
                  </a:cubicBezTo>
                  <a:lnTo>
                    <a:pt x="18751" y="182"/>
                  </a:lnTo>
                  <a:cubicBezTo>
                    <a:pt x="18543" y="61"/>
                    <a:pt x="18270" y="1"/>
                    <a:pt x="17997" y="1"/>
                  </a:cubicBezTo>
                  <a:close/>
                </a:path>
              </a:pathLst>
            </a:custGeom>
            <a:solidFill>
              <a:srgbClr val="FF66A7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84" name="CustomShape 12"/>
            <p:cNvSpPr/>
            <p:nvPr/>
          </p:nvSpPr>
          <p:spPr>
            <a:xfrm>
              <a:off x="1469160" y="3102840"/>
              <a:ext cx="1383480" cy="727560"/>
            </a:xfrm>
            <a:custGeom>
              <a:avLst/>
              <a:gdLst/>
              <a:ahLst/>
              <a:cxnLst/>
              <a:rect l="l" t="t" r="r" b="b"/>
              <a:pathLst>
                <a:path w="16784" h="8830">
                  <a:moveTo>
                    <a:pt x="8392" y="0"/>
                  </a:moveTo>
                  <a:lnTo>
                    <a:pt x="8392" y="1"/>
                  </a:lnTo>
                  <a:cubicBezTo>
                    <a:pt x="6435" y="1"/>
                    <a:pt x="4479" y="432"/>
                    <a:pt x="2987" y="1294"/>
                  </a:cubicBezTo>
                  <a:cubicBezTo>
                    <a:pt x="0" y="3018"/>
                    <a:pt x="0" y="5813"/>
                    <a:pt x="2987" y="7536"/>
                  </a:cubicBezTo>
                  <a:cubicBezTo>
                    <a:pt x="4479" y="8397"/>
                    <a:pt x="6435" y="8829"/>
                    <a:pt x="8392" y="8829"/>
                  </a:cubicBezTo>
                  <a:cubicBezTo>
                    <a:pt x="10348" y="8829"/>
                    <a:pt x="12305" y="8397"/>
                    <a:pt x="13798" y="7536"/>
                  </a:cubicBezTo>
                  <a:cubicBezTo>
                    <a:pt x="16783" y="5813"/>
                    <a:pt x="16783" y="3017"/>
                    <a:pt x="13798" y="1294"/>
                  </a:cubicBezTo>
                  <a:cubicBezTo>
                    <a:pt x="12304" y="432"/>
                    <a:pt x="10348" y="0"/>
                    <a:pt x="8392" y="0"/>
                  </a:cubicBezTo>
                  <a:close/>
                </a:path>
              </a:pathLst>
            </a:custGeom>
            <a:solidFill>
              <a:srgbClr val="E05CA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85" name="CustomShape 13"/>
            <p:cNvSpPr/>
            <p:nvPr/>
          </p:nvSpPr>
          <p:spPr>
            <a:xfrm>
              <a:off x="889200" y="3557520"/>
              <a:ext cx="1113480" cy="963000"/>
            </a:xfrm>
            <a:custGeom>
              <a:avLst/>
              <a:gdLst/>
              <a:ahLst/>
              <a:cxnLst/>
              <a:rect l="l" t="t" r="r" b="b"/>
              <a:pathLst>
                <a:path w="13509" h="11683">
                  <a:moveTo>
                    <a:pt x="425" y="0"/>
                  </a:moveTo>
                  <a:cubicBezTo>
                    <a:pt x="420" y="0"/>
                    <a:pt x="415" y="0"/>
                    <a:pt x="411" y="0"/>
                  </a:cubicBezTo>
                  <a:cubicBezTo>
                    <a:pt x="394" y="0"/>
                    <a:pt x="376" y="2"/>
                    <a:pt x="359" y="4"/>
                  </a:cubicBezTo>
                  <a:cubicBezTo>
                    <a:pt x="342" y="5"/>
                    <a:pt x="326" y="9"/>
                    <a:pt x="311" y="14"/>
                  </a:cubicBezTo>
                  <a:cubicBezTo>
                    <a:pt x="300" y="15"/>
                    <a:pt x="288" y="19"/>
                    <a:pt x="278" y="25"/>
                  </a:cubicBezTo>
                  <a:cubicBezTo>
                    <a:pt x="267" y="27"/>
                    <a:pt x="256" y="31"/>
                    <a:pt x="247" y="37"/>
                  </a:cubicBezTo>
                  <a:cubicBezTo>
                    <a:pt x="242" y="38"/>
                    <a:pt x="238" y="40"/>
                    <a:pt x="233" y="42"/>
                  </a:cubicBezTo>
                  <a:lnTo>
                    <a:pt x="209" y="55"/>
                  </a:lnTo>
                  <a:lnTo>
                    <a:pt x="207" y="55"/>
                  </a:lnTo>
                  <a:cubicBezTo>
                    <a:pt x="79" y="138"/>
                    <a:pt x="0" y="302"/>
                    <a:pt x="0" y="533"/>
                  </a:cubicBezTo>
                  <a:lnTo>
                    <a:pt x="0" y="3258"/>
                  </a:lnTo>
                  <a:cubicBezTo>
                    <a:pt x="0" y="3735"/>
                    <a:pt x="335" y="4314"/>
                    <a:pt x="747" y="4553"/>
                  </a:cubicBezTo>
                  <a:lnTo>
                    <a:pt x="12105" y="11112"/>
                  </a:lnTo>
                  <a:lnTo>
                    <a:pt x="12120" y="11121"/>
                  </a:lnTo>
                  <a:cubicBezTo>
                    <a:pt x="12129" y="11126"/>
                    <a:pt x="12144" y="11133"/>
                    <a:pt x="12161" y="11142"/>
                  </a:cubicBezTo>
                  <a:cubicBezTo>
                    <a:pt x="12174" y="11151"/>
                    <a:pt x="12190" y="11161"/>
                    <a:pt x="12208" y="11170"/>
                  </a:cubicBezTo>
                  <a:cubicBezTo>
                    <a:pt x="12225" y="11181"/>
                    <a:pt x="12244" y="11191"/>
                    <a:pt x="12266" y="11205"/>
                  </a:cubicBezTo>
                  <a:cubicBezTo>
                    <a:pt x="12309" y="11229"/>
                    <a:pt x="12359" y="11258"/>
                    <a:pt x="12414" y="11290"/>
                  </a:cubicBezTo>
                  <a:lnTo>
                    <a:pt x="12534" y="11358"/>
                  </a:lnTo>
                  <a:cubicBezTo>
                    <a:pt x="12618" y="11407"/>
                    <a:pt x="12710" y="11460"/>
                    <a:pt x="12806" y="11515"/>
                  </a:cubicBezTo>
                  <a:cubicBezTo>
                    <a:pt x="12999" y="11626"/>
                    <a:pt x="13249" y="11683"/>
                    <a:pt x="13501" y="11683"/>
                  </a:cubicBezTo>
                  <a:cubicBezTo>
                    <a:pt x="13503" y="11683"/>
                    <a:pt x="13506" y="11683"/>
                    <a:pt x="13509" y="11683"/>
                  </a:cubicBezTo>
                  <a:lnTo>
                    <a:pt x="13509" y="10861"/>
                  </a:lnTo>
                  <a:cubicBezTo>
                    <a:pt x="13237" y="10861"/>
                    <a:pt x="12968" y="10801"/>
                    <a:pt x="12760" y="10683"/>
                  </a:cubicBezTo>
                  <a:lnTo>
                    <a:pt x="12105" y="10305"/>
                  </a:lnTo>
                  <a:lnTo>
                    <a:pt x="12105" y="10303"/>
                  </a:lnTo>
                  <a:lnTo>
                    <a:pt x="998" y="3888"/>
                  </a:lnTo>
                  <a:cubicBezTo>
                    <a:pt x="984" y="3879"/>
                    <a:pt x="966" y="3866"/>
                    <a:pt x="950" y="3854"/>
                  </a:cubicBezTo>
                  <a:cubicBezTo>
                    <a:pt x="932" y="3841"/>
                    <a:pt x="915" y="3827"/>
                    <a:pt x="901" y="3811"/>
                  </a:cubicBezTo>
                  <a:lnTo>
                    <a:pt x="872" y="3781"/>
                  </a:lnTo>
                  <a:cubicBezTo>
                    <a:pt x="857" y="3765"/>
                    <a:pt x="845" y="3749"/>
                    <a:pt x="833" y="3733"/>
                  </a:cubicBezTo>
                  <a:cubicBezTo>
                    <a:pt x="816" y="3711"/>
                    <a:pt x="802" y="3689"/>
                    <a:pt x="788" y="3665"/>
                  </a:cubicBezTo>
                  <a:cubicBezTo>
                    <a:pt x="775" y="3642"/>
                    <a:pt x="763" y="3618"/>
                    <a:pt x="752" y="3593"/>
                  </a:cubicBezTo>
                  <a:cubicBezTo>
                    <a:pt x="740" y="3568"/>
                    <a:pt x="730" y="3544"/>
                    <a:pt x="724" y="3519"/>
                  </a:cubicBezTo>
                  <a:cubicBezTo>
                    <a:pt x="717" y="3497"/>
                    <a:pt x="712" y="3476"/>
                    <a:pt x="709" y="3453"/>
                  </a:cubicBezTo>
                  <a:cubicBezTo>
                    <a:pt x="706" y="3448"/>
                    <a:pt x="706" y="3442"/>
                    <a:pt x="708" y="3436"/>
                  </a:cubicBezTo>
                  <a:cubicBezTo>
                    <a:pt x="704" y="3427"/>
                    <a:pt x="703" y="3418"/>
                    <a:pt x="704" y="3408"/>
                  </a:cubicBezTo>
                  <a:cubicBezTo>
                    <a:pt x="701" y="3396"/>
                    <a:pt x="700" y="3383"/>
                    <a:pt x="700" y="3371"/>
                  </a:cubicBezTo>
                  <a:lnTo>
                    <a:pt x="700" y="1229"/>
                  </a:lnTo>
                  <a:cubicBezTo>
                    <a:pt x="700" y="1094"/>
                    <a:pt x="768" y="1015"/>
                    <a:pt x="866" y="1015"/>
                  </a:cubicBezTo>
                  <a:cubicBezTo>
                    <a:pt x="907" y="1015"/>
                    <a:pt x="952" y="1029"/>
                    <a:pt x="1000" y="1056"/>
                  </a:cubicBezTo>
                  <a:lnTo>
                    <a:pt x="2546" y="1949"/>
                  </a:lnTo>
                  <a:lnTo>
                    <a:pt x="12105" y="7469"/>
                  </a:lnTo>
                  <a:cubicBezTo>
                    <a:pt x="12106" y="7469"/>
                    <a:pt x="12108" y="7471"/>
                    <a:pt x="12109" y="7472"/>
                  </a:cubicBezTo>
                  <a:lnTo>
                    <a:pt x="12137" y="7486"/>
                  </a:lnTo>
                  <a:cubicBezTo>
                    <a:pt x="12185" y="7515"/>
                    <a:pt x="12283" y="7573"/>
                    <a:pt x="12414" y="7647"/>
                  </a:cubicBezTo>
                  <a:lnTo>
                    <a:pt x="12534" y="7716"/>
                  </a:lnTo>
                  <a:cubicBezTo>
                    <a:pt x="12618" y="7764"/>
                    <a:pt x="12710" y="7818"/>
                    <a:pt x="12806" y="7872"/>
                  </a:cubicBezTo>
                  <a:cubicBezTo>
                    <a:pt x="12999" y="7984"/>
                    <a:pt x="13249" y="8040"/>
                    <a:pt x="13501" y="8040"/>
                  </a:cubicBezTo>
                  <a:cubicBezTo>
                    <a:pt x="13503" y="8040"/>
                    <a:pt x="13506" y="8040"/>
                    <a:pt x="13509" y="8040"/>
                  </a:cubicBezTo>
                  <a:lnTo>
                    <a:pt x="13509" y="7216"/>
                  </a:lnTo>
                  <a:cubicBezTo>
                    <a:pt x="13237" y="7216"/>
                    <a:pt x="12968" y="7157"/>
                    <a:pt x="12760" y="7037"/>
                  </a:cubicBezTo>
                  <a:lnTo>
                    <a:pt x="12759" y="7036"/>
                  </a:lnTo>
                  <a:lnTo>
                    <a:pt x="12108" y="6660"/>
                  </a:lnTo>
                  <a:lnTo>
                    <a:pt x="12105" y="6660"/>
                  </a:lnTo>
                  <a:lnTo>
                    <a:pt x="3249" y="1545"/>
                  </a:lnTo>
                  <a:lnTo>
                    <a:pt x="1183" y="353"/>
                  </a:lnTo>
                  <a:lnTo>
                    <a:pt x="747" y="102"/>
                  </a:lnTo>
                  <a:cubicBezTo>
                    <a:pt x="692" y="70"/>
                    <a:pt x="634" y="45"/>
                    <a:pt x="575" y="26"/>
                  </a:cubicBezTo>
                  <a:cubicBezTo>
                    <a:pt x="547" y="17"/>
                    <a:pt x="519" y="11"/>
                    <a:pt x="492" y="7"/>
                  </a:cubicBezTo>
                  <a:cubicBezTo>
                    <a:pt x="470" y="3"/>
                    <a:pt x="448" y="0"/>
                    <a:pt x="425" y="0"/>
                  </a:cubicBezTo>
                  <a:close/>
                </a:path>
              </a:pathLst>
            </a:custGeom>
            <a:solidFill>
              <a:srgbClr val="E7478D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86" name="CustomShape 14"/>
            <p:cNvSpPr/>
            <p:nvPr/>
          </p:nvSpPr>
          <p:spPr>
            <a:xfrm>
              <a:off x="1936800" y="3145320"/>
              <a:ext cx="448200" cy="408240"/>
            </a:xfrm>
            <a:custGeom>
              <a:avLst/>
              <a:gdLst/>
              <a:ahLst/>
              <a:cxnLst/>
              <a:rect l="l" t="t" r="r" b="b"/>
              <a:pathLst>
                <a:path w="5439" h="4957">
                  <a:moveTo>
                    <a:pt x="2720" y="1"/>
                  </a:moveTo>
                  <a:cubicBezTo>
                    <a:pt x="2086" y="1"/>
                    <a:pt x="1452" y="243"/>
                    <a:pt x="968" y="727"/>
                  </a:cubicBezTo>
                  <a:cubicBezTo>
                    <a:pt x="1" y="1694"/>
                    <a:pt x="1" y="3263"/>
                    <a:pt x="968" y="4231"/>
                  </a:cubicBezTo>
                  <a:cubicBezTo>
                    <a:pt x="1452" y="4715"/>
                    <a:pt x="2086" y="4956"/>
                    <a:pt x="2720" y="4956"/>
                  </a:cubicBezTo>
                  <a:cubicBezTo>
                    <a:pt x="3354" y="4956"/>
                    <a:pt x="3989" y="4715"/>
                    <a:pt x="4472" y="4231"/>
                  </a:cubicBezTo>
                  <a:cubicBezTo>
                    <a:pt x="5439" y="3263"/>
                    <a:pt x="5439" y="1694"/>
                    <a:pt x="4472" y="727"/>
                  </a:cubicBezTo>
                  <a:cubicBezTo>
                    <a:pt x="3989" y="243"/>
                    <a:pt x="3354" y="1"/>
                    <a:pt x="2720" y="1"/>
                  </a:cubicBezTo>
                  <a:close/>
                </a:path>
              </a:pathLst>
            </a:custGeom>
            <a:solidFill>
              <a:srgbClr val="6F89D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87" name="CustomShape 15"/>
            <p:cNvSpPr/>
            <p:nvPr/>
          </p:nvSpPr>
          <p:spPr>
            <a:xfrm>
              <a:off x="1780560" y="3021480"/>
              <a:ext cx="759960" cy="399600"/>
            </a:xfrm>
            <a:custGeom>
              <a:avLst/>
              <a:gdLst/>
              <a:ahLst/>
              <a:cxnLst/>
              <a:rect l="l" t="t" r="r" b="b"/>
              <a:pathLst>
                <a:path w="9223" h="4852">
                  <a:moveTo>
                    <a:pt x="4612" y="1"/>
                  </a:moveTo>
                  <a:cubicBezTo>
                    <a:pt x="3537" y="1"/>
                    <a:pt x="2462" y="238"/>
                    <a:pt x="1642" y="711"/>
                  </a:cubicBezTo>
                  <a:cubicBezTo>
                    <a:pt x="1" y="1658"/>
                    <a:pt x="1" y="3194"/>
                    <a:pt x="1642" y="4142"/>
                  </a:cubicBezTo>
                  <a:cubicBezTo>
                    <a:pt x="2462" y="4615"/>
                    <a:pt x="3537" y="4852"/>
                    <a:pt x="4612" y="4852"/>
                  </a:cubicBezTo>
                  <a:cubicBezTo>
                    <a:pt x="5687" y="4852"/>
                    <a:pt x="6762" y="4615"/>
                    <a:pt x="7582" y="4142"/>
                  </a:cubicBezTo>
                  <a:cubicBezTo>
                    <a:pt x="9223" y="3194"/>
                    <a:pt x="9223" y="1658"/>
                    <a:pt x="7582" y="711"/>
                  </a:cubicBezTo>
                  <a:cubicBezTo>
                    <a:pt x="6762" y="238"/>
                    <a:pt x="5687" y="1"/>
                    <a:pt x="4612" y="1"/>
                  </a:cubicBezTo>
                  <a:close/>
                </a:path>
              </a:pathLst>
            </a:custGeom>
            <a:solidFill>
              <a:srgbClr val="A5CBFA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88" name="CustomShape 16"/>
            <p:cNvSpPr/>
            <p:nvPr/>
          </p:nvSpPr>
          <p:spPr>
            <a:xfrm>
              <a:off x="1803960" y="2937240"/>
              <a:ext cx="713880" cy="411840"/>
            </a:xfrm>
            <a:custGeom>
              <a:avLst/>
              <a:gdLst/>
              <a:ahLst/>
              <a:cxnLst/>
              <a:rect l="l" t="t" r="r" b="b"/>
              <a:pathLst>
                <a:path w="8661" h="5001">
                  <a:moveTo>
                    <a:pt x="4331" y="0"/>
                  </a:moveTo>
                  <a:cubicBezTo>
                    <a:pt x="1940" y="0"/>
                    <a:pt x="1" y="1120"/>
                    <a:pt x="1" y="2501"/>
                  </a:cubicBezTo>
                  <a:cubicBezTo>
                    <a:pt x="1" y="3881"/>
                    <a:pt x="1940" y="5001"/>
                    <a:pt x="4331" y="5001"/>
                  </a:cubicBezTo>
                  <a:cubicBezTo>
                    <a:pt x="6723" y="5001"/>
                    <a:pt x="8661" y="3881"/>
                    <a:pt x="8661" y="2501"/>
                  </a:cubicBezTo>
                  <a:cubicBezTo>
                    <a:pt x="8661" y="1120"/>
                    <a:pt x="6723" y="0"/>
                    <a:pt x="4331" y="0"/>
                  </a:cubicBezTo>
                  <a:close/>
                </a:path>
              </a:pathLst>
            </a:custGeom>
            <a:solidFill>
              <a:srgbClr val="6F89D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89" name="CustomShape 17"/>
            <p:cNvSpPr/>
            <p:nvPr/>
          </p:nvSpPr>
          <p:spPr>
            <a:xfrm>
              <a:off x="1756800" y="2850480"/>
              <a:ext cx="807480" cy="424800"/>
            </a:xfrm>
            <a:custGeom>
              <a:avLst/>
              <a:gdLst/>
              <a:ahLst/>
              <a:cxnLst/>
              <a:rect l="l" t="t" r="r" b="b"/>
              <a:pathLst>
                <a:path w="9800" h="5155">
                  <a:moveTo>
                    <a:pt x="4900" y="1"/>
                  </a:moveTo>
                  <a:cubicBezTo>
                    <a:pt x="3758" y="1"/>
                    <a:pt x="2616" y="252"/>
                    <a:pt x="1744" y="755"/>
                  </a:cubicBezTo>
                  <a:cubicBezTo>
                    <a:pt x="0" y="1762"/>
                    <a:pt x="0" y="3393"/>
                    <a:pt x="1744" y="4399"/>
                  </a:cubicBezTo>
                  <a:cubicBezTo>
                    <a:pt x="2616" y="4903"/>
                    <a:pt x="3758" y="5154"/>
                    <a:pt x="4900" y="5154"/>
                  </a:cubicBezTo>
                  <a:cubicBezTo>
                    <a:pt x="6042" y="5154"/>
                    <a:pt x="7185" y="4903"/>
                    <a:pt x="8056" y="4399"/>
                  </a:cubicBezTo>
                  <a:cubicBezTo>
                    <a:pt x="9799" y="3393"/>
                    <a:pt x="9799" y="1762"/>
                    <a:pt x="8056" y="755"/>
                  </a:cubicBezTo>
                  <a:cubicBezTo>
                    <a:pt x="7184" y="252"/>
                    <a:pt x="6042" y="1"/>
                    <a:pt x="4900" y="1"/>
                  </a:cubicBezTo>
                  <a:close/>
                </a:path>
              </a:pathLst>
            </a:custGeom>
            <a:solidFill>
              <a:srgbClr val="A5CBFA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90" name="CustomShape 18"/>
            <p:cNvSpPr/>
            <p:nvPr/>
          </p:nvSpPr>
          <p:spPr>
            <a:xfrm>
              <a:off x="1781640" y="2761200"/>
              <a:ext cx="758520" cy="437760"/>
            </a:xfrm>
            <a:custGeom>
              <a:avLst/>
              <a:gdLst/>
              <a:ahLst/>
              <a:cxnLst/>
              <a:rect l="l" t="t" r="r" b="b"/>
              <a:pathLst>
                <a:path w="9202" h="5312">
                  <a:moveTo>
                    <a:pt x="4601" y="0"/>
                  </a:moveTo>
                  <a:cubicBezTo>
                    <a:pt x="2060" y="0"/>
                    <a:pt x="1" y="1190"/>
                    <a:pt x="1" y="2656"/>
                  </a:cubicBezTo>
                  <a:cubicBezTo>
                    <a:pt x="1" y="4123"/>
                    <a:pt x="2060" y="5312"/>
                    <a:pt x="4601" y="5312"/>
                  </a:cubicBezTo>
                  <a:cubicBezTo>
                    <a:pt x="7141" y="5312"/>
                    <a:pt x="9201" y="4123"/>
                    <a:pt x="9201" y="2656"/>
                  </a:cubicBezTo>
                  <a:cubicBezTo>
                    <a:pt x="9201" y="1190"/>
                    <a:pt x="7141" y="0"/>
                    <a:pt x="4601" y="0"/>
                  </a:cubicBezTo>
                  <a:close/>
                </a:path>
              </a:pathLst>
            </a:custGeom>
            <a:solidFill>
              <a:srgbClr val="6F89D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91" name="CustomShape 19"/>
            <p:cNvSpPr/>
            <p:nvPr/>
          </p:nvSpPr>
          <p:spPr>
            <a:xfrm>
              <a:off x="1773720" y="2671200"/>
              <a:ext cx="774000" cy="446760"/>
            </a:xfrm>
            <a:custGeom>
              <a:avLst/>
              <a:gdLst/>
              <a:ahLst/>
              <a:cxnLst/>
              <a:rect l="l" t="t" r="r" b="b"/>
              <a:pathLst>
                <a:path w="9390" h="5422">
                  <a:moveTo>
                    <a:pt x="4695" y="0"/>
                  </a:moveTo>
                  <a:cubicBezTo>
                    <a:pt x="2102" y="0"/>
                    <a:pt x="0" y="1214"/>
                    <a:pt x="0" y="2712"/>
                  </a:cubicBezTo>
                  <a:cubicBezTo>
                    <a:pt x="0" y="4208"/>
                    <a:pt x="2102" y="5422"/>
                    <a:pt x="4695" y="5422"/>
                  </a:cubicBezTo>
                  <a:cubicBezTo>
                    <a:pt x="7287" y="5422"/>
                    <a:pt x="9389" y="4208"/>
                    <a:pt x="9389" y="2712"/>
                  </a:cubicBezTo>
                  <a:cubicBezTo>
                    <a:pt x="9389" y="1214"/>
                    <a:pt x="7287" y="0"/>
                    <a:pt x="4695" y="0"/>
                  </a:cubicBezTo>
                  <a:close/>
                </a:path>
              </a:pathLst>
            </a:custGeom>
            <a:solidFill>
              <a:srgbClr val="A5CBFA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92" name="CustomShape 20"/>
            <p:cNvSpPr/>
            <p:nvPr/>
          </p:nvSpPr>
          <p:spPr>
            <a:xfrm>
              <a:off x="1188000" y="673560"/>
              <a:ext cx="1945800" cy="2378520"/>
            </a:xfrm>
            <a:custGeom>
              <a:avLst/>
              <a:gdLst/>
              <a:ahLst/>
              <a:cxnLst/>
              <a:rect l="l" t="t" r="r" b="b"/>
              <a:pathLst>
                <a:path w="23604" h="28854">
                  <a:moveTo>
                    <a:pt x="11801" y="1"/>
                  </a:moveTo>
                  <a:cubicBezTo>
                    <a:pt x="11801" y="1"/>
                    <a:pt x="11802" y="1"/>
                    <a:pt x="11802" y="1"/>
                  </a:cubicBezTo>
                  <a:lnTo>
                    <a:pt x="11802" y="1"/>
                  </a:lnTo>
                  <a:cubicBezTo>
                    <a:pt x="11802" y="1"/>
                    <a:pt x="11802" y="1"/>
                    <a:pt x="11802" y="1"/>
                  </a:cubicBezTo>
                  <a:close/>
                  <a:moveTo>
                    <a:pt x="11802" y="1"/>
                  </a:moveTo>
                  <a:cubicBezTo>
                    <a:pt x="5284" y="1"/>
                    <a:pt x="0" y="5285"/>
                    <a:pt x="0" y="11803"/>
                  </a:cubicBezTo>
                  <a:cubicBezTo>
                    <a:pt x="0" y="21171"/>
                    <a:pt x="7730" y="22727"/>
                    <a:pt x="7730" y="26503"/>
                  </a:cubicBezTo>
                  <a:cubicBezTo>
                    <a:pt x="7730" y="27105"/>
                    <a:pt x="8128" y="27706"/>
                    <a:pt x="8922" y="28166"/>
                  </a:cubicBezTo>
                  <a:cubicBezTo>
                    <a:pt x="9717" y="28624"/>
                    <a:pt x="10760" y="28853"/>
                    <a:pt x="11802" y="28853"/>
                  </a:cubicBezTo>
                  <a:cubicBezTo>
                    <a:pt x="12844" y="28853"/>
                    <a:pt x="13886" y="28624"/>
                    <a:pt x="14681" y="28166"/>
                  </a:cubicBezTo>
                  <a:cubicBezTo>
                    <a:pt x="15475" y="27706"/>
                    <a:pt x="15874" y="27105"/>
                    <a:pt x="15874" y="26503"/>
                  </a:cubicBezTo>
                  <a:cubicBezTo>
                    <a:pt x="15874" y="22727"/>
                    <a:pt x="23603" y="21171"/>
                    <a:pt x="23603" y="11803"/>
                  </a:cubicBezTo>
                  <a:cubicBezTo>
                    <a:pt x="23603" y="5285"/>
                    <a:pt x="18320" y="1"/>
                    <a:pt x="11802" y="1"/>
                  </a:cubicBezTo>
                  <a:close/>
                </a:path>
              </a:pathLst>
            </a:custGeom>
            <a:solidFill>
              <a:srgbClr val="FFDB4C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93" name="CustomShape 21"/>
            <p:cNvSpPr/>
            <p:nvPr/>
          </p:nvSpPr>
          <p:spPr>
            <a:xfrm>
              <a:off x="1859040" y="2700000"/>
              <a:ext cx="603000" cy="317160"/>
            </a:xfrm>
            <a:custGeom>
              <a:avLst/>
              <a:gdLst/>
              <a:ahLst/>
              <a:cxnLst/>
              <a:rect l="l" t="t" r="r" b="b"/>
              <a:pathLst>
                <a:path w="7319" h="3850">
                  <a:moveTo>
                    <a:pt x="3660" y="0"/>
                  </a:moveTo>
                  <a:cubicBezTo>
                    <a:pt x="2807" y="0"/>
                    <a:pt x="1954" y="188"/>
                    <a:pt x="1303" y="564"/>
                  </a:cubicBezTo>
                  <a:cubicBezTo>
                    <a:pt x="1" y="1316"/>
                    <a:pt x="1" y="2534"/>
                    <a:pt x="1303" y="3286"/>
                  </a:cubicBezTo>
                  <a:cubicBezTo>
                    <a:pt x="1954" y="3662"/>
                    <a:pt x="2807" y="3850"/>
                    <a:pt x="3660" y="3850"/>
                  </a:cubicBezTo>
                  <a:cubicBezTo>
                    <a:pt x="4513" y="3850"/>
                    <a:pt x="5366" y="3662"/>
                    <a:pt x="6017" y="3286"/>
                  </a:cubicBezTo>
                  <a:cubicBezTo>
                    <a:pt x="7319" y="2534"/>
                    <a:pt x="7319" y="1316"/>
                    <a:pt x="6017" y="564"/>
                  </a:cubicBezTo>
                  <a:cubicBezTo>
                    <a:pt x="5366" y="188"/>
                    <a:pt x="4513" y="0"/>
                    <a:pt x="3660" y="0"/>
                  </a:cubicBezTo>
                  <a:close/>
                </a:path>
              </a:pathLst>
            </a:custGeom>
            <a:solidFill>
              <a:srgbClr val="FDB72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94" name="CustomShape 22"/>
            <p:cNvSpPr/>
            <p:nvPr/>
          </p:nvSpPr>
          <p:spPr>
            <a:xfrm>
              <a:off x="1782360" y="2017800"/>
              <a:ext cx="735840" cy="923040"/>
            </a:xfrm>
            <a:custGeom>
              <a:avLst/>
              <a:gdLst/>
              <a:ahLst/>
              <a:cxnLst/>
              <a:rect l="l" t="t" r="r" b="b"/>
              <a:pathLst>
                <a:path w="8931" h="11200">
                  <a:moveTo>
                    <a:pt x="4005" y="18"/>
                  </a:moveTo>
                  <a:cubicBezTo>
                    <a:pt x="4007" y="18"/>
                    <a:pt x="4009" y="18"/>
                    <a:pt x="4011" y="19"/>
                  </a:cubicBezTo>
                  <a:cubicBezTo>
                    <a:pt x="4101" y="19"/>
                    <a:pt x="4206" y="51"/>
                    <a:pt x="4323" y="123"/>
                  </a:cubicBezTo>
                  <a:cubicBezTo>
                    <a:pt x="4718" y="366"/>
                    <a:pt x="4912" y="734"/>
                    <a:pt x="4912" y="1114"/>
                  </a:cubicBezTo>
                  <a:cubicBezTo>
                    <a:pt x="4912" y="1464"/>
                    <a:pt x="4748" y="1822"/>
                    <a:pt x="4422" y="2101"/>
                  </a:cubicBezTo>
                  <a:cubicBezTo>
                    <a:pt x="4314" y="2194"/>
                    <a:pt x="4188" y="2278"/>
                    <a:pt x="4044" y="2349"/>
                  </a:cubicBezTo>
                  <a:lnTo>
                    <a:pt x="4044" y="2349"/>
                  </a:lnTo>
                  <a:cubicBezTo>
                    <a:pt x="4037" y="2336"/>
                    <a:pt x="4031" y="2324"/>
                    <a:pt x="4024" y="2311"/>
                  </a:cubicBezTo>
                  <a:cubicBezTo>
                    <a:pt x="3728" y="1731"/>
                    <a:pt x="3595" y="1173"/>
                    <a:pt x="3595" y="753"/>
                  </a:cubicBezTo>
                  <a:cubicBezTo>
                    <a:pt x="3595" y="529"/>
                    <a:pt x="3632" y="344"/>
                    <a:pt x="3704" y="216"/>
                  </a:cubicBezTo>
                  <a:cubicBezTo>
                    <a:pt x="3735" y="158"/>
                    <a:pt x="3779" y="108"/>
                    <a:pt x="3835" y="69"/>
                  </a:cubicBezTo>
                  <a:cubicBezTo>
                    <a:pt x="3885" y="36"/>
                    <a:pt x="3944" y="18"/>
                    <a:pt x="4005" y="18"/>
                  </a:cubicBezTo>
                  <a:close/>
                  <a:moveTo>
                    <a:pt x="319" y="125"/>
                  </a:moveTo>
                  <a:cubicBezTo>
                    <a:pt x="390" y="125"/>
                    <a:pt x="468" y="149"/>
                    <a:pt x="551" y="197"/>
                  </a:cubicBezTo>
                  <a:cubicBezTo>
                    <a:pt x="696" y="282"/>
                    <a:pt x="857" y="440"/>
                    <a:pt x="1024" y="668"/>
                  </a:cubicBezTo>
                  <a:cubicBezTo>
                    <a:pt x="1312" y="1060"/>
                    <a:pt x="1617" y="1659"/>
                    <a:pt x="1901" y="2447"/>
                  </a:cubicBezTo>
                  <a:lnTo>
                    <a:pt x="1901" y="2447"/>
                  </a:lnTo>
                  <a:cubicBezTo>
                    <a:pt x="1480" y="2299"/>
                    <a:pt x="1111" y="2064"/>
                    <a:pt x="814" y="1798"/>
                  </a:cubicBezTo>
                  <a:cubicBezTo>
                    <a:pt x="565" y="1575"/>
                    <a:pt x="366" y="1329"/>
                    <a:pt x="229" y="1096"/>
                  </a:cubicBezTo>
                  <a:cubicBezTo>
                    <a:pt x="93" y="863"/>
                    <a:pt x="19" y="644"/>
                    <a:pt x="19" y="472"/>
                  </a:cubicBezTo>
                  <a:cubicBezTo>
                    <a:pt x="18" y="415"/>
                    <a:pt x="28" y="360"/>
                    <a:pt x="47" y="308"/>
                  </a:cubicBezTo>
                  <a:cubicBezTo>
                    <a:pt x="65" y="262"/>
                    <a:pt x="95" y="221"/>
                    <a:pt x="134" y="191"/>
                  </a:cubicBezTo>
                  <a:cubicBezTo>
                    <a:pt x="186" y="148"/>
                    <a:pt x="251" y="125"/>
                    <a:pt x="319" y="125"/>
                  </a:cubicBezTo>
                  <a:close/>
                  <a:moveTo>
                    <a:pt x="8053" y="4045"/>
                  </a:moveTo>
                  <a:cubicBezTo>
                    <a:pt x="8351" y="4045"/>
                    <a:pt x="8613" y="4140"/>
                    <a:pt x="8787" y="4321"/>
                  </a:cubicBezTo>
                  <a:cubicBezTo>
                    <a:pt x="8874" y="4412"/>
                    <a:pt x="8913" y="4504"/>
                    <a:pt x="8913" y="4590"/>
                  </a:cubicBezTo>
                  <a:cubicBezTo>
                    <a:pt x="8912" y="4657"/>
                    <a:pt x="8890" y="4722"/>
                    <a:pt x="8849" y="4774"/>
                  </a:cubicBezTo>
                  <a:cubicBezTo>
                    <a:pt x="8787" y="4861"/>
                    <a:pt x="8677" y="4935"/>
                    <a:pt x="8530" y="4989"/>
                  </a:cubicBezTo>
                  <a:cubicBezTo>
                    <a:pt x="8382" y="5043"/>
                    <a:pt x="8194" y="5074"/>
                    <a:pt x="7976" y="5074"/>
                  </a:cubicBezTo>
                  <a:cubicBezTo>
                    <a:pt x="7604" y="5074"/>
                    <a:pt x="7141" y="4982"/>
                    <a:pt x="6622" y="4749"/>
                  </a:cubicBezTo>
                  <a:lnTo>
                    <a:pt x="6622" y="4749"/>
                  </a:lnTo>
                  <a:cubicBezTo>
                    <a:pt x="7059" y="4268"/>
                    <a:pt x="7598" y="4045"/>
                    <a:pt x="8053" y="4045"/>
                  </a:cubicBezTo>
                  <a:close/>
                  <a:moveTo>
                    <a:pt x="4006" y="0"/>
                  </a:moveTo>
                  <a:cubicBezTo>
                    <a:pt x="3942" y="0"/>
                    <a:pt x="3879" y="20"/>
                    <a:pt x="3825" y="55"/>
                  </a:cubicBezTo>
                  <a:cubicBezTo>
                    <a:pt x="3744" y="108"/>
                    <a:pt x="3681" y="198"/>
                    <a:pt x="3640" y="318"/>
                  </a:cubicBezTo>
                  <a:cubicBezTo>
                    <a:pt x="3598" y="436"/>
                    <a:pt x="3576" y="584"/>
                    <a:pt x="3576" y="753"/>
                  </a:cubicBezTo>
                  <a:cubicBezTo>
                    <a:pt x="3576" y="1177"/>
                    <a:pt x="3712" y="1737"/>
                    <a:pt x="4008" y="2320"/>
                  </a:cubicBezTo>
                  <a:cubicBezTo>
                    <a:pt x="4015" y="2332"/>
                    <a:pt x="4021" y="2345"/>
                    <a:pt x="4028" y="2357"/>
                  </a:cubicBezTo>
                  <a:lnTo>
                    <a:pt x="4028" y="2357"/>
                  </a:lnTo>
                  <a:cubicBezTo>
                    <a:pt x="3741" y="2497"/>
                    <a:pt x="3385" y="2588"/>
                    <a:pt x="2961" y="2606"/>
                  </a:cubicBezTo>
                  <a:cubicBezTo>
                    <a:pt x="2921" y="2608"/>
                    <a:pt x="2881" y="2609"/>
                    <a:pt x="2843" y="2609"/>
                  </a:cubicBezTo>
                  <a:cubicBezTo>
                    <a:pt x="2516" y="2609"/>
                    <a:pt x="2207" y="2552"/>
                    <a:pt x="1923" y="2454"/>
                  </a:cubicBezTo>
                  <a:lnTo>
                    <a:pt x="1923" y="2454"/>
                  </a:lnTo>
                  <a:cubicBezTo>
                    <a:pt x="1755" y="1987"/>
                    <a:pt x="1579" y="1586"/>
                    <a:pt x="1405" y="1254"/>
                  </a:cubicBezTo>
                  <a:cubicBezTo>
                    <a:pt x="1207" y="880"/>
                    <a:pt x="1011" y="594"/>
                    <a:pt x="827" y="401"/>
                  </a:cubicBezTo>
                  <a:cubicBezTo>
                    <a:pt x="748" y="317"/>
                    <a:pt x="659" y="243"/>
                    <a:pt x="560" y="183"/>
                  </a:cubicBezTo>
                  <a:cubicBezTo>
                    <a:pt x="475" y="133"/>
                    <a:pt x="395" y="108"/>
                    <a:pt x="319" y="108"/>
                  </a:cubicBezTo>
                  <a:cubicBezTo>
                    <a:pt x="247" y="108"/>
                    <a:pt x="177" y="132"/>
                    <a:pt x="123" y="178"/>
                  </a:cubicBezTo>
                  <a:cubicBezTo>
                    <a:pt x="82" y="210"/>
                    <a:pt x="50" y="254"/>
                    <a:pt x="31" y="302"/>
                  </a:cubicBezTo>
                  <a:cubicBezTo>
                    <a:pt x="10" y="356"/>
                    <a:pt x="0" y="414"/>
                    <a:pt x="1" y="472"/>
                  </a:cubicBezTo>
                  <a:cubicBezTo>
                    <a:pt x="1" y="648"/>
                    <a:pt x="76" y="870"/>
                    <a:pt x="212" y="1106"/>
                  </a:cubicBezTo>
                  <a:cubicBezTo>
                    <a:pt x="419" y="1458"/>
                    <a:pt x="766" y="1838"/>
                    <a:pt x="1218" y="2130"/>
                  </a:cubicBezTo>
                  <a:cubicBezTo>
                    <a:pt x="1427" y="2266"/>
                    <a:pt x="1659" y="2383"/>
                    <a:pt x="1909" y="2469"/>
                  </a:cubicBezTo>
                  <a:lnTo>
                    <a:pt x="1909" y="2469"/>
                  </a:lnTo>
                  <a:cubicBezTo>
                    <a:pt x="2117" y="3049"/>
                    <a:pt x="2312" y="3732"/>
                    <a:pt x="2480" y="4507"/>
                  </a:cubicBezTo>
                  <a:cubicBezTo>
                    <a:pt x="3071" y="7251"/>
                    <a:pt x="3108" y="9375"/>
                    <a:pt x="3108" y="9869"/>
                  </a:cubicBezTo>
                  <a:lnTo>
                    <a:pt x="3108" y="9950"/>
                  </a:lnTo>
                  <a:lnTo>
                    <a:pt x="3108" y="9978"/>
                  </a:lnTo>
                  <a:cubicBezTo>
                    <a:pt x="3108" y="9983"/>
                    <a:pt x="3112" y="9988"/>
                    <a:pt x="3117" y="9988"/>
                  </a:cubicBezTo>
                  <a:cubicBezTo>
                    <a:pt x="3122" y="9988"/>
                    <a:pt x="3126" y="9984"/>
                    <a:pt x="3126" y="9979"/>
                  </a:cubicBezTo>
                  <a:lnTo>
                    <a:pt x="3125" y="9979"/>
                  </a:lnTo>
                  <a:lnTo>
                    <a:pt x="3125" y="9869"/>
                  </a:lnTo>
                  <a:cubicBezTo>
                    <a:pt x="3125" y="9375"/>
                    <a:pt x="3088" y="7250"/>
                    <a:pt x="2497" y="4504"/>
                  </a:cubicBezTo>
                  <a:cubicBezTo>
                    <a:pt x="2331" y="3733"/>
                    <a:pt x="2137" y="3055"/>
                    <a:pt x="1930" y="2476"/>
                  </a:cubicBezTo>
                  <a:lnTo>
                    <a:pt x="1930" y="2476"/>
                  </a:lnTo>
                  <a:cubicBezTo>
                    <a:pt x="2213" y="2571"/>
                    <a:pt x="2519" y="2626"/>
                    <a:pt x="2843" y="2626"/>
                  </a:cubicBezTo>
                  <a:cubicBezTo>
                    <a:pt x="2883" y="2626"/>
                    <a:pt x="2922" y="2625"/>
                    <a:pt x="2962" y="2624"/>
                  </a:cubicBezTo>
                  <a:cubicBezTo>
                    <a:pt x="3389" y="2605"/>
                    <a:pt x="3747" y="2513"/>
                    <a:pt x="4036" y="2373"/>
                  </a:cubicBezTo>
                  <a:lnTo>
                    <a:pt x="4036" y="2373"/>
                  </a:lnTo>
                  <a:cubicBezTo>
                    <a:pt x="4334" y="2939"/>
                    <a:pt x="4786" y="3524"/>
                    <a:pt x="5417" y="4023"/>
                  </a:cubicBezTo>
                  <a:cubicBezTo>
                    <a:pt x="5828" y="4349"/>
                    <a:pt x="6224" y="4588"/>
                    <a:pt x="6592" y="4756"/>
                  </a:cubicBezTo>
                  <a:lnTo>
                    <a:pt x="6592" y="4756"/>
                  </a:lnTo>
                  <a:cubicBezTo>
                    <a:pt x="6292" y="5092"/>
                    <a:pt x="6041" y="5551"/>
                    <a:pt x="5899" y="6143"/>
                  </a:cubicBezTo>
                  <a:cubicBezTo>
                    <a:pt x="5413" y="8172"/>
                    <a:pt x="5320" y="11191"/>
                    <a:pt x="5320" y="11191"/>
                  </a:cubicBezTo>
                  <a:cubicBezTo>
                    <a:pt x="5320" y="11197"/>
                    <a:pt x="5325" y="11200"/>
                    <a:pt x="5329" y="11200"/>
                  </a:cubicBezTo>
                  <a:cubicBezTo>
                    <a:pt x="5334" y="11200"/>
                    <a:pt x="5338" y="11197"/>
                    <a:pt x="5338" y="11191"/>
                  </a:cubicBezTo>
                  <a:cubicBezTo>
                    <a:pt x="5338" y="11191"/>
                    <a:pt x="5338" y="11179"/>
                    <a:pt x="5339" y="11157"/>
                  </a:cubicBezTo>
                  <a:cubicBezTo>
                    <a:pt x="5351" y="10818"/>
                    <a:pt x="5461" y="8046"/>
                    <a:pt x="5916" y="6147"/>
                  </a:cubicBezTo>
                  <a:cubicBezTo>
                    <a:pt x="6058" y="5555"/>
                    <a:pt x="6309" y="5098"/>
                    <a:pt x="6609" y="4763"/>
                  </a:cubicBezTo>
                  <a:lnTo>
                    <a:pt x="6609" y="4763"/>
                  </a:lnTo>
                  <a:cubicBezTo>
                    <a:pt x="7132" y="4999"/>
                    <a:pt x="7600" y="5092"/>
                    <a:pt x="7976" y="5092"/>
                  </a:cubicBezTo>
                  <a:cubicBezTo>
                    <a:pt x="8270" y="5092"/>
                    <a:pt x="8508" y="5036"/>
                    <a:pt x="8673" y="4945"/>
                  </a:cubicBezTo>
                  <a:cubicBezTo>
                    <a:pt x="8747" y="4907"/>
                    <a:pt x="8812" y="4851"/>
                    <a:pt x="8864" y="4785"/>
                  </a:cubicBezTo>
                  <a:cubicBezTo>
                    <a:pt x="8906" y="4729"/>
                    <a:pt x="8930" y="4662"/>
                    <a:pt x="8930" y="4590"/>
                  </a:cubicBezTo>
                  <a:cubicBezTo>
                    <a:pt x="8930" y="4499"/>
                    <a:pt x="8888" y="4402"/>
                    <a:pt x="8800" y="4309"/>
                  </a:cubicBezTo>
                  <a:cubicBezTo>
                    <a:pt x="8621" y="4125"/>
                    <a:pt x="8355" y="4027"/>
                    <a:pt x="8053" y="4027"/>
                  </a:cubicBezTo>
                  <a:cubicBezTo>
                    <a:pt x="7591" y="4027"/>
                    <a:pt x="7046" y="4254"/>
                    <a:pt x="6605" y="4742"/>
                  </a:cubicBezTo>
                  <a:lnTo>
                    <a:pt x="6605" y="4742"/>
                  </a:lnTo>
                  <a:cubicBezTo>
                    <a:pt x="6236" y="4574"/>
                    <a:pt x="5839" y="4336"/>
                    <a:pt x="5427" y="4009"/>
                  </a:cubicBezTo>
                  <a:cubicBezTo>
                    <a:pt x="4798" y="3512"/>
                    <a:pt x="4349" y="2929"/>
                    <a:pt x="4052" y="2365"/>
                  </a:cubicBezTo>
                  <a:lnTo>
                    <a:pt x="4052" y="2365"/>
                  </a:lnTo>
                  <a:cubicBezTo>
                    <a:pt x="4197" y="2292"/>
                    <a:pt x="4325" y="2208"/>
                    <a:pt x="4434" y="2114"/>
                  </a:cubicBezTo>
                  <a:cubicBezTo>
                    <a:pt x="4764" y="1832"/>
                    <a:pt x="4930" y="1469"/>
                    <a:pt x="4930" y="1114"/>
                  </a:cubicBezTo>
                  <a:cubicBezTo>
                    <a:pt x="4930" y="728"/>
                    <a:pt x="4732" y="353"/>
                    <a:pt x="4333" y="108"/>
                  </a:cubicBezTo>
                  <a:cubicBezTo>
                    <a:pt x="4214" y="34"/>
                    <a:pt x="4107" y="0"/>
                    <a:pt x="4012" y="0"/>
                  </a:cubicBezTo>
                  <a:cubicBezTo>
                    <a:pt x="4010" y="0"/>
                    <a:pt x="4008" y="0"/>
                    <a:pt x="4006" y="0"/>
                  </a:cubicBezTo>
                  <a:close/>
                </a:path>
              </a:pathLst>
            </a:custGeom>
            <a:solidFill>
              <a:schemeClr val="lt1"/>
            </a:solidFill>
            <a:ln w="9360">
              <a:solidFill>
                <a:schemeClr val="lt1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95" name="CustomShape 23"/>
            <p:cNvSpPr/>
            <p:nvPr/>
          </p:nvSpPr>
          <p:spPr>
            <a:xfrm>
              <a:off x="1220760" y="1311840"/>
              <a:ext cx="793800" cy="1134000"/>
            </a:xfrm>
            <a:custGeom>
              <a:avLst/>
              <a:gdLst/>
              <a:ahLst/>
              <a:cxnLst/>
              <a:rect l="l" t="t" r="r" b="b"/>
              <a:pathLst>
                <a:path w="9630" h="13756">
                  <a:moveTo>
                    <a:pt x="7131" y="8687"/>
                  </a:moveTo>
                  <a:cubicBezTo>
                    <a:pt x="7063" y="8687"/>
                    <a:pt x="6998" y="8710"/>
                    <a:pt x="6945" y="8753"/>
                  </a:cubicBezTo>
                  <a:cubicBezTo>
                    <a:pt x="6906" y="8783"/>
                    <a:pt x="6877" y="8824"/>
                    <a:pt x="6859" y="8870"/>
                  </a:cubicBezTo>
                  <a:cubicBezTo>
                    <a:pt x="6840" y="8922"/>
                    <a:pt x="6830" y="8977"/>
                    <a:pt x="6830" y="9033"/>
                  </a:cubicBezTo>
                  <a:cubicBezTo>
                    <a:pt x="6830" y="9204"/>
                    <a:pt x="6904" y="9425"/>
                    <a:pt x="7040" y="9658"/>
                  </a:cubicBezTo>
                  <a:cubicBezTo>
                    <a:pt x="7177" y="9890"/>
                    <a:pt x="7376" y="10136"/>
                    <a:pt x="7627" y="10360"/>
                  </a:cubicBezTo>
                  <a:cubicBezTo>
                    <a:pt x="7943" y="10645"/>
                    <a:pt x="8312" y="10866"/>
                    <a:pt x="8713" y="11009"/>
                  </a:cubicBezTo>
                  <a:cubicBezTo>
                    <a:pt x="8429" y="10222"/>
                    <a:pt x="8123" y="9622"/>
                    <a:pt x="7835" y="9230"/>
                  </a:cubicBezTo>
                  <a:cubicBezTo>
                    <a:pt x="7669" y="9002"/>
                    <a:pt x="7508" y="8844"/>
                    <a:pt x="7362" y="8759"/>
                  </a:cubicBezTo>
                  <a:cubicBezTo>
                    <a:pt x="7280" y="8711"/>
                    <a:pt x="7202" y="8687"/>
                    <a:pt x="7131" y="8687"/>
                  </a:cubicBezTo>
                  <a:close/>
                  <a:moveTo>
                    <a:pt x="8742" y="11037"/>
                  </a:moveTo>
                  <a:lnTo>
                    <a:pt x="8742" y="11037"/>
                  </a:lnTo>
                  <a:cubicBezTo>
                    <a:pt x="8853" y="11349"/>
                    <a:pt x="8960" y="11689"/>
                    <a:pt x="9061" y="12057"/>
                  </a:cubicBezTo>
                  <a:cubicBezTo>
                    <a:pt x="9162" y="11766"/>
                    <a:pt x="9240" y="11468"/>
                    <a:pt x="9295" y="11165"/>
                  </a:cubicBezTo>
                  <a:cubicBezTo>
                    <a:pt x="9107" y="11141"/>
                    <a:pt x="8921" y="11098"/>
                    <a:pt x="8742" y="11037"/>
                  </a:cubicBezTo>
                  <a:close/>
                  <a:moveTo>
                    <a:pt x="3346" y="0"/>
                  </a:moveTo>
                  <a:cubicBezTo>
                    <a:pt x="1433" y="4"/>
                    <a:pt x="1" y="3878"/>
                    <a:pt x="1642" y="8385"/>
                  </a:cubicBezTo>
                  <a:cubicBezTo>
                    <a:pt x="3043" y="12235"/>
                    <a:pt x="5187" y="13756"/>
                    <a:pt x="6924" y="13756"/>
                  </a:cubicBezTo>
                  <a:cubicBezTo>
                    <a:pt x="7212" y="13756"/>
                    <a:pt x="7498" y="13713"/>
                    <a:pt x="7771" y="13628"/>
                  </a:cubicBezTo>
                  <a:cubicBezTo>
                    <a:pt x="8337" y="13449"/>
                    <a:pt x="8768" y="12883"/>
                    <a:pt x="9052" y="12087"/>
                  </a:cubicBezTo>
                  <a:cubicBezTo>
                    <a:pt x="8947" y="11704"/>
                    <a:pt x="8836" y="11351"/>
                    <a:pt x="8720" y="11030"/>
                  </a:cubicBezTo>
                  <a:cubicBezTo>
                    <a:pt x="8477" y="10945"/>
                    <a:pt x="8244" y="10832"/>
                    <a:pt x="8030" y="10691"/>
                  </a:cubicBezTo>
                  <a:cubicBezTo>
                    <a:pt x="7578" y="10399"/>
                    <a:pt x="7231" y="10019"/>
                    <a:pt x="7025" y="9666"/>
                  </a:cubicBezTo>
                  <a:cubicBezTo>
                    <a:pt x="6887" y="9432"/>
                    <a:pt x="6812" y="9210"/>
                    <a:pt x="6812" y="9033"/>
                  </a:cubicBezTo>
                  <a:cubicBezTo>
                    <a:pt x="6812" y="8975"/>
                    <a:pt x="6822" y="8917"/>
                    <a:pt x="6842" y="8863"/>
                  </a:cubicBezTo>
                  <a:cubicBezTo>
                    <a:pt x="6862" y="8813"/>
                    <a:pt x="6893" y="8771"/>
                    <a:pt x="6934" y="8739"/>
                  </a:cubicBezTo>
                  <a:cubicBezTo>
                    <a:pt x="6990" y="8693"/>
                    <a:pt x="7060" y="8669"/>
                    <a:pt x="7131" y="8669"/>
                  </a:cubicBezTo>
                  <a:cubicBezTo>
                    <a:pt x="7206" y="8669"/>
                    <a:pt x="7286" y="8694"/>
                    <a:pt x="7372" y="8743"/>
                  </a:cubicBezTo>
                  <a:cubicBezTo>
                    <a:pt x="7471" y="8804"/>
                    <a:pt x="7560" y="8877"/>
                    <a:pt x="7639" y="8962"/>
                  </a:cubicBezTo>
                  <a:cubicBezTo>
                    <a:pt x="7822" y="9155"/>
                    <a:pt x="8019" y="9441"/>
                    <a:pt x="8217" y="9815"/>
                  </a:cubicBezTo>
                  <a:cubicBezTo>
                    <a:pt x="8392" y="10147"/>
                    <a:pt x="8567" y="10549"/>
                    <a:pt x="8734" y="11015"/>
                  </a:cubicBezTo>
                  <a:cubicBezTo>
                    <a:pt x="8918" y="11078"/>
                    <a:pt x="9107" y="11123"/>
                    <a:pt x="9299" y="11147"/>
                  </a:cubicBezTo>
                  <a:cubicBezTo>
                    <a:pt x="9630" y="9373"/>
                    <a:pt x="9425" y="6973"/>
                    <a:pt x="8604" y="4979"/>
                  </a:cubicBezTo>
                  <a:cubicBezTo>
                    <a:pt x="6981" y="1032"/>
                    <a:pt x="5112" y="1"/>
                    <a:pt x="3354" y="1"/>
                  </a:cubicBezTo>
                  <a:lnTo>
                    <a:pt x="3354" y="0"/>
                  </a:lnTo>
                  <a:close/>
                </a:path>
              </a:pathLst>
            </a:custGeom>
            <a:solidFill>
              <a:srgbClr val="FFE568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96" name="CustomShape 24"/>
            <p:cNvSpPr/>
            <p:nvPr/>
          </p:nvSpPr>
          <p:spPr>
            <a:xfrm>
              <a:off x="1782360" y="2026440"/>
              <a:ext cx="204840" cy="281520"/>
            </a:xfrm>
            <a:custGeom>
              <a:avLst/>
              <a:gdLst/>
              <a:ahLst/>
              <a:cxnLst/>
              <a:rect l="l" t="t" r="r" b="b"/>
              <a:pathLst>
                <a:path w="2489" h="3419">
                  <a:moveTo>
                    <a:pt x="315" y="19"/>
                  </a:moveTo>
                  <a:cubicBezTo>
                    <a:pt x="317" y="19"/>
                    <a:pt x="318" y="19"/>
                    <a:pt x="320" y="19"/>
                  </a:cubicBezTo>
                  <a:cubicBezTo>
                    <a:pt x="391" y="19"/>
                    <a:pt x="468" y="43"/>
                    <a:pt x="551" y="91"/>
                  </a:cubicBezTo>
                  <a:cubicBezTo>
                    <a:pt x="696" y="174"/>
                    <a:pt x="857" y="332"/>
                    <a:pt x="1024" y="560"/>
                  </a:cubicBezTo>
                  <a:cubicBezTo>
                    <a:pt x="1312" y="953"/>
                    <a:pt x="1617" y="1552"/>
                    <a:pt x="1902" y="2340"/>
                  </a:cubicBezTo>
                  <a:cubicBezTo>
                    <a:pt x="1501" y="2198"/>
                    <a:pt x="1132" y="1977"/>
                    <a:pt x="816" y="1692"/>
                  </a:cubicBezTo>
                  <a:cubicBezTo>
                    <a:pt x="565" y="1468"/>
                    <a:pt x="366" y="1222"/>
                    <a:pt x="229" y="989"/>
                  </a:cubicBezTo>
                  <a:cubicBezTo>
                    <a:pt x="93" y="756"/>
                    <a:pt x="19" y="536"/>
                    <a:pt x="19" y="365"/>
                  </a:cubicBezTo>
                  <a:cubicBezTo>
                    <a:pt x="18" y="309"/>
                    <a:pt x="28" y="254"/>
                    <a:pt x="48" y="202"/>
                  </a:cubicBezTo>
                  <a:cubicBezTo>
                    <a:pt x="65" y="155"/>
                    <a:pt x="95" y="115"/>
                    <a:pt x="134" y="84"/>
                  </a:cubicBezTo>
                  <a:cubicBezTo>
                    <a:pt x="185" y="43"/>
                    <a:pt x="249" y="19"/>
                    <a:pt x="315" y="19"/>
                  </a:cubicBezTo>
                  <a:close/>
                  <a:moveTo>
                    <a:pt x="320" y="1"/>
                  </a:moveTo>
                  <a:cubicBezTo>
                    <a:pt x="249" y="1"/>
                    <a:pt x="179" y="26"/>
                    <a:pt x="123" y="71"/>
                  </a:cubicBezTo>
                  <a:cubicBezTo>
                    <a:pt x="82" y="103"/>
                    <a:pt x="51" y="147"/>
                    <a:pt x="31" y="195"/>
                  </a:cubicBezTo>
                  <a:cubicBezTo>
                    <a:pt x="11" y="249"/>
                    <a:pt x="0" y="307"/>
                    <a:pt x="1" y="366"/>
                  </a:cubicBezTo>
                  <a:cubicBezTo>
                    <a:pt x="1" y="542"/>
                    <a:pt x="77" y="764"/>
                    <a:pt x="214" y="1000"/>
                  </a:cubicBezTo>
                  <a:cubicBezTo>
                    <a:pt x="420" y="1351"/>
                    <a:pt x="767" y="1731"/>
                    <a:pt x="1219" y="2024"/>
                  </a:cubicBezTo>
                  <a:cubicBezTo>
                    <a:pt x="1433" y="2164"/>
                    <a:pt x="1665" y="2277"/>
                    <a:pt x="1909" y="2362"/>
                  </a:cubicBezTo>
                  <a:cubicBezTo>
                    <a:pt x="2024" y="2684"/>
                    <a:pt x="2135" y="3036"/>
                    <a:pt x="2241" y="3419"/>
                  </a:cubicBezTo>
                  <a:lnTo>
                    <a:pt x="2250" y="3389"/>
                  </a:lnTo>
                  <a:cubicBezTo>
                    <a:pt x="2149" y="3021"/>
                    <a:pt x="2042" y="2679"/>
                    <a:pt x="1931" y="2369"/>
                  </a:cubicBezTo>
                  <a:lnTo>
                    <a:pt x="1931" y="2369"/>
                  </a:lnTo>
                  <a:cubicBezTo>
                    <a:pt x="2110" y="2430"/>
                    <a:pt x="2296" y="2473"/>
                    <a:pt x="2484" y="2497"/>
                  </a:cubicBezTo>
                  <a:cubicBezTo>
                    <a:pt x="2486" y="2491"/>
                    <a:pt x="2487" y="2485"/>
                    <a:pt x="2488" y="2479"/>
                  </a:cubicBezTo>
                  <a:cubicBezTo>
                    <a:pt x="2295" y="2455"/>
                    <a:pt x="2107" y="2410"/>
                    <a:pt x="1923" y="2347"/>
                  </a:cubicBezTo>
                  <a:cubicBezTo>
                    <a:pt x="1756" y="1881"/>
                    <a:pt x="1579" y="1479"/>
                    <a:pt x="1405" y="1147"/>
                  </a:cubicBezTo>
                  <a:cubicBezTo>
                    <a:pt x="1208" y="773"/>
                    <a:pt x="1011" y="487"/>
                    <a:pt x="827" y="294"/>
                  </a:cubicBezTo>
                  <a:cubicBezTo>
                    <a:pt x="748" y="209"/>
                    <a:pt x="659" y="136"/>
                    <a:pt x="560" y="77"/>
                  </a:cubicBezTo>
                  <a:cubicBezTo>
                    <a:pt x="475" y="27"/>
                    <a:pt x="395" y="2"/>
                    <a:pt x="319" y="2"/>
                  </a:cubicBezTo>
                  <a:lnTo>
                    <a:pt x="320" y="1"/>
                  </a:lnTo>
                  <a:close/>
                </a:path>
              </a:pathLst>
            </a:custGeom>
            <a:solidFill>
              <a:srgbClr val="F0B228"/>
            </a:solidFill>
            <a:ln w="9360">
              <a:solidFill>
                <a:schemeClr val="lt1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97" name="CustomShape 25"/>
            <p:cNvSpPr/>
            <p:nvPr/>
          </p:nvSpPr>
          <p:spPr>
            <a:xfrm>
              <a:off x="1488960" y="727560"/>
              <a:ext cx="720" cy="360"/>
            </a:xfrm>
            <a:custGeom>
              <a:avLst/>
              <a:gdLst/>
              <a:ahLst/>
              <a:cxnLst/>
              <a:rect l="l" t="t" r="r" b="b"/>
              <a:pathLst>
                <a:path w="15" h="10">
                  <a:moveTo>
                    <a:pt x="0" y="0"/>
                  </a:moveTo>
                  <a:lnTo>
                    <a:pt x="15" y="10"/>
                  </a:lnTo>
                  <a:lnTo>
                    <a:pt x="15" y="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18FA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98" name="CustomShape 26"/>
            <p:cNvSpPr/>
            <p:nvPr/>
          </p:nvSpPr>
          <p:spPr>
            <a:xfrm>
              <a:off x="2161080" y="728640"/>
              <a:ext cx="669600" cy="386640"/>
            </a:xfrm>
            <a:custGeom>
              <a:avLst/>
              <a:gdLst/>
              <a:ahLst/>
              <a:cxnLst/>
              <a:rect l="l" t="t" r="r" b="b"/>
              <a:pathLst>
                <a:path w="8127" h="4693">
                  <a:moveTo>
                    <a:pt x="8127" y="0"/>
                  </a:moveTo>
                  <a:lnTo>
                    <a:pt x="0" y="4693"/>
                  </a:lnTo>
                  <a:lnTo>
                    <a:pt x="8127" y="0"/>
                  </a:lnTo>
                  <a:lnTo>
                    <a:pt x="8127" y="0"/>
                  </a:lnTo>
                  <a:close/>
                </a:path>
              </a:pathLst>
            </a:custGeom>
            <a:solidFill>
              <a:srgbClr val="183178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CustomShape 1"/>
          <p:cNvSpPr/>
          <p:nvPr/>
        </p:nvSpPr>
        <p:spPr>
          <a:xfrm rot="16200000">
            <a:off x="4084560" y="-502200"/>
            <a:ext cx="3102480" cy="7015320"/>
          </a:xfrm>
          <a:prstGeom prst="round2SameRect">
            <a:avLst>
              <a:gd name="adj1" fmla="val 47321"/>
              <a:gd name="adj2" fmla="val 0"/>
            </a:avLst>
          </a:prstGeom>
          <a:solidFill>
            <a:schemeClr val="l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00" name="TextShape 2"/>
          <p:cNvSpPr txBox="1"/>
          <p:nvPr/>
        </p:nvSpPr>
        <p:spPr>
          <a:xfrm>
            <a:off x="1247040" y="347760"/>
            <a:ext cx="728676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/>
          <a:lstStyle/>
          <a:p>
            <a:pPr algn="r">
              <a:lnSpc>
                <a:spcPct val="100000"/>
              </a:lnSpc>
            </a:pPr>
            <a:r>
              <a:rPr lang="en-US" sz="3600" b="0" strike="noStrike" spc="-1">
                <a:solidFill>
                  <a:srgbClr val="90C4FE"/>
                </a:solidFill>
                <a:latin typeface="Dosis ExtraLight"/>
                <a:ea typeface="Dosis ExtraLight"/>
              </a:rPr>
              <a:t>TUJUAN PENELITIAN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1" name="TextShape 3"/>
          <p:cNvSpPr txBox="1"/>
          <p:nvPr/>
        </p:nvSpPr>
        <p:spPr>
          <a:xfrm>
            <a:off x="2291400" y="3253320"/>
            <a:ext cx="3101400" cy="875160"/>
          </a:xfrm>
          <a:prstGeom prst="rect">
            <a:avLst/>
          </a:prstGeom>
          <a:noFill/>
          <a:ln>
            <a:noFill/>
          </a:ln>
        </p:spPr>
        <p:txBody>
          <a:bodyPr tIns="91440" bIns="91440"/>
          <a:lstStyle/>
          <a:p>
            <a:pPr marL="457200" indent="-342720" algn="r">
              <a:lnSpc>
                <a:spcPct val="100000"/>
              </a:lnSpc>
            </a:pPr>
            <a:r>
              <a:rPr lang="en-US" sz="1400" b="0" strike="noStrike" spc="-1">
                <a:solidFill>
                  <a:srgbClr val="324788"/>
                </a:solidFill>
                <a:latin typeface="Raleway Light"/>
                <a:ea typeface="Raleway Light"/>
              </a:rPr>
              <a:t>Memahami proses pembelajaran menggunakan pendekatan </a:t>
            </a:r>
            <a:r>
              <a:rPr lang="en-US" sz="1400" b="0" i="1" strike="noStrike" spc="-1">
                <a:solidFill>
                  <a:srgbClr val="324788"/>
                </a:solidFill>
                <a:latin typeface="Raleway Light"/>
                <a:ea typeface="Raleway Light"/>
              </a:rPr>
              <a:t>Link-Match</a:t>
            </a:r>
            <a:r>
              <a:rPr lang="en-US" sz="1400" b="0" strike="noStrike" spc="-1">
                <a:solidFill>
                  <a:srgbClr val="324788"/>
                </a:solidFill>
                <a:latin typeface="Raleway Light"/>
                <a:ea typeface="Raleway Light"/>
              </a:rPr>
              <a:t> yang berjalan di STT Terpadu Nurul Fikri.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1002" name="TextShape 4"/>
          <p:cNvSpPr txBox="1"/>
          <p:nvPr/>
        </p:nvSpPr>
        <p:spPr>
          <a:xfrm>
            <a:off x="5367600" y="2067120"/>
            <a:ext cx="3158280" cy="875160"/>
          </a:xfrm>
          <a:prstGeom prst="rect">
            <a:avLst/>
          </a:prstGeom>
          <a:noFill/>
          <a:ln>
            <a:noFill/>
          </a:ln>
        </p:spPr>
        <p:txBody>
          <a:bodyPr tIns="91440" bIns="91440"/>
          <a:lstStyle/>
          <a:p>
            <a:pPr marL="457200" indent="-342720" algn="r">
              <a:lnSpc>
                <a:spcPct val="100000"/>
              </a:lnSpc>
            </a:pPr>
            <a:r>
              <a:rPr lang="en-US" sz="1400" b="0" strike="noStrike" spc="-1">
                <a:solidFill>
                  <a:srgbClr val="324788"/>
                </a:solidFill>
                <a:latin typeface="Raleway Light"/>
                <a:ea typeface="Raleway Light"/>
              </a:rPr>
              <a:t>Mengimplementasikan metode </a:t>
            </a:r>
            <a:r>
              <a:rPr lang="en-US" sz="1400" b="0" i="1" strike="noStrike" spc="-1">
                <a:solidFill>
                  <a:srgbClr val="324788"/>
                </a:solidFill>
                <a:latin typeface="Raleway Light"/>
                <a:ea typeface="Raleway Light"/>
              </a:rPr>
              <a:t>Scrum</a:t>
            </a:r>
            <a:r>
              <a:rPr lang="en-US" sz="1400" b="0" strike="noStrike" spc="-1">
                <a:solidFill>
                  <a:srgbClr val="324788"/>
                </a:solidFill>
                <a:latin typeface="Raleway Light"/>
                <a:ea typeface="Raleway Light"/>
              </a:rPr>
              <a:t> dalam perancangan aplikasi </a:t>
            </a:r>
            <a:r>
              <a:rPr lang="en-US" sz="1400" b="0" i="1" strike="noStrike" spc="-1">
                <a:solidFill>
                  <a:srgbClr val="324788"/>
                </a:solidFill>
                <a:latin typeface="Raleway Light"/>
                <a:ea typeface="Raleway Light"/>
              </a:rPr>
              <a:t>Link-Match</a:t>
            </a:r>
            <a:r>
              <a:rPr lang="en-US" sz="1400" b="0" strike="noStrike" spc="-1">
                <a:solidFill>
                  <a:srgbClr val="324788"/>
                </a:solidFill>
                <a:latin typeface="Raleway Light"/>
                <a:ea typeface="Raleway Light"/>
              </a:rPr>
              <a:t>.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1003" name="TextShape 5"/>
          <p:cNvSpPr txBox="1"/>
          <p:nvPr/>
        </p:nvSpPr>
        <p:spPr>
          <a:xfrm>
            <a:off x="3822120" y="2880720"/>
            <a:ext cx="1560240" cy="577440"/>
          </a:xfrm>
          <a:prstGeom prst="rect">
            <a:avLst/>
          </a:prstGeom>
          <a:noFill/>
          <a:ln>
            <a:noFill/>
          </a:ln>
        </p:spPr>
        <p:txBody>
          <a:bodyPr tIns="91440" bIns="91440" anchor="b"/>
          <a:lstStyle/>
          <a:p>
            <a:pPr algn="r">
              <a:lnSpc>
                <a:spcPct val="100000"/>
              </a:lnSpc>
            </a:pPr>
            <a:r>
              <a:rPr lang="en-US" sz="2200" b="0" strike="noStrike" spc="-1">
                <a:solidFill>
                  <a:srgbClr val="324788"/>
                </a:solidFill>
                <a:latin typeface="Dosis ExtraLight"/>
                <a:ea typeface="Dosis ExtraLight"/>
              </a:rPr>
              <a:t>02</a:t>
            </a:r>
            <a:endParaRPr lang="en-US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4" name="TextShape 6"/>
          <p:cNvSpPr txBox="1"/>
          <p:nvPr/>
        </p:nvSpPr>
        <p:spPr>
          <a:xfrm>
            <a:off x="6965640" y="2880720"/>
            <a:ext cx="1560240" cy="577440"/>
          </a:xfrm>
          <a:prstGeom prst="rect">
            <a:avLst/>
          </a:prstGeom>
          <a:noFill/>
          <a:ln>
            <a:noFill/>
          </a:ln>
        </p:spPr>
        <p:txBody>
          <a:bodyPr tIns="91440" bIns="91440" anchor="b"/>
          <a:lstStyle/>
          <a:p>
            <a:pPr algn="r">
              <a:lnSpc>
                <a:spcPct val="100000"/>
              </a:lnSpc>
            </a:pPr>
            <a:r>
              <a:rPr lang="en-US" sz="2200" b="0" strike="noStrike" spc="-1">
                <a:solidFill>
                  <a:srgbClr val="324788"/>
                </a:solidFill>
                <a:latin typeface="Dosis ExtraLight"/>
                <a:ea typeface="Dosis ExtraLight"/>
              </a:rPr>
              <a:t>04</a:t>
            </a:r>
            <a:endParaRPr lang="en-US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5" name="TextShape 7"/>
          <p:cNvSpPr txBox="1"/>
          <p:nvPr/>
        </p:nvSpPr>
        <p:spPr>
          <a:xfrm>
            <a:off x="5424480" y="3253320"/>
            <a:ext cx="3101400" cy="875160"/>
          </a:xfrm>
          <a:prstGeom prst="rect">
            <a:avLst/>
          </a:prstGeom>
          <a:noFill/>
          <a:ln>
            <a:noFill/>
          </a:ln>
        </p:spPr>
        <p:txBody>
          <a:bodyPr tIns="91440" bIns="91440"/>
          <a:lstStyle/>
          <a:p>
            <a:pPr marL="457200" indent="-342720" algn="r">
              <a:lnSpc>
                <a:spcPct val="100000"/>
              </a:lnSpc>
            </a:pPr>
            <a:r>
              <a:rPr lang="en-US" sz="1400" b="0" strike="noStrike" spc="-1">
                <a:solidFill>
                  <a:srgbClr val="324788"/>
                </a:solidFill>
                <a:latin typeface="Raleway Light"/>
                <a:ea typeface="Raleway Light"/>
              </a:rPr>
              <a:t>Merancang aplikasi </a:t>
            </a:r>
            <a:r>
              <a:rPr lang="en-US" sz="1400" b="0" i="1" strike="noStrike" spc="-1">
                <a:solidFill>
                  <a:srgbClr val="324788"/>
                </a:solidFill>
                <a:latin typeface="Raleway Light"/>
                <a:ea typeface="Raleway Light"/>
              </a:rPr>
              <a:t>Link-Match</a:t>
            </a:r>
            <a:r>
              <a:rPr lang="en-US" sz="1400" b="0" strike="noStrike" spc="-1">
                <a:solidFill>
                  <a:srgbClr val="324788"/>
                </a:solidFill>
                <a:latin typeface="Raleway Light"/>
                <a:ea typeface="Raleway Light"/>
              </a:rPr>
              <a:t> yang dapat membantu proses pembelajaran di STT Terpadu Nurul Fikri.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1006" name="TextShape 8"/>
          <p:cNvSpPr txBox="1"/>
          <p:nvPr/>
        </p:nvSpPr>
        <p:spPr>
          <a:xfrm>
            <a:off x="6965640" y="1687680"/>
            <a:ext cx="1560240" cy="577440"/>
          </a:xfrm>
          <a:prstGeom prst="rect">
            <a:avLst/>
          </a:prstGeom>
          <a:noFill/>
          <a:ln>
            <a:noFill/>
          </a:ln>
        </p:spPr>
        <p:txBody>
          <a:bodyPr tIns="91440" bIns="91440" anchor="b"/>
          <a:lstStyle/>
          <a:p>
            <a:pPr algn="r">
              <a:lnSpc>
                <a:spcPct val="100000"/>
              </a:lnSpc>
            </a:pPr>
            <a:r>
              <a:rPr lang="en-US" sz="2200" b="0" strike="noStrike" spc="-1">
                <a:solidFill>
                  <a:srgbClr val="324788"/>
                </a:solidFill>
                <a:latin typeface="Dosis ExtraLight"/>
                <a:ea typeface="Dosis ExtraLight"/>
              </a:rPr>
              <a:t>03</a:t>
            </a:r>
            <a:endParaRPr lang="en-US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7" name="TextShape 9"/>
          <p:cNvSpPr txBox="1"/>
          <p:nvPr/>
        </p:nvSpPr>
        <p:spPr>
          <a:xfrm>
            <a:off x="3832560" y="1634400"/>
            <a:ext cx="1560240" cy="577440"/>
          </a:xfrm>
          <a:prstGeom prst="rect">
            <a:avLst/>
          </a:prstGeom>
          <a:noFill/>
          <a:ln>
            <a:noFill/>
          </a:ln>
        </p:spPr>
        <p:txBody>
          <a:bodyPr tIns="91440" bIns="91440" anchor="b"/>
          <a:lstStyle/>
          <a:p>
            <a:pPr algn="r">
              <a:lnSpc>
                <a:spcPct val="100000"/>
              </a:lnSpc>
            </a:pPr>
            <a:r>
              <a:rPr lang="en-US" sz="2200" b="0" strike="noStrike" spc="-1">
                <a:solidFill>
                  <a:srgbClr val="324788"/>
                </a:solidFill>
                <a:latin typeface="Dosis ExtraLight"/>
                <a:ea typeface="Dosis ExtraLight"/>
              </a:rPr>
              <a:t>01</a:t>
            </a:r>
            <a:endParaRPr lang="en-US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8" name="TextShape 10"/>
          <p:cNvSpPr txBox="1"/>
          <p:nvPr/>
        </p:nvSpPr>
        <p:spPr>
          <a:xfrm>
            <a:off x="2768400" y="2013480"/>
            <a:ext cx="2624400" cy="875160"/>
          </a:xfrm>
          <a:prstGeom prst="rect">
            <a:avLst/>
          </a:prstGeom>
          <a:noFill/>
          <a:ln>
            <a:noFill/>
          </a:ln>
        </p:spPr>
        <p:txBody>
          <a:bodyPr tIns="91440" bIns="91440"/>
          <a:lstStyle/>
          <a:p>
            <a:pPr marL="457200" indent="-342720" algn="r">
              <a:lnSpc>
                <a:spcPct val="100000"/>
              </a:lnSpc>
            </a:pPr>
            <a:r>
              <a:rPr lang="en-US" sz="1400" b="0" strike="noStrike" spc="-1">
                <a:solidFill>
                  <a:srgbClr val="324788"/>
                </a:solidFill>
                <a:latin typeface="Raleway Light"/>
                <a:ea typeface="Raleway Light"/>
              </a:rPr>
              <a:t>Menambah wawasan dalam merancang aplikasi berbasis Android.</a:t>
            </a:r>
            <a:endParaRPr lang="en-US" sz="1400" b="0" strike="noStrike" spc="-1">
              <a:latin typeface="Arial"/>
            </a:endParaRPr>
          </a:p>
        </p:txBody>
      </p:sp>
      <p:pic>
        <p:nvPicPr>
          <p:cNvPr id="1009" name="Picture 60"/>
          <p:cNvPicPr/>
          <p:nvPr/>
        </p:nvPicPr>
        <p:blipFill>
          <a:blip r:embed="rId2"/>
          <a:stretch/>
        </p:blipFill>
        <p:spPr>
          <a:xfrm>
            <a:off x="109800" y="-19080"/>
            <a:ext cx="1007640" cy="11066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CustomShape 1"/>
          <p:cNvSpPr/>
          <p:nvPr/>
        </p:nvSpPr>
        <p:spPr>
          <a:xfrm>
            <a:off x="865440" y="-1134720"/>
            <a:ext cx="7412760" cy="74127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11" name="TextShape 2"/>
          <p:cNvSpPr txBox="1"/>
          <p:nvPr/>
        </p:nvSpPr>
        <p:spPr>
          <a:xfrm>
            <a:off x="1619280" y="2259000"/>
            <a:ext cx="3690000" cy="452880"/>
          </a:xfrm>
          <a:prstGeom prst="rect">
            <a:avLst/>
          </a:prstGeom>
          <a:noFill/>
          <a:ln>
            <a:noFill/>
          </a:ln>
        </p:spPr>
        <p:txBody>
          <a:bodyPr tIns="91440" bIns="91440" anchor="b"/>
          <a:lstStyle/>
          <a:p>
            <a:pPr>
              <a:lnSpc>
                <a:spcPct val="100000"/>
              </a:lnSpc>
            </a:pPr>
            <a:r>
              <a:rPr lang="en-US" sz="4000" b="0" strike="noStrike" spc="-1">
                <a:solidFill>
                  <a:srgbClr val="324788"/>
                </a:solidFill>
                <a:latin typeface="Dosis ExtraLight"/>
                <a:ea typeface="Dosis ExtraLight"/>
              </a:rPr>
              <a:t>BATASAN PENELITIAN</a:t>
            </a:r>
            <a:endParaRPr lang="en-US" sz="4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2" name="TextShape 3"/>
          <p:cNvSpPr txBox="1"/>
          <p:nvPr/>
        </p:nvSpPr>
        <p:spPr>
          <a:xfrm>
            <a:off x="1619640" y="2961360"/>
            <a:ext cx="2240280" cy="577440"/>
          </a:xfrm>
          <a:prstGeom prst="rect">
            <a:avLst/>
          </a:prstGeom>
          <a:noFill/>
          <a:ln>
            <a:noFill/>
          </a:ln>
        </p:spPr>
        <p:txBody>
          <a:bodyPr tIns="91440" bIns="91440" anchor="ctr"/>
          <a:lstStyle/>
          <a:p>
            <a:pPr>
              <a:lnSpc>
                <a:spcPct val="100000"/>
              </a:lnSpc>
            </a:pPr>
            <a:r>
              <a:rPr lang="en-US" sz="9600" b="0" strike="noStrike" spc="-1">
                <a:solidFill>
                  <a:srgbClr val="F5FBFB"/>
                </a:solidFill>
                <a:latin typeface="Dosis ExtraLight"/>
                <a:ea typeface="Dosis ExtraLight"/>
              </a:rPr>
              <a:t>04</a:t>
            </a:r>
            <a:endParaRPr lang="en-US" sz="96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013" name="Group 4"/>
          <p:cNvGrpSpPr/>
          <p:nvPr/>
        </p:nvGrpSpPr>
        <p:grpSpPr>
          <a:xfrm>
            <a:off x="4854240" y="1523880"/>
            <a:ext cx="3879360" cy="2874960"/>
            <a:chOff x="4854240" y="1523880"/>
            <a:chExt cx="3879360" cy="2874960"/>
          </a:xfrm>
        </p:grpSpPr>
        <p:sp>
          <p:nvSpPr>
            <p:cNvPr id="1014" name="CustomShape 5"/>
            <p:cNvSpPr/>
            <p:nvPr/>
          </p:nvSpPr>
          <p:spPr>
            <a:xfrm>
              <a:off x="8349120" y="2953080"/>
              <a:ext cx="332640" cy="363240"/>
            </a:xfrm>
            <a:custGeom>
              <a:avLst/>
              <a:gdLst/>
              <a:ahLst/>
              <a:cxnLst/>
              <a:rect l="l" t="t" r="r" b="b"/>
              <a:pathLst>
                <a:path w="19089" h="19225">
                  <a:moveTo>
                    <a:pt x="14327" y="1"/>
                  </a:moveTo>
                  <a:lnTo>
                    <a:pt x="0" y="8272"/>
                  </a:lnTo>
                  <a:lnTo>
                    <a:pt x="19089" y="19224"/>
                  </a:lnTo>
                  <a:lnTo>
                    <a:pt x="19089" y="2746"/>
                  </a:lnTo>
                  <a:lnTo>
                    <a:pt x="14327" y="1"/>
                  </a:lnTo>
                  <a:close/>
                </a:path>
              </a:pathLst>
            </a:custGeom>
            <a:solidFill>
              <a:srgbClr val="6F224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015" name="CustomShape 6"/>
            <p:cNvSpPr/>
            <p:nvPr/>
          </p:nvSpPr>
          <p:spPr>
            <a:xfrm>
              <a:off x="4866120" y="2916000"/>
              <a:ext cx="2201760" cy="1482840"/>
            </a:xfrm>
            <a:custGeom>
              <a:avLst/>
              <a:gdLst/>
              <a:ahLst/>
              <a:cxnLst/>
              <a:rect l="l" t="t" r="r" b="b"/>
              <a:pathLst>
                <a:path w="126219" h="78458">
                  <a:moveTo>
                    <a:pt x="0" y="0"/>
                  </a:moveTo>
                  <a:lnTo>
                    <a:pt x="0" y="4460"/>
                  </a:lnTo>
                  <a:cubicBezTo>
                    <a:pt x="0" y="5977"/>
                    <a:pt x="1136" y="7863"/>
                    <a:pt x="2537" y="8672"/>
                  </a:cubicBezTo>
                  <a:lnTo>
                    <a:pt x="116699" y="74580"/>
                  </a:lnTo>
                  <a:cubicBezTo>
                    <a:pt x="116699" y="74580"/>
                    <a:pt x="116734" y="74604"/>
                    <a:pt x="116792" y="74639"/>
                  </a:cubicBezTo>
                  <a:cubicBezTo>
                    <a:pt x="116862" y="74674"/>
                    <a:pt x="116957" y="74721"/>
                    <a:pt x="117074" y="74791"/>
                  </a:cubicBezTo>
                  <a:cubicBezTo>
                    <a:pt x="117167" y="74849"/>
                    <a:pt x="117261" y="74908"/>
                    <a:pt x="117390" y="74979"/>
                  </a:cubicBezTo>
                  <a:cubicBezTo>
                    <a:pt x="117508" y="75049"/>
                    <a:pt x="117636" y="75120"/>
                    <a:pt x="117788" y="75213"/>
                  </a:cubicBezTo>
                  <a:cubicBezTo>
                    <a:pt x="118080" y="75376"/>
                    <a:pt x="118421" y="75576"/>
                    <a:pt x="118796" y="75786"/>
                  </a:cubicBezTo>
                  <a:lnTo>
                    <a:pt x="119603" y="76254"/>
                  </a:lnTo>
                  <a:cubicBezTo>
                    <a:pt x="120177" y="76584"/>
                    <a:pt x="120797" y="76946"/>
                    <a:pt x="121453" y="77321"/>
                  </a:cubicBezTo>
                  <a:cubicBezTo>
                    <a:pt x="122759" y="78070"/>
                    <a:pt x="124451" y="78457"/>
                    <a:pt x="126147" y="78457"/>
                  </a:cubicBezTo>
                  <a:cubicBezTo>
                    <a:pt x="126171" y="78457"/>
                    <a:pt x="126195" y="78457"/>
                    <a:pt x="126219" y="78457"/>
                  </a:cubicBezTo>
                  <a:lnTo>
                    <a:pt x="126219" y="72882"/>
                  </a:lnTo>
                  <a:cubicBezTo>
                    <a:pt x="124380" y="72882"/>
                    <a:pt x="122554" y="72472"/>
                    <a:pt x="121149" y="71665"/>
                  </a:cubicBezTo>
                  <a:cubicBezTo>
                    <a:pt x="121149" y="71665"/>
                    <a:pt x="116699" y="69100"/>
                    <a:pt x="116699" y="69089"/>
                  </a:cubicBezTo>
                  <a:lnTo>
                    <a:pt x="2535" y="3178"/>
                  </a:lnTo>
                  <a:cubicBezTo>
                    <a:pt x="1742" y="2719"/>
                    <a:pt x="0" y="1694"/>
                    <a:pt x="0" y="0"/>
                  </a:cubicBezTo>
                  <a:close/>
                </a:path>
              </a:pathLst>
            </a:custGeom>
            <a:solidFill>
              <a:srgbClr val="E7478D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016" name="CustomShape 7"/>
            <p:cNvSpPr/>
            <p:nvPr/>
          </p:nvSpPr>
          <p:spPr>
            <a:xfrm>
              <a:off x="4854240" y="1939320"/>
              <a:ext cx="3796200" cy="2354040"/>
            </a:xfrm>
            <a:custGeom>
              <a:avLst/>
              <a:gdLst/>
              <a:ahLst/>
              <a:cxnLst/>
              <a:rect l="l" t="t" r="r" b="b"/>
              <a:pathLst>
                <a:path w="217592" h="124540">
                  <a:moveTo>
                    <a:pt x="89368" y="0"/>
                  </a:moveTo>
                  <a:cubicBezTo>
                    <a:pt x="87519" y="0"/>
                    <a:pt x="85667" y="410"/>
                    <a:pt x="84258" y="1230"/>
                  </a:cubicBezTo>
                  <a:lnTo>
                    <a:pt x="16663" y="40628"/>
                  </a:lnTo>
                  <a:lnTo>
                    <a:pt x="2787" y="48720"/>
                  </a:lnTo>
                  <a:cubicBezTo>
                    <a:pt x="0" y="50347"/>
                    <a:pt x="0" y="52983"/>
                    <a:pt x="2799" y="54599"/>
                  </a:cubicBezTo>
                  <a:lnTo>
                    <a:pt x="117408" y="120757"/>
                  </a:lnTo>
                  <a:lnTo>
                    <a:pt x="121845" y="123322"/>
                  </a:lnTo>
                  <a:cubicBezTo>
                    <a:pt x="123252" y="124129"/>
                    <a:pt x="125089" y="124539"/>
                    <a:pt x="126917" y="124539"/>
                  </a:cubicBezTo>
                  <a:cubicBezTo>
                    <a:pt x="126921" y="124539"/>
                    <a:pt x="126924" y="124539"/>
                    <a:pt x="126928" y="124539"/>
                  </a:cubicBezTo>
                  <a:cubicBezTo>
                    <a:pt x="128818" y="124539"/>
                    <a:pt x="130505" y="124134"/>
                    <a:pt x="131987" y="123310"/>
                  </a:cubicBezTo>
                  <a:lnTo>
                    <a:pt x="136426" y="120746"/>
                  </a:lnTo>
                  <a:lnTo>
                    <a:pt x="136437" y="120746"/>
                  </a:lnTo>
                  <a:lnTo>
                    <a:pt x="215578" y="75047"/>
                  </a:lnTo>
                  <a:cubicBezTo>
                    <a:pt x="215683" y="74976"/>
                    <a:pt x="215800" y="74895"/>
                    <a:pt x="215906" y="74813"/>
                  </a:cubicBezTo>
                  <a:cubicBezTo>
                    <a:pt x="216023" y="74731"/>
                    <a:pt x="216128" y="74626"/>
                    <a:pt x="216245" y="74520"/>
                  </a:cubicBezTo>
                  <a:lnTo>
                    <a:pt x="216444" y="74321"/>
                  </a:lnTo>
                  <a:cubicBezTo>
                    <a:pt x="216536" y="74216"/>
                    <a:pt x="216623" y="74107"/>
                    <a:pt x="216702" y="73993"/>
                  </a:cubicBezTo>
                  <a:cubicBezTo>
                    <a:pt x="216819" y="73853"/>
                    <a:pt x="216912" y="73701"/>
                    <a:pt x="217006" y="73536"/>
                  </a:cubicBezTo>
                  <a:cubicBezTo>
                    <a:pt x="217098" y="73378"/>
                    <a:pt x="217180" y="73213"/>
                    <a:pt x="217253" y="73044"/>
                  </a:cubicBezTo>
                  <a:cubicBezTo>
                    <a:pt x="217330" y="72882"/>
                    <a:pt x="217392" y="72715"/>
                    <a:pt x="217439" y="72541"/>
                  </a:cubicBezTo>
                  <a:cubicBezTo>
                    <a:pt x="217484" y="72395"/>
                    <a:pt x="217518" y="72246"/>
                    <a:pt x="217544" y="72096"/>
                  </a:cubicBezTo>
                  <a:cubicBezTo>
                    <a:pt x="217561" y="72060"/>
                    <a:pt x="217564" y="72018"/>
                    <a:pt x="217556" y="71979"/>
                  </a:cubicBezTo>
                  <a:cubicBezTo>
                    <a:pt x="217580" y="71920"/>
                    <a:pt x="217580" y="71862"/>
                    <a:pt x="217591" y="71803"/>
                  </a:cubicBezTo>
                  <a:lnTo>
                    <a:pt x="217580" y="71792"/>
                  </a:lnTo>
                  <a:lnTo>
                    <a:pt x="205073" y="64636"/>
                  </a:lnTo>
                  <a:lnTo>
                    <a:pt x="200306" y="61897"/>
                  </a:lnTo>
                  <a:lnTo>
                    <a:pt x="94400" y="1195"/>
                  </a:lnTo>
                  <a:cubicBezTo>
                    <a:pt x="93010" y="399"/>
                    <a:pt x="91190" y="0"/>
                    <a:pt x="89368" y="0"/>
                  </a:cubicBezTo>
                  <a:close/>
                </a:path>
              </a:pathLst>
            </a:custGeom>
            <a:solidFill>
              <a:srgbClr val="922D59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017" name="CustomShape 8"/>
            <p:cNvSpPr/>
            <p:nvPr/>
          </p:nvSpPr>
          <p:spPr>
            <a:xfrm>
              <a:off x="4923360" y="2616840"/>
              <a:ext cx="3675600" cy="1623600"/>
            </a:xfrm>
            <a:custGeom>
              <a:avLst/>
              <a:gdLst/>
              <a:ahLst/>
              <a:cxnLst/>
              <a:rect l="l" t="t" r="r" b="b"/>
              <a:pathLst>
                <a:path w="210677" h="85908">
                  <a:moveTo>
                    <a:pt x="0" y="1"/>
                  </a:moveTo>
                  <a:lnTo>
                    <a:pt x="0" y="14140"/>
                  </a:lnTo>
                  <a:cubicBezTo>
                    <a:pt x="0" y="15186"/>
                    <a:pt x="557" y="16153"/>
                    <a:pt x="1464" y="16676"/>
                  </a:cubicBezTo>
                  <a:lnTo>
                    <a:pt x="120025" y="85123"/>
                  </a:lnTo>
                  <a:cubicBezTo>
                    <a:pt x="120931" y="85646"/>
                    <a:pt x="121942" y="85907"/>
                    <a:pt x="122953" y="85907"/>
                  </a:cubicBezTo>
                  <a:cubicBezTo>
                    <a:pt x="123964" y="85907"/>
                    <a:pt x="124974" y="85646"/>
                    <a:pt x="125880" y="85123"/>
                  </a:cubicBezTo>
                  <a:lnTo>
                    <a:pt x="210663" y="36173"/>
                  </a:lnTo>
                  <a:lnTo>
                    <a:pt x="210676" y="20547"/>
                  </a:lnTo>
                  <a:lnTo>
                    <a:pt x="122953" y="7118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8C8DD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018" name="CustomShape 9"/>
            <p:cNvSpPr/>
            <p:nvPr/>
          </p:nvSpPr>
          <p:spPr>
            <a:xfrm>
              <a:off x="4923360" y="2616840"/>
              <a:ext cx="2144880" cy="1623600"/>
            </a:xfrm>
            <a:custGeom>
              <a:avLst/>
              <a:gdLst/>
              <a:ahLst/>
              <a:cxnLst/>
              <a:rect l="l" t="t" r="r" b="b"/>
              <a:pathLst>
                <a:path w="122955" h="85908">
                  <a:moveTo>
                    <a:pt x="2" y="1"/>
                  </a:moveTo>
                  <a:lnTo>
                    <a:pt x="2" y="14140"/>
                  </a:lnTo>
                  <a:cubicBezTo>
                    <a:pt x="1" y="15186"/>
                    <a:pt x="559" y="16153"/>
                    <a:pt x="1466" y="16676"/>
                  </a:cubicBezTo>
                  <a:lnTo>
                    <a:pt x="120027" y="85123"/>
                  </a:lnTo>
                  <a:cubicBezTo>
                    <a:pt x="120917" y="85637"/>
                    <a:pt x="121926" y="85908"/>
                    <a:pt x="122955" y="85908"/>
                  </a:cubicBezTo>
                  <a:lnTo>
                    <a:pt x="122955" y="71186"/>
                  </a:lnTo>
                  <a:lnTo>
                    <a:pt x="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019" name="CustomShape 10"/>
            <p:cNvSpPr/>
            <p:nvPr/>
          </p:nvSpPr>
          <p:spPr>
            <a:xfrm>
              <a:off x="8578440" y="3021840"/>
              <a:ext cx="41400" cy="316080"/>
            </a:xfrm>
            <a:custGeom>
              <a:avLst/>
              <a:gdLst/>
              <a:ahLst/>
              <a:cxnLst/>
              <a:rect l="l" t="t" r="r" b="b"/>
              <a:pathLst>
                <a:path w="2385" h="16734">
                  <a:moveTo>
                    <a:pt x="1629" y="0"/>
                  </a:moveTo>
                  <a:cubicBezTo>
                    <a:pt x="1494" y="0"/>
                    <a:pt x="1347" y="42"/>
                    <a:pt x="1194" y="131"/>
                  </a:cubicBezTo>
                  <a:cubicBezTo>
                    <a:pt x="535" y="511"/>
                    <a:pt x="0" y="1604"/>
                    <a:pt x="0" y="2576"/>
                  </a:cubicBezTo>
                  <a:lnTo>
                    <a:pt x="0" y="15533"/>
                  </a:lnTo>
                  <a:cubicBezTo>
                    <a:pt x="0" y="16278"/>
                    <a:pt x="314" y="16734"/>
                    <a:pt x="756" y="16734"/>
                  </a:cubicBezTo>
                  <a:cubicBezTo>
                    <a:pt x="889" y="16734"/>
                    <a:pt x="1034" y="16692"/>
                    <a:pt x="1186" y="16604"/>
                  </a:cubicBezTo>
                  <a:cubicBezTo>
                    <a:pt x="1841" y="16226"/>
                    <a:pt x="2373" y="15133"/>
                    <a:pt x="2373" y="14164"/>
                  </a:cubicBezTo>
                  <a:lnTo>
                    <a:pt x="2384" y="1199"/>
                  </a:lnTo>
                  <a:cubicBezTo>
                    <a:pt x="2385" y="456"/>
                    <a:pt x="2072" y="0"/>
                    <a:pt x="1629" y="0"/>
                  </a:cubicBezTo>
                  <a:close/>
                </a:path>
              </a:pathLst>
            </a:custGeom>
            <a:solidFill>
              <a:srgbClr val="FFDB4C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020" name="CustomShape 11"/>
            <p:cNvSpPr/>
            <p:nvPr/>
          </p:nvSpPr>
          <p:spPr>
            <a:xfrm>
              <a:off x="4866120" y="2500560"/>
              <a:ext cx="2201760" cy="1482840"/>
            </a:xfrm>
            <a:custGeom>
              <a:avLst/>
              <a:gdLst/>
              <a:ahLst/>
              <a:cxnLst/>
              <a:rect l="l" t="t" r="r" b="b"/>
              <a:pathLst>
                <a:path w="126218" h="78460">
                  <a:moveTo>
                    <a:pt x="2" y="1"/>
                  </a:moveTo>
                  <a:cubicBezTo>
                    <a:pt x="2" y="1"/>
                    <a:pt x="0" y="3753"/>
                    <a:pt x="0" y="4463"/>
                  </a:cubicBezTo>
                  <a:cubicBezTo>
                    <a:pt x="0" y="5979"/>
                    <a:pt x="1135" y="7864"/>
                    <a:pt x="2535" y="8673"/>
                  </a:cubicBezTo>
                  <a:lnTo>
                    <a:pt x="54915" y="38903"/>
                  </a:lnTo>
                  <a:cubicBezTo>
                    <a:pt x="54915" y="38903"/>
                    <a:pt x="116697" y="74584"/>
                    <a:pt x="116721" y="74595"/>
                  </a:cubicBezTo>
                  <a:lnTo>
                    <a:pt x="116909" y="74701"/>
                  </a:lnTo>
                  <a:cubicBezTo>
                    <a:pt x="117237" y="74899"/>
                    <a:pt x="117903" y="75287"/>
                    <a:pt x="118794" y="75790"/>
                  </a:cubicBezTo>
                  <a:lnTo>
                    <a:pt x="119601" y="76258"/>
                  </a:lnTo>
                  <a:cubicBezTo>
                    <a:pt x="120176" y="76586"/>
                    <a:pt x="120796" y="76950"/>
                    <a:pt x="121451" y="77325"/>
                  </a:cubicBezTo>
                  <a:cubicBezTo>
                    <a:pt x="122755" y="78072"/>
                    <a:pt x="124443" y="78460"/>
                    <a:pt x="126136" y="78460"/>
                  </a:cubicBezTo>
                  <a:cubicBezTo>
                    <a:pt x="126163" y="78460"/>
                    <a:pt x="126190" y="78460"/>
                    <a:pt x="126217" y="78459"/>
                  </a:cubicBezTo>
                  <a:lnTo>
                    <a:pt x="126217" y="72862"/>
                  </a:lnTo>
                  <a:cubicBezTo>
                    <a:pt x="124380" y="72862"/>
                    <a:pt x="122552" y="72463"/>
                    <a:pt x="121136" y="71644"/>
                  </a:cubicBezTo>
                  <a:cubicBezTo>
                    <a:pt x="121136" y="71644"/>
                    <a:pt x="116708" y="69091"/>
                    <a:pt x="116697" y="69091"/>
                  </a:cubicBezTo>
                  <a:lnTo>
                    <a:pt x="59681" y="36163"/>
                  </a:lnTo>
                  <a:lnTo>
                    <a:pt x="2535" y="3182"/>
                  </a:lnTo>
                  <a:cubicBezTo>
                    <a:pt x="1791" y="2751"/>
                    <a:pt x="2" y="1754"/>
                    <a:pt x="2" y="1"/>
                  </a:cubicBezTo>
                  <a:close/>
                </a:path>
              </a:pathLst>
            </a:custGeom>
            <a:solidFill>
              <a:srgbClr val="E7478D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021" name="CustomShape 12"/>
            <p:cNvSpPr/>
            <p:nvPr/>
          </p:nvSpPr>
          <p:spPr>
            <a:xfrm>
              <a:off x="4854240" y="1523880"/>
              <a:ext cx="3854520" cy="2354040"/>
            </a:xfrm>
            <a:custGeom>
              <a:avLst/>
              <a:gdLst/>
              <a:ahLst/>
              <a:cxnLst/>
              <a:rect l="l" t="t" r="r" b="b"/>
              <a:pathLst>
                <a:path w="220940" h="124534">
                  <a:moveTo>
                    <a:pt x="220779" y="73670"/>
                  </a:moveTo>
                  <a:lnTo>
                    <a:pt x="220940" y="73762"/>
                  </a:lnTo>
                  <a:cubicBezTo>
                    <a:pt x="220890" y="73726"/>
                    <a:pt x="220836" y="73695"/>
                    <a:pt x="220779" y="73670"/>
                  </a:cubicBezTo>
                  <a:close/>
                  <a:moveTo>
                    <a:pt x="89377" y="0"/>
                  </a:moveTo>
                  <a:cubicBezTo>
                    <a:pt x="87525" y="0"/>
                    <a:pt x="85670" y="413"/>
                    <a:pt x="84258" y="1234"/>
                  </a:cubicBezTo>
                  <a:lnTo>
                    <a:pt x="2787" y="48726"/>
                  </a:lnTo>
                  <a:cubicBezTo>
                    <a:pt x="0" y="50353"/>
                    <a:pt x="0" y="52975"/>
                    <a:pt x="2799" y="54603"/>
                  </a:cubicBezTo>
                  <a:lnTo>
                    <a:pt x="16663" y="62612"/>
                  </a:lnTo>
                  <a:lnTo>
                    <a:pt x="117408" y="120761"/>
                  </a:lnTo>
                  <a:lnTo>
                    <a:pt x="121845" y="123326"/>
                  </a:lnTo>
                  <a:cubicBezTo>
                    <a:pt x="123252" y="124133"/>
                    <a:pt x="125089" y="124532"/>
                    <a:pt x="126917" y="124532"/>
                  </a:cubicBezTo>
                  <a:cubicBezTo>
                    <a:pt x="126965" y="124533"/>
                    <a:pt x="127012" y="124533"/>
                    <a:pt x="127060" y="124533"/>
                  </a:cubicBezTo>
                  <a:cubicBezTo>
                    <a:pt x="128937" y="124533"/>
                    <a:pt x="130556" y="124078"/>
                    <a:pt x="131998" y="123314"/>
                  </a:cubicBezTo>
                  <a:lnTo>
                    <a:pt x="136426" y="120761"/>
                  </a:lnTo>
                  <a:lnTo>
                    <a:pt x="136437" y="120761"/>
                  </a:lnTo>
                  <a:lnTo>
                    <a:pt x="200308" y="83881"/>
                  </a:lnTo>
                  <a:lnTo>
                    <a:pt x="214324" y="75789"/>
                  </a:lnTo>
                  <a:lnTo>
                    <a:pt x="217287" y="74080"/>
                  </a:lnTo>
                  <a:cubicBezTo>
                    <a:pt x="217697" y="73857"/>
                    <a:pt x="218083" y="73681"/>
                    <a:pt x="218458" y="73564"/>
                  </a:cubicBezTo>
                  <a:cubicBezTo>
                    <a:pt x="218658" y="73505"/>
                    <a:pt x="218832" y="73458"/>
                    <a:pt x="219020" y="73436"/>
                  </a:cubicBezTo>
                  <a:cubicBezTo>
                    <a:pt x="219194" y="73404"/>
                    <a:pt x="219369" y="73388"/>
                    <a:pt x="219546" y="73388"/>
                  </a:cubicBezTo>
                  <a:cubicBezTo>
                    <a:pt x="219554" y="73388"/>
                    <a:pt x="219562" y="73388"/>
                    <a:pt x="219571" y="73388"/>
                  </a:cubicBezTo>
                  <a:cubicBezTo>
                    <a:pt x="219688" y="73390"/>
                    <a:pt x="219805" y="73398"/>
                    <a:pt x="219922" y="73412"/>
                  </a:cubicBezTo>
                  <a:cubicBezTo>
                    <a:pt x="220033" y="73421"/>
                    <a:pt x="220144" y="73445"/>
                    <a:pt x="220250" y="73482"/>
                  </a:cubicBezTo>
                  <a:cubicBezTo>
                    <a:pt x="220327" y="73493"/>
                    <a:pt x="220403" y="73516"/>
                    <a:pt x="220473" y="73551"/>
                  </a:cubicBezTo>
                  <a:cubicBezTo>
                    <a:pt x="220547" y="73564"/>
                    <a:pt x="220620" y="73591"/>
                    <a:pt x="220683" y="73633"/>
                  </a:cubicBezTo>
                  <a:cubicBezTo>
                    <a:pt x="220716" y="73644"/>
                    <a:pt x="220748" y="73656"/>
                    <a:pt x="220779" y="73670"/>
                  </a:cubicBezTo>
                  <a:lnTo>
                    <a:pt x="220779" y="73670"/>
                  </a:lnTo>
                  <a:lnTo>
                    <a:pt x="94400" y="1199"/>
                  </a:lnTo>
                  <a:cubicBezTo>
                    <a:pt x="93012" y="399"/>
                    <a:pt x="91197" y="0"/>
                    <a:pt x="89377" y="0"/>
                  </a:cubicBezTo>
                  <a:close/>
                </a:path>
              </a:pathLst>
            </a:custGeom>
            <a:solidFill>
              <a:srgbClr val="E7478D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022" name="CustomShape 13"/>
            <p:cNvSpPr/>
            <p:nvPr/>
          </p:nvSpPr>
          <p:spPr>
            <a:xfrm>
              <a:off x="7068600" y="2911320"/>
              <a:ext cx="1665000" cy="1487520"/>
            </a:xfrm>
            <a:custGeom>
              <a:avLst/>
              <a:gdLst/>
              <a:ahLst/>
              <a:cxnLst/>
              <a:rect l="l" t="t" r="r" b="b"/>
              <a:pathLst>
                <a:path w="95444" h="78711">
                  <a:moveTo>
                    <a:pt x="92630" y="0"/>
                  </a:moveTo>
                  <a:cubicBezTo>
                    <a:pt x="92453" y="0"/>
                    <a:pt x="92278" y="16"/>
                    <a:pt x="92104" y="46"/>
                  </a:cubicBezTo>
                  <a:cubicBezTo>
                    <a:pt x="91917" y="70"/>
                    <a:pt x="91742" y="117"/>
                    <a:pt x="91542" y="176"/>
                  </a:cubicBezTo>
                  <a:cubicBezTo>
                    <a:pt x="91167" y="293"/>
                    <a:pt x="90781" y="469"/>
                    <a:pt x="90371" y="690"/>
                  </a:cubicBezTo>
                  <a:lnTo>
                    <a:pt x="87408" y="2401"/>
                  </a:lnTo>
                  <a:lnTo>
                    <a:pt x="73390" y="10493"/>
                  </a:lnTo>
                  <a:lnTo>
                    <a:pt x="9521" y="47373"/>
                  </a:lnTo>
                  <a:lnTo>
                    <a:pt x="9510" y="47373"/>
                  </a:lnTo>
                  <a:lnTo>
                    <a:pt x="5082" y="49926"/>
                  </a:lnTo>
                  <a:lnTo>
                    <a:pt x="5071" y="49938"/>
                  </a:lnTo>
                  <a:cubicBezTo>
                    <a:pt x="3667" y="50745"/>
                    <a:pt x="1840" y="51144"/>
                    <a:pt x="1" y="51144"/>
                  </a:cubicBezTo>
                  <a:lnTo>
                    <a:pt x="1" y="56743"/>
                  </a:lnTo>
                  <a:cubicBezTo>
                    <a:pt x="25" y="56743"/>
                    <a:pt x="49" y="56743"/>
                    <a:pt x="73" y="56743"/>
                  </a:cubicBezTo>
                  <a:cubicBezTo>
                    <a:pt x="1769" y="56743"/>
                    <a:pt x="3461" y="56356"/>
                    <a:pt x="4767" y="55607"/>
                  </a:cubicBezTo>
                  <a:cubicBezTo>
                    <a:pt x="5422" y="55232"/>
                    <a:pt x="6043" y="54869"/>
                    <a:pt x="6617" y="54540"/>
                  </a:cubicBezTo>
                  <a:lnTo>
                    <a:pt x="7426" y="54072"/>
                  </a:lnTo>
                  <a:cubicBezTo>
                    <a:pt x="8315" y="53569"/>
                    <a:pt x="8983" y="53182"/>
                    <a:pt x="9310" y="52983"/>
                  </a:cubicBezTo>
                  <a:lnTo>
                    <a:pt x="9497" y="52879"/>
                  </a:lnTo>
                  <a:cubicBezTo>
                    <a:pt x="9503" y="52871"/>
                    <a:pt x="9511" y="52868"/>
                    <a:pt x="9521" y="52866"/>
                  </a:cubicBezTo>
                  <a:lnTo>
                    <a:pt x="78158" y="13234"/>
                  </a:lnTo>
                  <a:lnTo>
                    <a:pt x="88662" y="7167"/>
                  </a:lnTo>
                  <a:cubicBezTo>
                    <a:pt x="88985" y="6980"/>
                    <a:pt x="89290" y="6892"/>
                    <a:pt x="89562" y="6892"/>
                  </a:cubicBezTo>
                  <a:cubicBezTo>
                    <a:pt x="90227" y="6892"/>
                    <a:pt x="90688" y="7423"/>
                    <a:pt x="90688" y="8338"/>
                  </a:cubicBezTo>
                  <a:lnTo>
                    <a:pt x="90688" y="20130"/>
                  </a:lnTo>
                  <a:cubicBezTo>
                    <a:pt x="90691" y="20216"/>
                    <a:pt x="90683" y="20303"/>
                    <a:pt x="90664" y="20387"/>
                  </a:cubicBezTo>
                  <a:cubicBezTo>
                    <a:pt x="90677" y="20447"/>
                    <a:pt x="90664" y="20504"/>
                    <a:pt x="90640" y="20575"/>
                  </a:cubicBezTo>
                  <a:cubicBezTo>
                    <a:pt x="90650" y="20613"/>
                    <a:pt x="90645" y="20654"/>
                    <a:pt x="90629" y="20692"/>
                  </a:cubicBezTo>
                  <a:cubicBezTo>
                    <a:pt x="90604" y="20842"/>
                    <a:pt x="90569" y="20991"/>
                    <a:pt x="90523" y="21137"/>
                  </a:cubicBezTo>
                  <a:cubicBezTo>
                    <a:pt x="90477" y="21309"/>
                    <a:pt x="90414" y="21478"/>
                    <a:pt x="90337" y="21640"/>
                  </a:cubicBezTo>
                  <a:cubicBezTo>
                    <a:pt x="90264" y="21808"/>
                    <a:pt x="90182" y="21972"/>
                    <a:pt x="90091" y="22132"/>
                  </a:cubicBezTo>
                  <a:cubicBezTo>
                    <a:pt x="89996" y="22297"/>
                    <a:pt x="89903" y="22449"/>
                    <a:pt x="89786" y="22589"/>
                  </a:cubicBezTo>
                  <a:cubicBezTo>
                    <a:pt x="89707" y="22703"/>
                    <a:pt x="89621" y="22812"/>
                    <a:pt x="89530" y="22917"/>
                  </a:cubicBezTo>
                  <a:lnTo>
                    <a:pt x="89330" y="23116"/>
                  </a:lnTo>
                  <a:cubicBezTo>
                    <a:pt x="89227" y="23225"/>
                    <a:pt x="89113" y="23324"/>
                    <a:pt x="88990" y="23409"/>
                  </a:cubicBezTo>
                  <a:cubicBezTo>
                    <a:pt x="88886" y="23490"/>
                    <a:pt x="88768" y="23572"/>
                    <a:pt x="88662" y="23643"/>
                  </a:cubicBezTo>
                  <a:lnTo>
                    <a:pt x="9522" y="69341"/>
                  </a:lnTo>
                  <a:lnTo>
                    <a:pt x="9522" y="69353"/>
                  </a:lnTo>
                  <a:lnTo>
                    <a:pt x="5071" y="71917"/>
                  </a:lnTo>
                  <a:cubicBezTo>
                    <a:pt x="3667" y="72725"/>
                    <a:pt x="1840" y="73135"/>
                    <a:pt x="1" y="73135"/>
                  </a:cubicBezTo>
                  <a:lnTo>
                    <a:pt x="1" y="78710"/>
                  </a:lnTo>
                  <a:cubicBezTo>
                    <a:pt x="25" y="78710"/>
                    <a:pt x="49" y="78710"/>
                    <a:pt x="73" y="78710"/>
                  </a:cubicBezTo>
                  <a:cubicBezTo>
                    <a:pt x="1769" y="78710"/>
                    <a:pt x="3461" y="78323"/>
                    <a:pt x="4767" y="77574"/>
                  </a:cubicBezTo>
                  <a:cubicBezTo>
                    <a:pt x="5422" y="77199"/>
                    <a:pt x="6043" y="76837"/>
                    <a:pt x="6617" y="76507"/>
                  </a:cubicBezTo>
                  <a:lnTo>
                    <a:pt x="7426" y="76039"/>
                  </a:lnTo>
                  <a:cubicBezTo>
                    <a:pt x="7799" y="75829"/>
                    <a:pt x="8139" y="75629"/>
                    <a:pt x="8432" y="75466"/>
                  </a:cubicBezTo>
                  <a:cubicBezTo>
                    <a:pt x="8584" y="75373"/>
                    <a:pt x="8714" y="75302"/>
                    <a:pt x="8831" y="75232"/>
                  </a:cubicBezTo>
                  <a:cubicBezTo>
                    <a:pt x="8959" y="75161"/>
                    <a:pt x="9052" y="75102"/>
                    <a:pt x="9147" y="75044"/>
                  </a:cubicBezTo>
                  <a:cubicBezTo>
                    <a:pt x="9263" y="74974"/>
                    <a:pt x="9358" y="74927"/>
                    <a:pt x="9427" y="74892"/>
                  </a:cubicBezTo>
                  <a:cubicBezTo>
                    <a:pt x="9487" y="74857"/>
                    <a:pt x="9521" y="74833"/>
                    <a:pt x="9521" y="74833"/>
                  </a:cubicBezTo>
                  <a:lnTo>
                    <a:pt x="90371" y="28152"/>
                  </a:lnTo>
                  <a:cubicBezTo>
                    <a:pt x="93171" y="26534"/>
                    <a:pt x="95443" y="22600"/>
                    <a:pt x="95443" y="19369"/>
                  </a:cubicBezTo>
                  <a:lnTo>
                    <a:pt x="95443" y="3619"/>
                  </a:lnTo>
                  <a:cubicBezTo>
                    <a:pt x="95443" y="2049"/>
                    <a:pt x="94903" y="937"/>
                    <a:pt x="94038" y="375"/>
                  </a:cubicBezTo>
                  <a:lnTo>
                    <a:pt x="94027" y="375"/>
                  </a:lnTo>
                  <a:lnTo>
                    <a:pt x="93862" y="282"/>
                  </a:lnTo>
                  <a:cubicBezTo>
                    <a:pt x="93827" y="269"/>
                    <a:pt x="93804" y="258"/>
                    <a:pt x="93769" y="245"/>
                  </a:cubicBezTo>
                  <a:cubicBezTo>
                    <a:pt x="93699" y="211"/>
                    <a:pt x="93628" y="176"/>
                    <a:pt x="93558" y="165"/>
                  </a:cubicBezTo>
                  <a:cubicBezTo>
                    <a:pt x="93489" y="128"/>
                    <a:pt x="93413" y="105"/>
                    <a:pt x="93335" y="94"/>
                  </a:cubicBezTo>
                  <a:cubicBezTo>
                    <a:pt x="93229" y="57"/>
                    <a:pt x="93119" y="33"/>
                    <a:pt x="93006" y="24"/>
                  </a:cubicBezTo>
                  <a:cubicBezTo>
                    <a:pt x="92889" y="10"/>
                    <a:pt x="92772" y="2"/>
                    <a:pt x="92655" y="0"/>
                  </a:cubicBezTo>
                  <a:cubicBezTo>
                    <a:pt x="92646" y="0"/>
                    <a:pt x="92638" y="0"/>
                    <a:pt x="92630" y="0"/>
                  </a:cubicBezTo>
                  <a:close/>
                </a:path>
              </a:pathLst>
            </a:custGeom>
            <a:solidFill>
              <a:srgbClr val="C23C7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CustomShape 1"/>
          <p:cNvSpPr/>
          <p:nvPr/>
        </p:nvSpPr>
        <p:spPr>
          <a:xfrm rot="5400000">
            <a:off x="2366280" y="-974880"/>
            <a:ext cx="3102480" cy="7834320"/>
          </a:xfrm>
          <a:prstGeom prst="round2SameRect">
            <a:avLst>
              <a:gd name="adj1" fmla="val 47321"/>
              <a:gd name="adj2" fmla="val 0"/>
            </a:avLst>
          </a:prstGeom>
          <a:solidFill>
            <a:schemeClr val="l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24" name="TextShape 2"/>
          <p:cNvSpPr txBox="1"/>
          <p:nvPr/>
        </p:nvSpPr>
        <p:spPr>
          <a:xfrm>
            <a:off x="4073400" y="347760"/>
            <a:ext cx="446040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/>
          <a:lstStyle/>
          <a:p>
            <a:pPr algn="r">
              <a:lnSpc>
                <a:spcPct val="100000"/>
              </a:lnSpc>
            </a:pPr>
            <a:r>
              <a:rPr lang="en-US" sz="3600" b="0" strike="noStrike" spc="-1">
                <a:solidFill>
                  <a:srgbClr val="90C4FE"/>
                </a:solidFill>
                <a:latin typeface="Dosis ExtraLight"/>
                <a:ea typeface="Dosis ExtraLight"/>
              </a:rPr>
              <a:t>BATASAN PENELITIAN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5" name="TextShape 3"/>
          <p:cNvSpPr txBox="1"/>
          <p:nvPr/>
        </p:nvSpPr>
        <p:spPr>
          <a:xfrm>
            <a:off x="83520" y="3502440"/>
            <a:ext cx="3101400" cy="875160"/>
          </a:xfrm>
          <a:prstGeom prst="rect">
            <a:avLst/>
          </a:prstGeom>
          <a:noFill/>
          <a:ln>
            <a:noFill/>
          </a:ln>
        </p:spPr>
        <p:txBody>
          <a:bodyPr tIns="91440" bIns="91440"/>
          <a:lstStyle/>
          <a:p>
            <a:pPr marL="457200" indent="-342720">
              <a:lnSpc>
                <a:spcPct val="100000"/>
              </a:lnSpc>
            </a:pPr>
            <a:r>
              <a:rPr lang="en-US" sz="1400" b="0" strike="noStrike" spc="-1">
                <a:solidFill>
                  <a:srgbClr val="324788"/>
                </a:solidFill>
                <a:latin typeface="Raleway Light"/>
                <a:ea typeface="Raleway Light"/>
              </a:rPr>
              <a:t>	Alur aplikasi ini dibuat sesuai dengan sistem yang sedang berjalan di STT NF.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1026" name="TextShape 4"/>
          <p:cNvSpPr txBox="1"/>
          <p:nvPr/>
        </p:nvSpPr>
        <p:spPr>
          <a:xfrm>
            <a:off x="4061880" y="1953000"/>
            <a:ext cx="3294720" cy="875160"/>
          </a:xfrm>
          <a:prstGeom prst="rect">
            <a:avLst/>
          </a:prstGeom>
          <a:noFill/>
          <a:ln>
            <a:noFill/>
          </a:ln>
        </p:spPr>
        <p:txBody>
          <a:bodyPr tIns="91440" bIns="91440"/>
          <a:lstStyle/>
          <a:p>
            <a:pPr marL="457200" indent="-342720">
              <a:lnSpc>
                <a:spcPct val="100000"/>
              </a:lnSpc>
            </a:pPr>
            <a:r>
              <a:rPr lang="en-US" sz="1400" b="0" strike="noStrike" spc="-1">
                <a:solidFill>
                  <a:srgbClr val="324788"/>
                </a:solidFill>
                <a:latin typeface="Raleway Light"/>
                <a:ea typeface="Raleway Light"/>
              </a:rPr>
              <a:t>	Pembuatan aplikasi Link-Match modul Dosen berbasis android ini mengambil obyek penelitian di STT NF.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1027" name="TextShape 5"/>
          <p:cNvSpPr txBox="1"/>
          <p:nvPr/>
        </p:nvSpPr>
        <p:spPr>
          <a:xfrm>
            <a:off x="-554760" y="3130200"/>
            <a:ext cx="1560240" cy="577440"/>
          </a:xfrm>
          <a:prstGeom prst="rect">
            <a:avLst/>
          </a:prstGeom>
          <a:noFill/>
          <a:ln>
            <a:noFill/>
          </a:ln>
        </p:spPr>
        <p:txBody>
          <a:bodyPr tIns="91440" bIns="91440" anchor="b"/>
          <a:lstStyle/>
          <a:p>
            <a:pPr algn="r">
              <a:lnSpc>
                <a:spcPct val="100000"/>
              </a:lnSpc>
            </a:pPr>
            <a:r>
              <a:rPr lang="en-US" sz="2200" b="0" strike="noStrike" spc="-1">
                <a:solidFill>
                  <a:srgbClr val="324788"/>
                </a:solidFill>
                <a:latin typeface="Dosis ExtraLight"/>
                <a:ea typeface="Dosis ExtraLight"/>
              </a:rPr>
              <a:t>02</a:t>
            </a:r>
            <a:endParaRPr lang="en-US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8" name="TextShape 6"/>
          <p:cNvSpPr txBox="1"/>
          <p:nvPr/>
        </p:nvSpPr>
        <p:spPr>
          <a:xfrm>
            <a:off x="3428640" y="3130200"/>
            <a:ext cx="1560240" cy="577440"/>
          </a:xfrm>
          <a:prstGeom prst="rect">
            <a:avLst/>
          </a:prstGeom>
          <a:noFill/>
          <a:ln>
            <a:noFill/>
          </a:ln>
        </p:spPr>
        <p:txBody>
          <a:bodyPr tIns="91440" bIns="91440" anchor="b"/>
          <a:lstStyle/>
          <a:p>
            <a:pPr algn="r">
              <a:lnSpc>
                <a:spcPct val="100000"/>
              </a:lnSpc>
            </a:pPr>
            <a:r>
              <a:rPr lang="en-US" sz="2200" b="0" strike="noStrike" spc="-1">
                <a:solidFill>
                  <a:srgbClr val="324788"/>
                </a:solidFill>
                <a:latin typeface="Dosis ExtraLight"/>
                <a:ea typeface="Dosis ExtraLight"/>
              </a:rPr>
              <a:t>04</a:t>
            </a:r>
            <a:endParaRPr lang="en-US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9" name="TextShape 7"/>
          <p:cNvSpPr txBox="1"/>
          <p:nvPr/>
        </p:nvSpPr>
        <p:spPr>
          <a:xfrm>
            <a:off x="4068360" y="3502440"/>
            <a:ext cx="3101400" cy="875160"/>
          </a:xfrm>
          <a:prstGeom prst="rect">
            <a:avLst/>
          </a:prstGeom>
          <a:noFill/>
          <a:ln>
            <a:noFill/>
          </a:ln>
        </p:spPr>
        <p:txBody>
          <a:bodyPr tIns="91440" bIns="91440"/>
          <a:lstStyle/>
          <a:p>
            <a:pPr marL="457200" indent="-342720">
              <a:lnSpc>
                <a:spcPct val="100000"/>
              </a:lnSpc>
            </a:pPr>
            <a:r>
              <a:rPr lang="en-US" sz="1400" b="0" strike="noStrike" spc="-1">
                <a:solidFill>
                  <a:srgbClr val="324788"/>
                </a:solidFill>
                <a:latin typeface="Raleway Light"/>
                <a:ea typeface="Raleway Light"/>
              </a:rPr>
              <a:t>	Penelitian ini tidak melakukan pengujian keamanan aplikasi.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1030" name="TextShape 8"/>
          <p:cNvSpPr txBox="1"/>
          <p:nvPr/>
        </p:nvSpPr>
        <p:spPr>
          <a:xfrm>
            <a:off x="3437640" y="1573560"/>
            <a:ext cx="1560240" cy="577440"/>
          </a:xfrm>
          <a:prstGeom prst="rect">
            <a:avLst/>
          </a:prstGeom>
          <a:noFill/>
          <a:ln>
            <a:noFill/>
          </a:ln>
        </p:spPr>
        <p:txBody>
          <a:bodyPr tIns="91440" bIns="91440" anchor="b"/>
          <a:lstStyle/>
          <a:p>
            <a:pPr algn="r">
              <a:lnSpc>
                <a:spcPct val="100000"/>
              </a:lnSpc>
            </a:pPr>
            <a:r>
              <a:rPr lang="en-US" sz="2200" b="0" strike="noStrike" spc="-1">
                <a:solidFill>
                  <a:srgbClr val="324788"/>
                </a:solidFill>
                <a:latin typeface="Dosis ExtraLight"/>
                <a:ea typeface="Dosis ExtraLight"/>
              </a:rPr>
              <a:t>03</a:t>
            </a:r>
            <a:endParaRPr lang="en-US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1" name="TextShape 9"/>
          <p:cNvSpPr txBox="1"/>
          <p:nvPr/>
        </p:nvSpPr>
        <p:spPr>
          <a:xfrm>
            <a:off x="-600120" y="1519920"/>
            <a:ext cx="1560240" cy="577440"/>
          </a:xfrm>
          <a:prstGeom prst="rect">
            <a:avLst/>
          </a:prstGeom>
          <a:noFill/>
          <a:ln>
            <a:noFill/>
          </a:ln>
        </p:spPr>
        <p:txBody>
          <a:bodyPr tIns="91440" bIns="91440" anchor="b"/>
          <a:lstStyle/>
          <a:p>
            <a:pPr algn="r">
              <a:lnSpc>
                <a:spcPct val="100000"/>
              </a:lnSpc>
            </a:pPr>
            <a:r>
              <a:rPr lang="en-US" sz="2200" b="0" strike="noStrike" spc="-1">
                <a:solidFill>
                  <a:srgbClr val="324788"/>
                </a:solidFill>
                <a:latin typeface="Dosis ExtraLight"/>
                <a:ea typeface="Dosis ExtraLight"/>
              </a:rPr>
              <a:t>01</a:t>
            </a:r>
            <a:endParaRPr lang="en-US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2" name="TextShape 10"/>
          <p:cNvSpPr txBox="1"/>
          <p:nvPr/>
        </p:nvSpPr>
        <p:spPr>
          <a:xfrm>
            <a:off x="83520" y="1899360"/>
            <a:ext cx="3978000" cy="875160"/>
          </a:xfrm>
          <a:prstGeom prst="rect">
            <a:avLst/>
          </a:prstGeom>
          <a:noFill/>
          <a:ln>
            <a:noFill/>
          </a:ln>
        </p:spPr>
        <p:txBody>
          <a:bodyPr tIns="91440" bIns="91440"/>
          <a:lstStyle/>
          <a:p>
            <a:pPr marL="457200" indent="-342720">
              <a:lnSpc>
                <a:spcPct val="100000"/>
              </a:lnSpc>
            </a:pPr>
            <a:r>
              <a:rPr lang="en-US" sz="1400" b="0" strike="noStrike" spc="-1">
                <a:solidFill>
                  <a:srgbClr val="324788"/>
                </a:solidFill>
                <a:latin typeface="Raleway Light"/>
                <a:ea typeface="Raleway Light"/>
              </a:rPr>
              <a:t>	Pembuatan aplikasi Link-Match pada modul dosen menggunakan Flutter Framework dengan tahapan pengembangan melalui metode pendekatan Scrum.</a:t>
            </a:r>
            <a:endParaRPr lang="en-US" sz="1400" b="0" strike="noStrike" spc="-1">
              <a:latin typeface="Arial"/>
            </a:endParaRPr>
          </a:p>
        </p:txBody>
      </p:sp>
      <p:pic>
        <p:nvPicPr>
          <p:cNvPr id="1033" name="Picture 60"/>
          <p:cNvPicPr/>
          <p:nvPr/>
        </p:nvPicPr>
        <p:blipFill>
          <a:blip r:embed="rId2"/>
          <a:stretch/>
        </p:blipFill>
        <p:spPr>
          <a:xfrm>
            <a:off x="109800" y="-19080"/>
            <a:ext cx="1007640" cy="11066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CustomShape 1"/>
          <p:cNvSpPr/>
          <p:nvPr/>
        </p:nvSpPr>
        <p:spPr>
          <a:xfrm>
            <a:off x="865440" y="-1134720"/>
            <a:ext cx="7412760" cy="74127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35" name="TextShape 2"/>
          <p:cNvSpPr txBox="1"/>
          <p:nvPr/>
        </p:nvSpPr>
        <p:spPr>
          <a:xfrm>
            <a:off x="2727000" y="3152880"/>
            <a:ext cx="3690000" cy="452880"/>
          </a:xfrm>
          <a:prstGeom prst="rect">
            <a:avLst/>
          </a:prstGeom>
          <a:noFill/>
          <a:ln>
            <a:noFill/>
          </a:ln>
        </p:spPr>
        <p:txBody>
          <a:bodyPr tIns="91440" bIns="91440" anchor="b"/>
          <a:lstStyle/>
          <a:p>
            <a:pPr marL="152280" algn="ctr">
              <a:lnSpc>
                <a:spcPct val="115000"/>
              </a:lnSpc>
            </a:pPr>
            <a:r>
              <a:rPr lang="en-US" sz="4000" b="0" strike="noStrike" spc="-1">
                <a:solidFill>
                  <a:srgbClr val="324788"/>
                </a:solidFill>
                <a:latin typeface="Dosis ExtraLight"/>
                <a:ea typeface="Dosis ExtraLight"/>
              </a:rPr>
              <a:t>PENELITIAN</a:t>
            </a:r>
            <a:br/>
            <a:r>
              <a:rPr lang="en-US" sz="4000" b="0" strike="noStrike" spc="-1">
                <a:solidFill>
                  <a:srgbClr val="324788"/>
                </a:solidFill>
                <a:latin typeface="Dosis ExtraLight"/>
                <a:ea typeface="Dosis ExtraLight"/>
              </a:rPr>
              <a:t>TERKAIT</a:t>
            </a:r>
            <a:endParaRPr lang="en-US" sz="40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036" name="Group 3"/>
          <p:cNvGrpSpPr/>
          <p:nvPr/>
        </p:nvGrpSpPr>
        <p:grpSpPr>
          <a:xfrm>
            <a:off x="4530960" y="-341640"/>
            <a:ext cx="2735280" cy="2615400"/>
            <a:chOff x="4530960" y="-341640"/>
            <a:chExt cx="2735280" cy="2615400"/>
          </a:xfrm>
        </p:grpSpPr>
        <p:sp>
          <p:nvSpPr>
            <p:cNvPr id="1037" name="CustomShape 4"/>
            <p:cNvSpPr/>
            <p:nvPr/>
          </p:nvSpPr>
          <p:spPr>
            <a:xfrm rot="1407600">
              <a:off x="5078160" y="318960"/>
              <a:ext cx="1437840" cy="1386720"/>
            </a:xfrm>
            <a:custGeom>
              <a:avLst/>
              <a:gdLst/>
              <a:ahLst/>
              <a:cxnLst/>
              <a:rect l="l" t="t" r="r" b="b"/>
              <a:pathLst>
                <a:path w="20241" h="19521">
                  <a:moveTo>
                    <a:pt x="10120" y="1"/>
                  </a:moveTo>
                  <a:cubicBezTo>
                    <a:pt x="7535" y="1"/>
                    <a:pt x="4951" y="570"/>
                    <a:pt x="2978" y="1709"/>
                  </a:cubicBezTo>
                  <a:cubicBezTo>
                    <a:pt x="984" y="2861"/>
                    <a:pt x="1" y="4374"/>
                    <a:pt x="22" y="5885"/>
                  </a:cubicBezTo>
                  <a:lnTo>
                    <a:pt x="22" y="13655"/>
                  </a:lnTo>
                  <a:cubicBezTo>
                    <a:pt x="8" y="15159"/>
                    <a:pt x="992" y="16666"/>
                    <a:pt x="2978" y="17813"/>
                  </a:cubicBezTo>
                  <a:cubicBezTo>
                    <a:pt x="4951" y="18952"/>
                    <a:pt x="7535" y="19521"/>
                    <a:pt x="10120" y="19521"/>
                  </a:cubicBezTo>
                  <a:cubicBezTo>
                    <a:pt x="12704" y="19521"/>
                    <a:pt x="15288" y="18952"/>
                    <a:pt x="17260" y="17813"/>
                  </a:cubicBezTo>
                  <a:cubicBezTo>
                    <a:pt x="19228" y="16677"/>
                    <a:pt x="20213" y="15189"/>
                    <a:pt x="20217" y="13700"/>
                  </a:cubicBezTo>
                  <a:lnTo>
                    <a:pt x="20217" y="13685"/>
                  </a:lnTo>
                  <a:lnTo>
                    <a:pt x="20219" y="13685"/>
                  </a:lnTo>
                  <a:lnTo>
                    <a:pt x="20219" y="5885"/>
                  </a:lnTo>
                  <a:lnTo>
                    <a:pt x="20216" y="5885"/>
                  </a:lnTo>
                  <a:cubicBezTo>
                    <a:pt x="20240" y="4374"/>
                    <a:pt x="19256" y="2861"/>
                    <a:pt x="17260" y="1709"/>
                  </a:cubicBezTo>
                  <a:cubicBezTo>
                    <a:pt x="15288" y="570"/>
                    <a:pt x="12704" y="1"/>
                    <a:pt x="10120" y="1"/>
                  </a:cubicBezTo>
                  <a:close/>
                </a:path>
              </a:pathLst>
            </a:custGeom>
            <a:solidFill>
              <a:srgbClr val="34459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038" name="CustomShape 5"/>
            <p:cNvSpPr/>
            <p:nvPr/>
          </p:nvSpPr>
          <p:spPr>
            <a:xfrm rot="1407600">
              <a:off x="5078160" y="318960"/>
              <a:ext cx="1437840" cy="1386720"/>
            </a:xfrm>
            <a:custGeom>
              <a:avLst/>
              <a:gdLst/>
              <a:ahLst/>
              <a:cxnLst/>
              <a:rect l="l" t="t" r="r" b="b"/>
              <a:pathLst>
                <a:path w="20241" h="19521">
                  <a:moveTo>
                    <a:pt x="10120" y="1"/>
                  </a:moveTo>
                  <a:cubicBezTo>
                    <a:pt x="7535" y="1"/>
                    <a:pt x="4951" y="570"/>
                    <a:pt x="2978" y="1709"/>
                  </a:cubicBezTo>
                  <a:cubicBezTo>
                    <a:pt x="984" y="2861"/>
                    <a:pt x="1" y="4374"/>
                    <a:pt x="22" y="5885"/>
                  </a:cubicBezTo>
                  <a:lnTo>
                    <a:pt x="22" y="13655"/>
                  </a:lnTo>
                  <a:cubicBezTo>
                    <a:pt x="8" y="15159"/>
                    <a:pt x="992" y="16666"/>
                    <a:pt x="2978" y="17813"/>
                  </a:cubicBezTo>
                  <a:cubicBezTo>
                    <a:pt x="4951" y="18952"/>
                    <a:pt x="7535" y="19521"/>
                    <a:pt x="10120" y="19521"/>
                  </a:cubicBezTo>
                  <a:cubicBezTo>
                    <a:pt x="12704" y="19521"/>
                    <a:pt x="15288" y="18952"/>
                    <a:pt x="17260" y="17813"/>
                  </a:cubicBezTo>
                  <a:cubicBezTo>
                    <a:pt x="19228" y="16677"/>
                    <a:pt x="20213" y="15189"/>
                    <a:pt x="20217" y="13700"/>
                  </a:cubicBezTo>
                  <a:lnTo>
                    <a:pt x="20217" y="13685"/>
                  </a:lnTo>
                  <a:lnTo>
                    <a:pt x="20219" y="13685"/>
                  </a:lnTo>
                  <a:lnTo>
                    <a:pt x="20219" y="5885"/>
                  </a:lnTo>
                  <a:lnTo>
                    <a:pt x="20216" y="5885"/>
                  </a:lnTo>
                  <a:cubicBezTo>
                    <a:pt x="20240" y="4374"/>
                    <a:pt x="19256" y="2861"/>
                    <a:pt x="17260" y="1709"/>
                  </a:cubicBezTo>
                  <a:cubicBezTo>
                    <a:pt x="15288" y="570"/>
                    <a:pt x="12704" y="1"/>
                    <a:pt x="10120" y="1"/>
                  </a:cubicBezTo>
                  <a:close/>
                </a:path>
              </a:pathLst>
            </a:custGeom>
            <a:solidFill>
              <a:srgbClr val="34459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039" name="CustomShape 6"/>
            <p:cNvSpPr/>
            <p:nvPr/>
          </p:nvSpPr>
          <p:spPr>
            <a:xfrm rot="1407600">
              <a:off x="4724640" y="73080"/>
              <a:ext cx="2367360" cy="1366920"/>
            </a:xfrm>
            <a:custGeom>
              <a:avLst/>
              <a:gdLst/>
              <a:ahLst/>
              <a:cxnLst/>
              <a:rect l="l" t="t" r="r" b="b"/>
              <a:pathLst>
                <a:path w="33323" h="19239">
                  <a:moveTo>
                    <a:pt x="16661" y="0"/>
                  </a:moveTo>
                  <a:lnTo>
                    <a:pt x="0" y="9620"/>
                  </a:lnTo>
                  <a:lnTo>
                    <a:pt x="16661" y="19239"/>
                  </a:lnTo>
                  <a:lnTo>
                    <a:pt x="33322" y="9620"/>
                  </a:lnTo>
                  <a:lnTo>
                    <a:pt x="16661" y="0"/>
                  </a:lnTo>
                  <a:close/>
                </a:path>
              </a:pathLst>
            </a:custGeom>
            <a:solidFill>
              <a:srgbClr val="3E54A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040" name="CustomShape 7"/>
            <p:cNvSpPr/>
            <p:nvPr/>
          </p:nvSpPr>
          <p:spPr>
            <a:xfrm rot="1407600">
              <a:off x="5786280" y="860040"/>
              <a:ext cx="616680" cy="358920"/>
            </a:xfrm>
            <a:custGeom>
              <a:avLst/>
              <a:gdLst/>
              <a:ahLst/>
              <a:cxnLst/>
              <a:rect l="l" t="t" r="r" b="b"/>
              <a:pathLst>
                <a:path w="8683" h="5058">
                  <a:moveTo>
                    <a:pt x="334" y="0"/>
                  </a:moveTo>
                  <a:cubicBezTo>
                    <a:pt x="232" y="0"/>
                    <a:pt x="134" y="53"/>
                    <a:pt x="80" y="148"/>
                  </a:cubicBezTo>
                  <a:cubicBezTo>
                    <a:pt x="1" y="288"/>
                    <a:pt x="48" y="464"/>
                    <a:pt x="185" y="546"/>
                  </a:cubicBezTo>
                  <a:lnTo>
                    <a:pt x="8093" y="5057"/>
                  </a:lnTo>
                  <a:lnTo>
                    <a:pt x="8682" y="4718"/>
                  </a:lnTo>
                  <a:lnTo>
                    <a:pt x="475" y="37"/>
                  </a:lnTo>
                  <a:cubicBezTo>
                    <a:pt x="430" y="12"/>
                    <a:pt x="382" y="0"/>
                    <a:pt x="334" y="0"/>
                  </a:cubicBezTo>
                  <a:close/>
                </a:path>
              </a:pathLst>
            </a:custGeom>
            <a:solidFill>
              <a:srgbClr val="2E449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041" name="CustomShape 8"/>
            <p:cNvSpPr/>
            <p:nvPr/>
          </p:nvSpPr>
          <p:spPr>
            <a:xfrm rot="1407600">
              <a:off x="4627800" y="490320"/>
              <a:ext cx="1183680" cy="732240"/>
            </a:xfrm>
            <a:custGeom>
              <a:avLst/>
              <a:gdLst/>
              <a:ahLst/>
              <a:cxnLst/>
              <a:rect l="l" t="t" r="r" b="b"/>
              <a:pathLst>
                <a:path w="16662" h="10307">
                  <a:moveTo>
                    <a:pt x="0" y="1"/>
                  </a:moveTo>
                  <a:lnTo>
                    <a:pt x="0" y="687"/>
                  </a:lnTo>
                  <a:lnTo>
                    <a:pt x="16661" y="10306"/>
                  </a:lnTo>
                  <a:lnTo>
                    <a:pt x="16661" y="962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2257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042" name="CustomShape 9"/>
            <p:cNvSpPr/>
            <p:nvPr/>
          </p:nvSpPr>
          <p:spPr>
            <a:xfrm rot="1407600">
              <a:off x="5713560" y="961920"/>
              <a:ext cx="1183680" cy="732240"/>
            </a:xfrm>
            <a:custGeom>
              <a:avLst/>
              <a:gdLst/>
              <a:ahLst/>
              <a:cxnLst/>
              <a:rect l="l" t="t" r="r" b="b"/>
              <a:pathLst>
                <a:path w="16662" h="10307">
                  <a:moveTo>
                    <a:pt x="16661" y="1"/>
                  </a:moveTo>
                  <a:lnTo>
                    <a:pt x="0" y="9620"/>
                  </a:lnTo>
                  <a:lnTo>
                    <a:pt x="0" y="10306"/>
                  </a:lnTo>
                  <a:lnTo>
                    <a:pt x="16661" y="687"/>
                  </a:lnTo>
                  <a:lnTo>
                    <a:pt x="16661" y="1"/>
                  </a:lnTo>
                  <a:close/>
                </a:path>
              </a:pathLst>
            </a:custGeom>
            <a:solidFill>
              <a:srgbClr val="2E449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043" name="CustomShape 10"/>
            <p:cNvSpPr/>
            <p:nvPr/>
          </p:nvSpPr>
          <p:spPr>
            <a:xfrm rot="1407600">
              <a:off x="4966200" y="1026720"/>
              <a:ext cx="1435320" cy="487800"/>
            </a:xfrm>
            <a:custGeom>
              <a:avLst/>
              <a:gdLst/>
              <a:ahLst/>
              <a:cxnLst/>
              <a:rect l="l" t="t" r="r" b="b"/>
              <a:pathLst>
                <a:path w="20204" h="6871">
                  <a:moveTo>
                    <a:pt x="0" y="0"/>
                  </a:moveTo>
                  <a:lnTo>
                    <a:pt x="10116" y="6871"/>
                  </a:lnTo>
                  <a:lnTo>
                    <a:pt x="20204" y="16"/>
                  </a:lnTo>
                  <a:lnTo>
                    <a:pt x="10115" y="58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1F6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044" name="CustomShape 11"/>
            <p:cNvSpPr/>
            <p:nvPr/>
          </p:nvSpPr>
          <p:spPr>
            <a:xfrm rot="1407600">
              <a:off x="5949360" y="1863000"/>
              <a:ext cx="168840" cy="393480"/>
            </a:xfrm>
            <a:custGeom>
              <a:avLst/>
              <a:gdLst/>
              <a:ahLst/>
              <a:cxnLst/>
              <a:rect l="l" t="t" r="r" b="b"/>
              <a:pathLst>
                <a:path w="2382" h="5542">
                  <a:moveTo>
                    <a:pt x="750" y="0"/>
                  </a:moveTo>
                  <a:lnTo>
                    <a:pt x="1" y="4854"/>
                  </a:lnTo>
                  <a:cubicBezTo>
                    <a:pt x="1" y="5312"/>
                    <a:pt x="596" y="5541"/>
                    <a:pt x="1191" y="5541"/>
                  </a:cubicBezTo>
                  <a:cubicBezTo>
                    <a:pt x="1786" y="5541"/>
                    <a:pt x="2382" y="5312"/>
                    <a:pt x="2382" y="4854"/>
                  </a:cubicBezTo>
                  <a:lnTo>
                    <a:pt x="1666" y="0"/>
                  </a:lnTo>
                  <a:cubicBezTo>
                    <a:pt x="1568" y="73"/>
                    <a:pt x="1390" y="112"/>
                    <a:pt x="1210" y="112"/>
                  </a:cubicBezTo>
                  <a:cubicBezTo>
                    <a:pt x="1036" y="112"/>
                    <a:pt x="860" y="76"/>
                    <a:pt x="750" y="0"/>
                  </a:cubicBezTo>
                  <a:close/>
                </a:path>
              </a:pathLst>
            </a:custGeom>
            <a:solidFill>
              <a:srgbClr val="FF66A7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045" name="CustomShape 12"/>
            <p:cNvSpPr/>
            <p:nvPr/>
          </p:nvSpPr>
          <p:spPr>
            <a:xfrm rot="1407600">
              <a:off x="6029280" y="2070720"/>
              <a:ext cx="20520" cy="189000"/>
            </a:xfrm>
            <a:custGeom>
              <a:avLst/>
              <a:gdLst/>
              <a:ahLst/>
              <a:cxnLst/>
              <a:rect l="l" t="t" r="r" b="b"/>
              <a:pathLst>
                <a:path w="295" h="2665">
                  <a:moveTo>
                    <a:pt x="0" y="1"/>
                  </a:moveTo>
                  <a:lnTo>
                    <a:pt x="150" y="2665"/>
                  </a:lnTo>
                  <a:cubicBezTo>
                    <a:pt x="199" y="2647"/>
                    <a:pt x="247" y="2626"/>
                    <a:pt x="294" y="2603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E7478D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046" name="CustomShape 13"/>
            <p:cNvSpPr/>
            <p:nvPr/>
          </p:nvSpPr>
          <p:spPr>
            <a:xfrm rot="1407600">
              <a:off x="5968080" y="1924920"/>
              <a:ext cx="32760" cy="307080"/>
            </a:xfrm>
            <a:custGeom>
              <a:avLst/>
              <a:gdLst/>
              <a:ahLst/>
              <a:cxnLst/>
              <a:rect l="l" t="t" r="r" b="b"/>
              <a:pathLst>
                <a:path w="468" h="4326">
                  <a:moveTo>
                    <a:pt x="467" y="0"/>
                  </a:moveTo>
                  <a:lnTo>
                    <a:pt x="0" y="4269"/>
                  </a:lnTo>
                  <a:cubicBezTo>
                    <a:pt x="50" y="4291"/>
                    <a:pt x="100" y="4310"/>
                    <a:pt x="152" y="4326"/>
                  </a:cubicBezTo>
                  <a:lnTo>
                    <a:pt x="467" y="0"/>
                  </a:lnTo>
                  <a:close/>
                </a:path>
              </a:pathLst>
            </a:custGeom>
            <a:solidFill>
              <a:srgbClr val="E7478D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047" name="CustomShape 14"/>
            <p:cNvSpPr/>
            <p:nvPr/>
          </p:nvSpPr>
          <p:spPr>
            <a:xfrm rot="1407600">
              <a:off x="5999040" y="2006280"/>
              <a:ext cx="10440" cy="243720"/>
            </a:xfrm>
            <a:custGeom>
              <a:avLst/>
              <a:gdLst/>
              <a:ahLst/>
              <a:cxnLst/>
              <a:rect l="l" t="t" r="r" b="b"/>
              <a:pathLst>
                <a:path w="151" h="3437">
                  <a:moveTo>
                    <a:pt x="74" y="1"/>
                  </a:moveTo>
                  <a:lnTo>
                    <a:pt x="1" y="3436"/>
                  </a:lnTo>
                  <a:cubicBezTo>
                    <a:pt x="26" y="3436"/>
                    <a:pt x="51" y="3437"/>
                    <a:pt x="76" y="3437"/>
                  </a:cubicBezTo>
                  <a:cubicBezTo>
                    <a:pt x="101" y="3437"/>
                    <a:pt x="126" y="3436"/>
                    <a:pt x="150" y="3436"/>
                  </a:cubicBezTo>
                  <a:lnTo>
                    <a:pt x="74" y="1"/>
                  </a:lnTo>
                  <a:close/>
                </a:path>
              </a:pathLst>
            </a:custGeom>
            <a:solidFill>
              <a:srgbClr val="E7478D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048" name="CustomShape 15"/>
            <p:cNvSpPr/>
            <p:nvPr/>
          </p:nvSpPr>
          <p:spPr>
            <a:xfrm rot="1407600">
              <a:off x="6066000" y="1858680"/>
              <a:ext cx="91800" cy="49680"/>
            </a:xfrm>
            <a:custGeom>
              <a:avLst/>
              <a:gdLst/>
              <a:ahLst/>
              <a:cxnLst/>
              <a:rect l="l" t="t" r="r" b="b"/>
              <a:pathLst>
                <a:path w="1295" h="704">
                  <a:moveTo>
                    <a:pt x="961" y="1"/>
                  </a:moveTo>
                  <a:cubicBezTo>
                    <a:pt x="898" y="1"/>
                    <a:pt x="834" y="21"/>
                    <a:pt x="781" y="63"/>
                  </a:cubicBezTo>
                  <a:cubicBezTo>
                    <a:pt x="737" y="96"/>
                    <a:pt x="697" y="116"/>
                    <a:pt x="651" y="116"/>
                  </a:cubicBezTo>
                  <a:cubicBezTo>
                    <a:pt x="609" y="116"/>
                    <a:pt x="561" y="99"/>
                    <a:pt x="501" y="57"/>
                  </a:cubicBezTo>
                  <a:cubicBezTo>
                    <a:pt x="450" y="22"/>
                    <a:pt x="391" y="5"/>
                    <a:pt x="334" y="5"/>
                  </a:cubicBezTo>
                  <a:cubicBezTo>
                    <a:pt x="241" y="5"/>
                    <a:pt x="149" y="49"/>
                    <a:pt x="92" y="132"/>
                  </a:cubicBezTo>
                  <a:cubicBezTo>
                    <a:pt x="0" y="264"/>
                    <a:pt x="34" y="448"/>
                    <a:pt x="167" y="540"/>
                  </a:cubicBezTo>
                  <a:cubicBezTo>
                    <a:pt x="325" y="649"/>
                    <a:pt x="489" y="704"/>
                    <a:pt x="652" y="704"/>
                  </a:cubicBezTo>
                  <a:cubicBezTo>
                    <a:pt x="816" y="704"/>
                    <a:pt x="979" y="647"/>
                    <a:pt x="1132" y="532"/>
                  </a:cubicBezTo>
                  <a:cubicBezTo>
                    <a:pt x="1266" y="437"/>
                    <a:pt x="1295" y="250"/>
                    <a:pt x="1196" y="118"/>
                  </a:cubicBezTo>
                  <a:cubicBezTo>
                    <a:pt x="1139" y="41"/>
                    <a:pt x="1050" y="1"/>
                    <a:pt x="961" y="1"/>
                  </a:cubicBezTo>
                  <a:close/>
                </a:path>
              </a:pathLst>
            </a:custGeom>
            <a:solidFill>
              <a:srgbClr val="AF2A6E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049" name="CustomShape 16"/>
            <p:cNvSpPr/>
            <p:nvPr/>
          </p:nvSpPr>
          <p:spPr>
            <a:xfrm rot="1407600">
              <a:off x="5676840" y="827280"/>
              <a:ext cx="679320" cy="940680"/>
            </a:xfrm>
            <a:custGeom>
              <a:avLst/>
              <a:gdLst/>
              <a:ahLst/>
              <a:cxnLst/>
              <a:rect l="l" t="t" r="r" b="b"/>
              <a:pathLst>
                <a:path w="9567" h="13245">
                  <a:moveTo>
                    <a:pt x="335" y="0"/>
                  </a:moveTo>
                  <a:cubicBezTo>
                    <a:pt x="234" y="0"/>
                    <a:pt x="135" y="53"/>
                    <a:pt x="80" y="148"/>
                  </a:cubicBezTo>
                  <a:cubicBezTo>
                    <a:pt x="1" y="289"/>
                    <a:pt x="49" y="467"/>
                    <a:pt x="190" y="547"/>
                  </a:cubicBezTo>
                  <a:lnTo>
                    <a:pt x="8539" y="5311"/>
                  </a:lnTo>
                  <a:cubicBezTo>
                    <a:pt x="8811" y="5468"/>
                    <a:pt x="8980" y="5757"/>
                    <a:pt x="8980" y="6072"/>
                  </a:cubicBezTo>
                  <a:lnTo>
                    <a:pt x="8980" y="12951"/>
                  </a:lnTo>
                  <a:cubicBezTo>
                    <a:pt x="8980" y="13113"/>
                    <a:pt x="9112" y="13244"/>
                    <a:pt x="9274" y="13244"/>
                  </a:cubicBezTo>
                  <a:cubicBezTo>
                    <a:pt x="9435" y="13244"/>
                    <a:pt x="9567" y="13113"/>
                    <a:pt x="9567" y="12951"/>
                  </a:cubicBezTo>
                  <a:lnTo>
                    <a:pt x="9567" y="6072"/>
                  </a:lnTo>
                  <a:cubicBezTo>
                    <a:pt x="9567" y="5547"/>
                    <a:pt x="9284" y="5063"/>
                    <a:pt x="8830" y="4802"/>
                  </a:cubicBezTo>
                  <a:lnTo>
                    <a:pt x="480" y="39"/>
                  </a:lnTo>
                  <a:cubicBezTo>
                    <a:pt x="434" y="13"/>
                    <a:pt x="384" y="0"/>
                    <a:pt x="335" y="0"/>
                  </a:cubicBezTo>
                  <a:close/>
                </a:path>
              </a:pathLst>
            </a:custGeom>
            <a:solidFill>
              <a:srgbClr val="BBDF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050" name="CustomShape 17"/>
            <p:cNvSpPr/>
            <p:nvPr/>
          </p:nvSpPr>
          <p:spPr>
            <a:xfrm rot="1407600">
              <a:off x="6084360" y="1792080"/>
              <a:ext cx="94680" cy="91080"/>
            </a:xfrm>
            <a:custGeom>
              <a:avLst/>
              <a:gdLst/>
              <a:ahLst/>
              <a:cxnLst/>
              <a:rect l="l" t="t" r="r" b="b"/>
              <a:pathLst>
                <a:path w="1338" h="1287">
                  <a:moveTo>
                    <a:pt x="644" y="0"/>
                  </a:moveTo>
                  <a:cubicBezTo>
                    <a:pt x="561" y="0"/>
                    <a:pt x="477" y="16"/>
                    <a:pt x="397" y="49"/>
                  </a:cubicBezTo>
                  <a:cubicBezTo>
                    <a:pt x="157" y="148"/>
                    <a:pt x="0" y="384"/>
                    <a:pt x="0" y="643"/>
                  </a:cubicBezTo>
                  <a:cubicBezTo>
                    <a:pt x="0" y="998"/>
                    <a:pt x="289" y="1286"/>
                    <a:pt x="644" y="1286"/>
                  </a:cubicBezTo>
                  <a:cubicBezTo>
                    <a:pt x="904" y="1286"/>
                    <a:pt x="1138" y="1129"/>
                    <a:pt x="1238" y="889"/>
                  </a:cubicBezTo>
                  <a:cubicBezTo>
                    <a:pt x="1337" y="649"/>
                    <a:pt x="1283" y="373"/>
                    <a:pt x="1099" y="188"/>
                  </a:cubicBezTo>
                  <a:cubicBezTo>
                    <a:pt x="976" y="66"/>
                    <a:pt x="812" y="0"/>
                    <a:pt x="644" y="0"/>
                  </a:cubicBezTo>
                  <a:close/>
                </a:path>
              </a:pathLst>
            </a:custGeom>
            <a:solidFill>
              <a:srgbClr val="FF66A7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051" name="CustomShape 18"/>
            <p:cNvSpPr/>
            <p:nvPr/>
          </p:nvSpPr>
          <p:spPr>
            <a:xfrm rot="1407600">
              <a:off x="6081840" y="1791720"/>
              <a:ext cx="93960" cy="90360"/>
            </a:xfrm>
            <a:custGeom>
              <a:avLst/>
              <a:gdLst/>
              <a:ahLst/>
              <a:cxnLst/>
              <a:rect l="l" t="t" r="r" b="b"/>
              <a:pathLst>
                <a:path w="1329" h="1278">
                  <a:moveTo>
                    <a:pt x="601" y="1"/>
                  </a:moveTo>
                  <a:lnTo>
                    <a:pt x="601" y="1"/>
                  </a:lnTo>
                  <a:cubicBezTo>
                    <a:pt x="354" y="34"/>
                    <a:pt x="149" y="207"/>
                    <a:pt x="76" y="443"/>
                  </a:cubicBezTo>
                  <a:cubicBezTo>
                    <a:pt x="1" y="681"/>
                    <a:pt x="71" y="939"/>
                    <a:pt x="253" y="1107"/>
                  </a:cubicBezTo>
                  <a:cubicBezTo>
                    <a:pt x="374" y="1219"/>
                    <a:pt x="530" y="1277"/>
                    <a:pt x="688" y="1277"/>
                  </a:cubicBezTo>
                  <a:cubicBezTo>
                    <a:pt x="770" y="1277"/>
                    <a:pt x="852" y="1262"/>
                    <a:pt x="930" y="1230"/>
                  </a:cubicBezTo>
                  <a:cubicBezTo>
                    <a:pt x="1159" y="1136"/>
                    <a:pt x="1315" y="919"/>
                    <a:pt x="1328" y="670"/>
                  </a:cubicBezTo>
                  <a:lnTo>
                    <a:pt x="1328" y="670"/>
                  </a:lnTo>
                  <a:cubicBezTo>
                    <a:pt x="1302" y="787"/>
                    <a:pt x="1113" y="985"/>
                    <a:pt x="865" y="985"/>
                  </a:cubicBezTo>
                  <a:cubicBezTo>
                    <a:pt x="786" y="985"/>
                    <a:pt x="701" y="965"/>
                    <a:pt x="613" y="915"/>
                  </a:cubicBezTo>
                  <a:cubicBezTo>
                    <a:pt x="224" y="697"/>
                    <a:pt x="299" y="201"/>
                    <a:pt x="601" y="1"/>
                  </a:cubicBezTo>
                  <a:close/>
                </a:path>
              </a:pathLst>
            </a:custGeom>
            <a:solidFill>
              <a:srgbClr val="E7478D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sp>
        <p:nvSpPr>
          <p:cNvPr id="1052" name="TextShape 19"/>
          <p:cNvSpPr txBox="1"/>
          <p:nvPr/>
        </p:nvSpPr>
        <p:spPr>
          <a:xfrm>
            <a:off x="3452040" y="3924720"/>
            <a:ext cx="2240280" cy="577440"/>
          </a:xfrm>
          <a:prstGeom prst="rect">
            <a:avLst/>
          </a:prstGeom>
          <a:noFill/>
          <a:ln>
            <a:noFill/>
          </a:ln>
        </p:spPr>
        <p:txBody>
          <a:bodyPr tIns="91440" bIns="91440" anchor="ctr"/>
          <a:lstStyle/>
          <a:p>
            <a:pPr algn="ctr">
              <a:lnSpc>
                <a:spcPct val="100000"/>
              </a:lnSpc>
            </a:pPr>
            <a:r>
              <a:rPr lang="en-US" sz="9600" b="0" strike="noStrike" spc="-1">
                <a:solidFill>
                  <a:srgbClr val="F5FBFB"/>
                </a:solidFill>
                <a:latin typeface="Dosis ExtraLight"/>
                <a:ea typeface="Dosis ExtraLight"/>
              </a:rPr>
              <a:t>05</a:t>
            </a:r>
            <a:endParaRPr lang="en-US" sz="9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CustomShape 1"/>
          <p:cNvSpPr/>
          <p:nvPr/>
        </p:nvSpPr>
        <p:spPr>
          <a:xfrm rot="5400000">
            <a:off x="1890720" y="-729720"/>
            <a:ext cx="4747320" cy="852804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aphicFrame>
        <p:nvGraphicFramePr>
          <p:cNvPr id="1054" name="Table 2"/>
          <p:cNvGraphicFramePr/>
          <p:nvPr/>
        </p:nvGraphicFramePr>
        <p:xfrm>
          <a:off x="-819000" y="803160"/>
          <a:ext cx="8107920" cy="3901680"/>
        </p:xfrm>
        <a:graphic>
          <a:graphicData uri="http://schemas.openxmlformats.org/drawingml/2006/table">
            <a:tbl>
              <a:tblPr/>
              <a:tblGrid>
                <a:gridCol w="171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4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38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1080" marR="91080">
                    <a:lnL w="9360">
                      <a:solidFill>
                        <a:srgbClr val="595959"/>
                      </a:solidFill>
                    </a:lnL>
                    <a:lnR w="18720">
                      <a:solidFill>
                        <a:srgbClr val="595959"/>
                      </a:solidFill>
                    </a:lnR>
                    <a:lnT w="9360">
                      <a:solidFill>
                        <a:srgbClr val="595959"/>
                      </a:solidFill>
                    </a:lnT>
                    <a:lnB w="18720">
                      <a:solidFill>
                        <a:srgbClr val="59595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000" b="0" strike="noStrike" spc="-1">
                          <a:solidFill>
                            <a:srgbClr val="324788"/>
                          </a:solidFill>
                          <a:latin typeface="Dosis ExtraLight"/>
                          <a:ea typeface="Dosis ExtraLight"/>
                        </a:rPr>
                        <a:t>NAMA</a:t>
                      </a:r>
                      <a:endParaRPr lang="en-US" sz="2000" b="0" strike="noStrike" spc="-1">
                        <a:latin typeface="Arial"/>
                      </a:endParaRPr>
                    </a:p>
                  </a:txBody>
                  <a:tcPr marL="91080" marR="91080">
                    <a:lnL w="18720">
                      <a:solidFill>
                        <a:srgbClr val="595959"/>
                      </a:solidFill>
                    </a:lnL>
                    <a:lnR w="18720">
                      <a:solidFill>
                        <a:srgbClr val="595959"/>
                      </a:solidFill>
                    </a:lnR>
                    <a:lnT w="18720">
                      <a:solidFill>
                        <a:srgbClr val="595959"/>
                      </a:solidFill>
                    </a:lnT>
                    <a:lnB w="18720">
                      <a:solidFill>
                        <a:srgbClr val="43434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000" b="0" strike="noStrike" spc="-1">
                          <a:solidFill>
                            <a:srgbClr val="324788"/>
                          </a:solidFill>
                          <a:latin typeface="Dosis ExtraLight"/>
                          <a:ea typeface="Dosis ExtraLight"/>
                        </a:rPr>
                        <a:t>TAHUN</a:t>
                      </a:r>
                      <a:endParaRPr lang="en-US" sz="2000" b="0" strike="noStrike" spc="-1">
                        <a:latin typeface="Arial"/>
                      </a:endParaRPr>
                    </a:p>
                  </a:txBody>
                  <a:tcPr marL="91080" marR="91080">
                    <a:lnL w="18720">
                      <a:solidFill>
                        <a:srgbClr val="595959"/>
                      </a:solidFill>
                    </a:lnL>
                    <a:lnR w="18720">
                      <a:solidFill>
                        <a:srgbClr val="595959"/>
                      </a:solidFill>
                    </a:lnR>
                    <a:lnT w="18720">
                      <a:solidFill>
                        <a:srgbClr val="595959"/>
                      </a:solidFill>
                    </a:lnT>
                    <a:lnB w="18720">
                      <a:solidFill>
                        <a:srgbClr val="43434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000" b="0" strike="noStrike" spc="-1">
                          <a:solidFill>
                            <a:srgbClr val="324788"/>
                          </a:solidFill>
                          <a:latin typeface="Dosis ExtraLight"/>
                          <a:ea typeface="Dosis ExtraLight"/>
                        </a:rPr>
                        <a:t>JUDUL</a:t>
                      </a:r>
                      <a:endParaRPr lang="en-US" sz="2000" b="0" strike="noStrike" spc="-1">
                        <a:latin typeface="Arial"/>
                      </a:endParaRPr>
                    </a:p>
                  </a:txBody>
                  <a:tcPr marL="91080" marR="91080">
                    <a:lnL w="18720">
                      <a:solidFill>
                        <a:srgbClr val="595959"/>
                      </a:solidFill>
                    </a:lnL>
                    <a:lnR w="18720">
                      <a:solidFill>
                        <a:srgbClr val="595959"/>
                      </a:solidFill>
                    </a:lnR>
                    <a:lnT w="18720">
                      <a:solidFill>
                        <a:srgbClr val="595959"/>
                      </a:solidFill>
                    </a:lnT>
                    <a:lnB w="18720">
                      <a:solidFill>
                        <a:srgbClr val="434343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7120"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2000" b="0" strike="noStrike" spc="-1">
                          <a:solidFill>
                            <a:srgbClr val="324788"/>
                          </a:solidFill>
                          <a:latin typeface="Dosis ExtraLight"/>
                          <a:ea typeface="Dosis ExtraLight"/>
                        </a:rPr>
                        <a:t>01</a:t>
                      </a:r>
                      <a:endParaRPr lang="en-US" sz="2000" b="0" strike="noStrike" spc="-1">
                        <a:latin typeface="Arial"/>
                      </a:endParaRPr>
                    </a:p>
                  </a:txBody>
                  <a:tcPr marL="91080" marR="81360">
                    <a:lnL w="18720">
                      <a:solidFill>
                        <a:srgbClr val="595959"/>
                      </a:solidFill>
                    </a:lnL>
                    <a:lnR w="18720">
                      <a:solidFill>
                        <a:srgbClr val="434343"/>
                      </a:solidFill>
                    </a:lnR>
                    <a:lnT w="18720">
                      <a:solidFill>
                        <a:srgbClr val="595959"/>
                      </a:solidFill>
                    </a:lnT>
                    <a:lnB w="18720">
                      <a:solidFill>
                        <a:srgbClr val="59595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strike="noStrike" spc="-1">
                          <a:solidFill>
                            <a:srgbClr val="324788"/>
                          </a:solidFill>
                          <a:latin typeface="Raleway Light"/>
                          <a:ea typeface="Raleway Light"/>
                        </a:rPr>
                        <a:t>Yosef Koko Kurniawan, Yetli Oslan, Harianto Kristanto</a:t>
                      </a:r>
                      <a:endParaRPr lang="en-US" sz="1200" b="0" strike="noStrike" spc="-1">
                        <a:latin typeface="Arial"/>
                      </a:endParaRPr>
                    </a:p>
                  </a:txBody>
                  <a:tcPr marL="91080" marR="91080">
                    <a:lnL w="18720">
                      <a:solidFill>
                        <a:srgbClr val="434343"/>
                      </a:solidFill>
                    </a:lnL>
                    <a:lnR w="18720">
                      <a:solidFill>
                        <a:srgbClr val="434343"/>
                      </a:solidFill>
                    </a:lnR>
                    <a:lnT w="18720">
                      <a:solidFill>
                        <a:srgbClr val="434343"/>
                      </a:solidFill>
                    </a:lnT>
                    <a:lnB w="18720">
                      <a:solidFill>
                        <a:srgbClr val="43434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rgbClr val="324788"/>
                          </a:solidFill>
                          <a:latin typeface="Raleway Light"/>
                          <a:ea typeface="Raleway Light"/>
                        </a:rPr>
                        <a:t>2013</a:t>
                      </a:r>
                      <a:endParaRPr lang="en-US" sz="1600" b="0" strike="noStrike" spc="-1">
                        <a:latin typeface="Arial"/>
                      </a:endParaRPr>
                    </a:p>
                  </a:txBody>
                  <a:tcPr marL="91080" marR="91080">
                    <a:lnL w="18720">
                      <a:solidFill>
                        <a:srgbClr val="434343"/>
                      </a:solidFill>
                    </a:lnL>
                    <a:lnR w="18720">
                      <a:solidFill>
                        <a:srgbClr val="434343"/>
                      </a:solidFill>
                    </a:lnR>
                    <a:lnT w="18720">
                      <a:solidFill>
                        <a:srgbClr val="434343"/>
                      </a:solidFill>
                    </a:lnT>
                    <a:lnB w="18720">
                      <a:solidFill>
                        <a:srgbClr val="43434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strike="noStrike" spc="-1">
                          <a:solidFill>
                            <a:srgbClr val="324788"/>
                          </a:solidFill>
                          <a:latin typeface="Raleway Light"/>
                          <a:ea typeface="Raleway Light"/>
                        </a:rPr>
                        <a:t>Implementasi REST - API Untuk Portal Akademik UKDW Berbasis Android</a:t>
                      </a:r>
                      <a:endParaRPr lang="en-US" sz="1200" b="0" strike="noStrike" spc="-1">
                        <a:latin typeface="Arial"/>
                      </a:endParaRPr>
                    </a:p>
                  </a:txBody>
                  <a:tcPr marL="91080" marR="91080">
                    <a:lnL w="18720">
                      <a:solidFill>
                        <a:srgbClr val="434343"/>
                      </a:solidFill>
                    </a:lnL>
                    <a:lnR w="18720">
                      <a:solidFill>
                        <a:srgbClr val="434343"/>
                      </a:solidFill>
                    </a:lnR>
                    <a:lnT w="18720">
                      <a:solidFill>
                        <a:srgbClr val="434343"/>
                      </a:solidFill>
                    </a:lnT>
                    <a:lnB w="18720">
                      <a:solidFill>
                        <a:srgbClr val="434343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7120"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2000" b="0" strike="noStrike" spc="-1">
                          <a:solidFill>
                            <a:srgbClr val="324788"/>
                          </a:solidFill>
                          <a:latin typeface="Dosis ExtraLight"/>
                          <a:ea typeface="Dosis ExtraLight"/>
                        </a:rPr>
                        <a:t>02</a:t>
                      </a:r>
                      <a:endParaRPr lang="en-US" sz="2000" b="0" strike="noStrike" spc="-1">
                        <a:latin typeface="Arial"/>
                      </a:endParaRPr>
                    </a:p>
                  </a:txBody>
                  <a:tcPr marL="91080" marR="91080">
                    <a:lnL w="18720">
                      <a:solidFill>
                        <a:srgbClr val="595959"/>
                      </a:solidFill>
                    </a:lnL>
                    <a:lnR w="18720">
                      <a:solidFill>
                        <a:srgbClr val="434343"/>
                      </a:solidFill>
                    </a:lnR>
                    <a:lnT w="18720">
                      <a:solidFill>
                        <a:srgbClr val="595959"/>
                      </a:solidFill>
                    </a:lnT>
                    <a:lnB w="18720">
                      <a:solidFill>
                        <a:srgbClr val="59595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strike="noStrike" spc="-1">
                          <a:solidFill>
                            <a:srgbClr val="324788"/>
                          </a:solidFill>
                          <a:latin typeface="Raleway Light"/>
                          <a:ea typeface="Raleway Light"/>
                        </a:rPr>
                        <a:t>M Soleh Hapudin, Jani Sujatmoko</a:t>
                      </a:r>
                      <a:endParaRPr lang="en-US" sz="1200" b="0" strike="noStrike" spc="-1">
                        <a:latin typeface="Arial"/>
                      </a:endParaRPr>
                    </a:p>
                  </a:txBody>
                  <a:tcPr marL="91080" marR="91080">
                    <a:lnL w="18720">
                      <a:solidFill>
                        <a:srgbClr val="434343"/>
                      </a:solidFill>
                    </a:lnL>
                    <a:lnR w="18720">
                      <a:solidFill>
                        <a:srgbClr val="434343"/>
                      </a:solidFill>
                    </a:lnR>
                    <a:lnT w="18720">
                      <a:solidFill>
                        <a:srgbClr val="434343"/>
                      </a:solidFill>
                    </a:lnT>
                    <a:lnB w="18720">
                      <a:solidFill>
                        <a:srgbClr val="43434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rgbClr val="324788"/>
                          </a:solidFill>
                          <a:latin typeface="Raleway Light"/>
                          <a:ea typeface="Raleway Light"/>
                        </a:rPr>
                        <a:t>2013</a:t>
                      </a:r>
                      <a:endParaRPr lang="en-US" sz="1600" b="0" strike="noStrike" spc="-1">
                        <a:latin typeface="Arial"/>
                      </a:endParaRPr>
                    </a:p>
                  </a:txBody>
                  <a:tcPr marL="91080" marR="91080">
                    <a:lnL w="18720">
                      <a:solidFill>
                        <a:srgbClr val="434343"/>
                      </a:solidFill>
                    </a:lnL>
                    <a:lnR w="18720">
                      <a:solidFill>
                        <a:srgbClr val="434343"/>
                      </a:solidFill>
                    </a:lnR>
                    <a:lnT w="18720">
                      <a:solidFill>
                        <a:srgbClr val="434343"/>
                      </a:solidFill>
                    </a:lnT>
                    <a:lnB w="18720">
                      <a:solidFill>
                        <a:srgbClr val="43434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strike="noStrike" spc="-1">
                          <a:solidFill>
                            <a:srgbClr val="324788"/>
                          </a:solidFill>
                          <a:latin typeface="Raleway Light"/>
                          <a:ea typeface="Raleway Light"/>
                        </a:rPr>
                        <a:t>Perancangan Program Project Management Berbasis Android Pada Sistem PMB</a:t>
                      </a:r>
                      <a:endParaRPr lang="en-US" sz="1200" b="0" strike="noStrike" spc="-1">
                        <a:latin typeface="Arial"/>
                      </a:endParaRPr>
                    </a:p>
                  </a:txBody>
                  <a:tcPr marL="91080" marR="91080">
                    <a:lnL w="18720">
                      <a:solidFill>
                        <a:srgbClr val="434343"/>
                      </a:solidFill>
                    </a:lnL>
                    <a:lnR w="18720">
                      <a:solidFill>
                        <a:srgbClr val="434343"/>
                      </a:solidFill>
                    </a:lnR>
                    <a:lnT w="18720">
                      <a:solidFill>
                        <a:srgbClr val="434343"/>
                      </a:solidFill>
                    </a:lnT>
                    <a:lnB w="18720">
                      <a:solidFill>
                        <a:srgbClr val="434343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5320"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2000" b="0" strike="noStrike" spc="-1">
                          <a:solidFill>
                            <a:srgbClr val="324788"/>
                          </a:solidFill>
                          <a:latin typeface="Dosis ExtraLight"/>
                          <a:ea typeface="Dosis ExtraLight"/>
                        </a:rPr>
                        <a:t>03</a:t>
                      </a:r>
                      <a:endParaRPr lang="en-US" sz="2000" b="0" strike="noStrike" spc="-1">
                        <a:latin typeface="Arial"/>
                      </a:endParaRPr>
                    </a:p>
                  </a:txBody>
                  <a:tcPr marL="91080" marR="91080">
                    <a:lnL w="18720">
                      <a:solidFill>
                        <a:srgbClr val="595959"/>
                      </a:solidFill>
                    </a:lnL>
                    <a:lnR w="18720">
                      <a:solidFill>
                        <a:srgbClr val="434343"/>
                      </a:solidFill>
                    </a:lnR>
                    <a:lnT w="18720">
                      <a:solidFill>
                        <a:srgbClr val="595959"/>
                      </a:solidFill>
                    </a:lnT>
                    <a:lnB w="18720">
                      <a:solidFill>
                        <a:srgbClr val="59595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strike="noStrike" spc="-1">
                          <a:solidFill>
                            <a:srgbClr val="324788"/>
                          </a:solidFill>
                          <a:latin typeface="Raleway Light"/>
                          <a:ea typeface="Raleway Light"/>
                        </a:rPr>
                        <a:t>Muhammad Faisal Fahat, Bayu Priyambadha, Fajar Pradana</a:t>
                      </a:r>
                      <a:endParaRPr lang="en-US" sz="1200" b="0" strike="noStrike" spc="-1">
                        <a:latin typeface="Arial"/>
                      </a:endParaRPr>
                    </a:p>
                  </a:txBody>
                  <a:tcPr marL="91080" marR="91080">
                    <a:lnL w="18720">
                      <a:solidFill>
                        <a:srgbClr val="434343"/>
                      </a:solidFill>
                    </a:lnL>
                    <a:lnR w="18720">
                      <a:solidFill>
                        <a:srgbClr val="434343"/>
                      </a:solidFill>
                    </a:lnR>
                    <a:lnT w="18720">
                      <a:solidFill>
                        <a:srgbClr val="434343"/>
                      </a:solidFill>
                    </a:lnT>
                    <a:lnB w="18720">
                      <a:solidFill>
                        <a:srgbClr val="43434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rgbClr val="324788"/>
                          </a:solidFill>
                          <a:latin typeface="Raleway Light"/>
                          <a:ea typeface="Raleway Light"/>
                        </a:rPr>
                        <a:t>2018</a:t>
                      </a:r>
                      <a:endParaRPr lang="en-US" sz="1600" b="0" strike="noStrike" spc="-1">
                        <a:latin typeface="Arial"/>
                      </a:endParaRPr>
                    </a:p>
                  </a:txBody>
                  <a:tcPr marL="91080" marR="91080">
                    <a:lnL w="18720">
                      <a:solidFill>
                        <a:srgbClr val="434343"/>
                      </a:solidFill>
                    </a:lnL>
                    <a:lnR w="18720">
                      <a:solidFill>
                        <a:srgbClr val="434343"/>
                      </a:solidFill>
                    </a:lnR>
                    <a:lnT w="18720">
                      <a:solidFill>
                        <a:srgbClr val="434343"/>
                      </a:solidFill>
                    </a:lnT>
                    <a:lnB w="18720">
                      <a:solidFill>
                        <a:srgbClr val="43434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strike="noStrike" spc="-1">
                          <a:solidFill>
                            <a:srgbClr val="324788"/>
                          </a:solidFill>
                          <a:latin typeface="Raleway Light"/>
                          <a:ea typeface="Raleway Light"/>
                        </a:rPr>
                        <a:t>Pengembangan Aplikasi  Manajemen Proyek Perangkat Lunak Berbasis Scrum Studi Kasus CV. Nusantara Media Mandiri</a:t>
                      </a:r>
                      <a:endParaRPr lang="en-US" sz="1200" b="0" strike="noStrike" spc="-1">
                        <a:latin typeface="Arial"/>
                      </a:endParaRPr>
                    </a:p>
                  </a:txBody>
                  <a:tcPr marL="91080" marR="91080">
                    <a:lnL w="18720">
                      <a:solidFill>
                        <a:srgbClr val="434343"/>
                      </a:solidFill>
                    </a:lnL>
                    <a:lnR w="18720">
                      <a:solidFill>
                        <a:srgbClr val="434343"/>
                      </a:solidFill>
                    </a:lnR>
                    <a:lnT w="18720">
                      <a:solidFill>
                        <a:srgbClr val="434343"/>
                      </a:solidFill>
                    </a:lnT>
                    <a:lnB w="18720">
                      <a:solidFill>
                        <a:srgbClr val="434343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7120"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2000" b="0" strike="noStrike" spc="-1">
                          <a:solidFill>
                            <a:srgbClr val="324788"/>
                          </a:solidFill>
                          <a:latin typeface="Dosis ExtraLight"/>
                          <a:ea typeface="Dosis ExtraLight"/>
                        </a:rPr>
                        <a:t>04</a:t>
                      </a:r>
                      <a:endParaRPr lang="en-US" sz="2000" b="0" strike="noStrike" spc="-1">
                        <a:latin typeface="Arial"/>
                      </a:endParaRPr>
                    </a:p>
                  </a:txBody>
                  <a:tcPr marL="91080" marR="91080">
                    <a:lnL w="18720">
                      <a:solidFill>
                        <a:srgbClr val="595959"/>
                      </a:solidFill>
                    </a:lnL>
                    <a:lnR w="18720">
                      <a:solidFill>
                        <a:srgbClr val="434343"/>
                      </a:solidFill>
                    </a:lnR>
                    <a:lnT w="18720">
                      <a:solidFill>
                        <a:srgbClr val="595959"/>
                      </a:solidFill>
                    </a:lnT>
                    <a:lnB w="18720">
                      <a:solidFill>
                        <a:srgbClr val="59595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strike="noStrike" spc="-1">
                          <a:solidFill>
                            <a:srgbClr val="324788"/>
                          </a:solidFill>
                          <a:latin typeface="Raleway Light"/>
                          <a:ea typeface="Raleway Light"/>
                        </a:rPr>
                        <a:t>Ricky Resky Ananda</a:t>
                      </a:r>
                      <a:endParaRPr lang="en-US" sz="1200" b="0" strike="noStrike" spc="-1">
                        <a:latin typeface="Arial"/>
                      </a:endParaRPr>
                    </a:p>
                  </a:txBody>
                  <a:tcPr marL="91080" marR="91080">
                    <a:lnL w="18720">
                      <a:solidFill>
                        <a:srgbClr val="434343"/>
                      </a:solidFill>
                    </a:lnL>
                    <a:lnR w="18720">
                      <a:solidFill>
                        <a:srgbClr val="434343"/>
                      </a:solidFill>
                    </a:lnR>
                    <a:lnT w="18720">
                      <a:solidFill>
                        <a:srgbClr val="434343"/>
                      </a:solidFill>
                    </a:lnT>
                    <a:lnB w="18720">
                      <a:solidFill>
                        <a:srgbClr val="43434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600" b="0" strike="noStrike" spc="-1">
                          <a:solidFill>
                            <a:srgbClr val="324788"/>
                          </a:solidFill>
                          <a:latin typeface="Raleway Light"/>
                          <a:ea typeface="Raleway Light"/>
                        </a:rPr>
                        <a:t>2018</a:t>
                      </a:r>
                      <a:endParaRPr lang="en-US" sz="1600" b="0" strike="noStrike" spc="-1">
                        <a:latin typeface="Arial"/>
                      </a:endParaRPr>
                    </a:p>
                  </a:txBody>
                  <a:tcPr marL="91080" marR="91080">
                    <a:lnL w="18720">
                      <a:solidFill>
                        <a:srgbClr val="434343"/>
                      </a:solidFill>
                    </a:lnL>
                    <a:lnR w="18720">
                      <a:solidFill>
                        <a:srgbClr val="434343"/>
                      </a:solidFill>
                    </a:lnR>
                    <a:lnT w="18720">
                      <a:solidFill>
                        <a:srgbClr val="434343"/>
                      </a:solidFill>
                    </a:lnT>
                    <a:lnB w="18720">
                      <a:solidFill>
                        <a:srgbClr val="43434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strike="noStrike" spc="-1">
                          <a:solidFill>
                            <a:srgbClr val="324788"/>
                          </a:solidFill>
                          <a:latin typeface="Raleway Light"/>
                          <a:ea typeface="Raleway Light"/>
                        </a:rPr>
                        <a:t>Pengembangan Media Pembelajaran Scrum Interaktif Berbasis Aplikasi Android</a:t>
                      </a:r>
                      <a:endParaRPr lang="en-US" sz="1200" b="0" strike="noStrike" spc="-1">
                        <a:latin typeface="Arial"/>
                      </a:endParaRPr>
                    </a:p>
                  </a:txBody>
                  <a:tcPr marL="91080" marR="91080">
                    <a:lnL w="18720">
                      <a:solidFill>
                        <a:srgbClr val="434343"/>
                      </a:solidFill>
                    </a:lnL>
                    <a:lnR w="18720">
                      <a:solidFill>
                        <a:srgbClr val="434343"/>
                      </a:solidFill>
                    </a:lnR>
                    <a:lnT w="18720">
                      <a:solidFill>
                        <a:srgbClr val="434343"/>
                      </a:solidFill>
                    </a:lnT>
                    <a:lnB w="18720">
                      <a:solidFill>
                        <a:srgbClr val="434343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55" name="TextShape 3"/>
          <p:cNvSpPr txBox="1"/>
          <p:nvPr/>
        </p:nvSpPr>
        <p:spPr>
          <a:xfrm>
            <a:off x="3471840" y="344160"/>
            <a:ext cx="5056200" cy="848520"/>
          </a:xfrm>
          <a:prstGeom prst="rect">
            <a:avLst/>
          </a:prstGeom>
          <a:noFill/>
          <a:ln>
            <a:noFill/>
          </a:ln>
        </p:spPr>
        <p:txBody>
          <a:bodyPr tIns="91440" bIns="91440"/>
          <a:lstStyle/>
          <a:p>
            <a:pPr algn="r">
              <a:lnSpc>
                <a:spcPct val="100000"/>
              </a:lnSpc>
            </a:pPr>
            <a:r>
              <a:rPr lang="en-US" sz="3600" b="0" strike="noStrike" spc="-1">
                <a:solidFill>
                  <a:srgbClr val="90C4FE"/>
                </a:solidFill>
                <a:latin typeface="Dosis ExtraLight"/>
                <a:ea typeface="Dosis ExtraLight"/>
              </a:rPr>
              <a:t>PENELITIAN TERKAIT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56" name="Picture 69"/>
          <p:cNvPicPr/>
          <p:nvPr/>
        </p:nvPicPr>
        <p:blipFill>
          <a:blip r:embed="rId2"/>
          <a:stretch/>
        </p:blipFill>
        <p:spPr>
          <a:xfrm>
            <a:off x="109800" y="-19080"/>
            <a:ext cx="1007640" cy="11066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57" name="Table 1"/>
          <p:cNvGraphicFramePr/>
          <p:nvPr/>
        </p:nvGraphicFramePr>
        <p:xfrm>
          <a:off x="301320" y="226800"/>
          <a:ext cx="8541000" cy="4589280"/>
        </p:xfrm>
        <a:graphic>
          <a:graphicData uri="http://schemas.openxmlformats.org/drawingml/2006/table">
            <a:tbl>
              <a:tblPr/>
              <a:tblGrid>
                <a:gridCol w="342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47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74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9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2028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 b="0" strike="noStrike" spc="-1">
                          <a:solidFill>
                            <a:srgbClr val="324788"/>
                          </a:solidFill>
                          <a:latin typeface="Dosis ExtraLight"/>
                          <a:ea typeface="Arial"/>
                        </a:rPr>
                        <a:t>No</a:t>
                      </a:r>
                      <a:endParaRPr lang="en-US" sz="1200" b="0" strike="noStrike" spc="-1">
                        <a:latin typeface="Arial"/>
                      </a:endParaRPr>
                    </a:p>
                  </a:txBody>
                  <a:tcPr marL="63360" marR="6336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solidFill>
                      <a:srgbClr val="F5FB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 b="0" strike="noStrike" spc="-1">
                          <a:solidFill>
                            <a:srgbClr val="324788"/>
                          </a:solidFill>
                          <a:latin typeface="Dosis ExtraLight"/>
                          <a:ea typeface="Arial"/>
                        </a:rPr>
                        <a:t>Berbasis Mobile</a:t>
                      </a:r>
                      <a:endParaRPr lang="en-US" sz="1200" b="0" strike="noStrike" spc="-1">
                        <a:latin typeface="Arial"/>
                      </a:endParaRPr>
                    </a:p>
                  </a:txBody>
                  <a:tcPr marL="63360" marR="6336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solidFill>
                      <a:srgbClr val="F5FBF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 b="0" strike="noStrike" spc="-1">
                          <a:solidFill>
                            <a:srgbClr val="324788"/>
                          </a:solidFill>
                          <a:latin typeface="Dosis ExtraLight"/>
                          <a:ea typeface="Arial"/>
                        </a:rPr>
                        <a:t>Manajemen Proyek</a:t>
                      </a:r>
                      <a:endParaRPr lang="en-US" sz="1200" b="0" strike="noStrike" spc="-1">
                        <a:latin typeface="Arial"/>
                      </a:endParaRPr>
                    </a:p>
                  </a:txBody>
                  <a:tcPr marL="63360" marR="6336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solidFill>
                      <a:srgbClr val="F5FBF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729F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 b="0" strike="noStrike" spc="-1">
                          <a:solidFill>
                            <a:srgbClr val="324788"/>
                          </a:solidFill>
                          <a:latin typeface="Dosis ExtraLight"/>
                          <a:ea typeface="Arial"/>
                        </a:rPr>
                        <a:t>Scrum</a:t>
                      </a:r>
                      <a:endParaRPr lang="en-US" sz="1200" b="0" strike="noStrike" spc="-1">
                        <a:latin typeface="Arial"/>
                      </a:endParaRPr>
                    </a:p>
                  </a:txBody>
                  <a:tcPr marL="63360" marR="6336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solidFill>
                      <a:srgbClr val="F5FB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 b="0" strike="noStrike" spc="-1">
                          <a:solidFill>
                            <a:srgbClr val="324788"/>
                          </a:solidFill>
                          <a:latin typeface="Dosis ExtraLight"/>
                          <a:ea typeface="Arial"/>
                        </a:rPr>
                        <a:t>Flutter</a:t>
                      </a:r>
                      <a:r>
                        <a:rPr lang="en-US" sz="1600" b="0" strike="noStrike" spc="-1">
                          <a:solidFill>
                            <a:srgbClr val="324788"/>
                          </a:solidFill>
                          <a:latin typeface="Dosis ExtraLight"/>
                          <a:ea typeface="Arial"/>
                        </a:rPr>
                        <a:t> </a:t>
                      </a:r>
                      <a:r>
                        <a:rPr lang="en-US" sz="1200" b="0" strike="noStrike" spc="-1">
                          <a:solidFill>
                            <a:srgbClr val="324788"/>
                          </a:solidFill>
                          <a:latin typeface="Dosis ExtraLight"/>
                          <a:ea typeface="Arial"/>
                        </a:rPr>
                        <a:t>Framework</a:t>
                      </a:r>
                      <a:endParaRPr lang="en-US" sz="1200" b="0" strike="noStrike" spc="-1">
                        <a:latin typeface="Arial"/>
                      </a:endParaRPr>
                    </a:p>
                  </a:txBody>
                  <a:tcPr marL="63360" marR="6336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solidFill>
                      <a:srgbClr val="F5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328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 b="0" strike="noStrike" spc="-1">
                          <a:solidFill>
                            <a:srgbClr val="324788"/>
                          </a:solidFill>
                          <a:latin typeface="Dosis ExtraLight"/>
                          <a:ea typeface="Arial"/>
                        </a:rPr>
                        <a:t>1</a:t>
                      </a:r>
                      <a:endParaRPr lang="en-US" sz="1200" b="0" strike="noStrike" spc="-1">
                        <a:latin typeface="Arial"/>
                      </a:endParaRPr>
                    </a:p>
                  </a:txBody>
                  <a:tcPr marL="63360" marR="6336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solidFill>
                      <a:srgbClr val="F5FB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000" b="1" u="sng" strike="noStrike" spc="-1">
                          <a:solidFill>
                            <a:srgbClr val="324788"/>
                          </a:solidFill>
                          <a:uFillTx/>
                          <a:latin typeface="Raleway"/>
                          <a:ea typeface="Arial"/>
                        </a:rPr>
                        <a:t>Yosef Koko Kurniawan, Yetli Oslan, Harianto Kristanto (2013)</a:t>
                      </a:r>
                      <a:endParaRPr lang="en-US" sz="1000" b="0" strike="noStrike" spc="-1">
                        <a:latin typeface="Arial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000" b="0" strike="noStrike" spc="-1">
                          <a:solidFill>
                            <a:srgbClr val="324788"/>
                          </a:solidFill>
                          <a:latin typeface="Raleway"/>
                          <a:ea typeface="Arial"/>
                        </a:rPr>
                        <a:t>Implementasi REST - API Untuk Portal Akademik UKDW Berbasis Android</a:t>
                      </a:r>
                      <a:endParaRPr lang="en-US" sz="1000" b="0" strike="noStrike" spc="-1">
                        <a:latin typeface="Arial"/>
                      </a:endParaRPr>
                    </a:p>
                  </a:txBody>
                  <a:tcPr marL="63360" marR="6336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solidFill>
                      <a:srgbClr val="D2EDED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000" b="0" strike="noStrike" spc="-1">
                          <a:solidFill>
                            <a:srgbClr val="324788"/>
                          </a:solidFill>
                          <a:latin typeface="Raleway"/>
                          <a:ea typeface="Arial"/>
                        </a:rPr>
                        <a:t> </a:t>
                      </a:r>
                      <a:endParaRPr lang="en-US" sz="1000" b="0" strike="noStrike" spc="-1">
                        <a:latin typeface="Arial"/>
                      </a:endParaRPr>
                    </a:p>
                  </a:txBody>
                  <a:tcPr marL="63360" marR="6336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solidFill>
                      <a:srgbClr val="F5FBF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729F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000" b="0" strike="noStrike" spc="-1">
                          <a:solidFill>
                            <a:srgbClr val="324788"/>
                          </a:solidFill>
                          <a:latin typeface="Raleway"/>
                          <a:ea typeface="Arial"/>
                        </a:rPr>
                        <a:t> </a:t>
                      </a:r>
                      <a:endParaRPr lang="en-US" sz="1000" b="0" strike="noStrike" spc="-1">
                        <a:latin typeface="Arial"/>
                      </a:endParaRPr>
                    </a:p>
                  </a:txBody>
                  <a:tcPr marL="63360" marR="6336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solidFill>
                      <a:srgbClr val="F5FB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000" b="0" strike="noStrike" spc="-1">
                          <a:solidFill>
                            <a:srgbClr val="324788"/>
                          </a:solidFill>
                          <a:latin typeface="Raleway"/>
                          <a:ea typeface="Arial"/>
                        </a:rPr>
                        <a:t> </a:t>
                      </a:r>
                      <a:endParaRPr lang="en-US" sz="1000" b="0" strike="noStrike" spc="-1">
                        <a:latin typeface="Arial"/>
                      </a:endParaRPr>
                    </a:p>
                  </a:txBody>
                  <a:tcPr marL="63360" marR="6336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solidFill>
                      <a:srgbClr val="F5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314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 b="0" strike="noStrike" spc="-1">
                          <a:solidFill>
                            <a:srgbClr val="324788"/>
                          </a:solidFill>
                          <a:latin typeface="Dosis ExtraLight"/>
                          <a:ea typeface="Arial"/>
                        </a:rPr>
                        <a:t>2</a:t>
                      </a:r>
                      <a:endParaRPr lang="en-US" sz="1200" b="0" strike="noStrike" spc="-1">
                        <a:latin typeface="Arial"/>
                      </a:endParaRPr>
                    </a:p>
                  </a:txBody>
                  <a:tcPr marL="63360" marR="6336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solidFill>
                      <a:srgbClr val="F5FB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000" b="0" strike="noStrike" spc="-1">
                          <a:solidFill>
                            <a:srgbClr val="324788"/>
                          </a:solidFill>
                          <a:latin typeface="Raleway"/>
                          <a:ea typeface="Arial"/>
                        </a:rPr>
                        <a:t> </a:t>
                      </a:r>
                      <a:endParaRPr lang="en-US" sz="1000" b="0" strike="noStrike" spc="-1">
                        <a:latin typeface="Arial"/>
                      </a:endParaRPr>
                    </a:p>
                  </a:txBody>
                  <a:tcPr marL="63360" marR="6336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solidFill>
                      <a:srgbClr val="F5FBFB"/>
                    </a:solidFill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000" b="1" u="sng" strike="noStrike" spc="-1">
                          <a:solidFill>
                            <a:srgbClr val="324788"/>
                          </a:solidFill>
                          <a:uFillTx/>
                          <a:latin typeface="Raleway"/>
                          <a:ea typeface="Arial"/>
                        </a:rPr>
                        <a:t>Muhammad Faisal Fahat, Bayu Priyambadha, Fajar Pradana (2018)</a:t>
                      </a:r>
                      <a:endParaRPr lang="en-US" sz="1000" b="0" strike="noStrike" spc="-1">
                        <a:latin typeface="Arial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000" b="0" strike="noStrike" spc="-1">
                          <a:solidFill>
                            <a:srgbClr val="324788"/>
                          </a:solidFill>
                          <a:latin typeface="Raleway"/>
                          <a:ea typeface="Arial"/>
                        </a:rPr>
                        <a:t>Pengembangan Aplikasi  Manajemen Proyek Perangkat Lunak Berbasis Scrum Studi Kasus CV. Nusantara Media Mandiri</a:t>
                      </a:r>
                      <a:endParaRPr lang="en-US" sz="1000" b="0" strike="noStrike" spc="-1">
                        <a:latin typeface="Arial"/>
                      </a:endParaRPr>
                    </a:p>
                  </a:txBody>
                  <a:tcPr marL="113760" marR="11376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solidFill>
                      <a:srgbClr val="B2C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729F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000" b="0" strike="noStrike" spc="-1">
                          <a:solidFill>
                            <a:srgbClr val="324788"/>
                          </a:solidFill>
                          <a:latin typeface="Raleway"/>
                          <a:ea typeface="Arial"/>
                        </a:rPr>
                        <a:t> </a:t>
                      </a:r>
                      <a:endParaRPr lang="en-US" sz="1000" b="0" strike="noStrike" spc="-1">
                        <a:latin typeface="Arial"/>
                      </a:endParaRPr>
                    </a:p>
                  </a:txBody>
                  <a:tcPr marL="63360" marR="6336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solidFill>
                      <a:srgbClr val="F5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94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 b="0" strike="noStrike" spc="-1">
                          <a:solidFill>
                            <a:srgbClr val="324788"/>
                          </a:solidFill>
                          <a:latin typeface="Dosis ExtraLight"/>
                          <a:ea typeface="Arial"/>
                        </a:rPr>
                        <a:t>3</a:t>
                      </a:r>
                      <a:endParaRPr lang="en-US" sz="1200" b="0" strike="noStrike" spc="-1">
                        <a:latin typeface="Arial"/>
                      </a:endParaRPr>
                    </a:p>
                  </a:txBody>
                  <a:tcPr marL="63360" marR="6336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solidFill>
                      <a:srgbClr val="F5FBFB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000" b="1" u="sng" strike="noStrike" spc="-1">
                          <a:solidFill>
                            <a:srgbClr val="324788"/>
                          </a:solidFill>
                          <a:uFillTx/>
                          <a:latin typeface="Raleway"/>
                          <a:ea typeface="Arial"/>
                        </a:rPr>
                        <a:t>M Soleh Hapudin, Jani Sujatmoko (2013)</a:t>
                      </a:r>
                      <a:endParaRPr lang="en-US" sz="1000" b="0" strike="noStrike" spc="-1">
                        <a:latin typeface="Arial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000" b="0" strike="noStrike" spc="-1">
                          <a:solidFill>
                            <a:srgbClr val="324788"/>
                          </a:solidFill>
                          <a:latin typeface="Raleway"/>
                          <a:ea typeface="Arial"/>
                        </a:rPr>
                        <a:t>Perancangan Program Project Management Berbasis Android Pada Sistem PMB</a:t>
                      </a:r>
                      <a:endParaRPr lang="en-US" sz="1000" b="0" strike="noStrike" spc="-1">
                        <a:latin typeface="Arial"/>
                      </a:endParaRPr>
                    </a:p>
                  </a:txBody>
                  <a:tcPr marL="113760" marR="11376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solidFill>
                      <a:srgbClr val="D2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729FC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000" b="0" strike="noStrike" spc="-1">
                          <a:solidFill>
                            <a:srgbClr val="324788"/>
                          </a:solidFill>
                          <a:latin typeface="Raleway"/>
                          <a:ea typeface="Arial"/>
                        </a:rPr>
                        <a:t> </a:t>
                      </a:r>
                      <a:endParaRPr lang="en-US" sz="1000" b="0" strike="noStrike" spc="-1">
                        <a:latin typeface="Arial"/>
                      </a:endParaRPr>
                    </a:p>
                  </a:txBody>
                  <a:tcPr marL="63360" marR="6336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solidFill>
                      <a:srgbClr val="F5FBF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729F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000" b="0" strike="noStrike" spc="-1">
                          <a:solidFill>
                            <a:srgbClr val="324788"/>
                          </a:solidFill>
                          <a:latin typeface="Raleway"/>
                          <a:ea typeface="Arial"/>
                        </a:rPr>
                        <a:t> </a:t>
                      </a:r>
                      <a:endParaRPr lang="en-US" sz="1000" b="0" strike="noStrike" spc="-1">
                        <a:latin typeface="Arial"/>
                      </a:endParaRPr>
                    </a:p>
                  </a:txBody>
                  <a:tcPr marL="63360" marR="6336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solidFill>
                      <a:srgbClr val="F5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76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 b="0" strike="noStrike" spc="-1">
                          <a:solidFill>
                            <a:srgbClr val="324788"/>
                          </a:solidFill>
                          <a:latin typeface="Dosis ExtraLight"/>
                          <a:ea typeface="Arial"/>
                        </a:rPr>
                        <a:t>4</a:t>
                      </a:r>
                      <a:endParaRPr lang="en-US" sz="1200" b="0" strike="noStrike" spc="-1">
                        <a:latin typeface="Arial"/>
                      </a:endParaRPr>
                    </a:p>
                  </a:txBody>
                  <a:tcPr marL="63360" marR="6336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solidFill>
                      <a:srgbClr val="F5FBFB"/>
                    </a:solidFill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000" b="1" u="sng" strike="noStrike" spc="-1">
                          <a:solidFill>
                            <a:srgbClr val="324788"/>
                          </a:solidFill>
                          <a:uFillTx/>
                          <a:latin typeface="Raleway"/>
                          <a:ea typeface="Arial"/>
                        </a:rPr>
                        <a:t>Ricky Resky Ananda (2018)</a:t>
                      </a:r>
                      <a:endParaRPr lang="en-US" sz="1000" b="0" strike="noStrike" spc="-1">
                        <a:latin typeface="Arial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000" b="0" strike="noStrike" spc="-1">
                          <a:solidFill>
                            <a:srgbClr val="324788"/>
                          </a:solidFill>
                          <a:latin typeface="Raleway"/>
                          <a:ea typeface="Arial"/>
                        </a:rPr>
                        <a:t>Pengembangan Media Pembelajaran Scrum Interaktif Berbasis Aplikasi Android</a:t>
                      </a:r>
                      <a:endParaRPr lang="en-US" sz="1000" b="0" strike="noStrike" spc="-1">
                        <a:latin typeface="Arial"/>
                      </a:endParaRPr>
                    </a:p>
                  </a:txBody>
                  <a:tcPr marL="113760" marR="11376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solidFill>
                      <a:srgbClr val="B2C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729F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000" b="0" strike="noStrike" spc="-1">
                          <a:solidFill>
                            <a:srgbClr val="324788"/>
                          </a:solidFill>
                          <a:latin typeface="Raleway"/>
                          <a:ea typeface="Arial"/>
                        </a:rPr>
                        <a:t> </a:t>
                      </a:r>
                      <a:endParaRPr lang="en-US" sz="1000" b="0" strike="noStrike" spc="-1">
                        <a:latin typeface="Arial"/>
                      </a:endParaRPr>
                    </a:p>
                  </a:txBody>
                  <a:tcPr marL="63360" marR="6336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solidFill>
                      <a:srgbClr val="F5F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728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 b="0" strike="noStrike" spc="-1">
                          <a:solidFill>
                            <a:srgbClr val="324788"/>
                          </a:solidFill>
                          <a:latin typeface="Dosis ExtraLight"/>
                          <a:ea typeface="Arial"/>
                        </a:rPr>
                        <a:t>5</a:t>
                      </a:r>
                      <a:endParaRPr lang="en-US" sz="1200" b="0" strike="noStrike" spc="-1">
                        <a:latin typeface="Arial"/>
                      </a:endParaRPr>
                    </a:p>
                  </a:txBody>
                  <a:tcPr marL="63360" marR="6336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solidFill>
                      <a:srgbClr val="F5FBFB"/>
                    </a:solidFill>
                  </a:tcPr>
                </a:tc>
                <a:tc gridSpan="5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000" b="1" u="sng" strike="noStrike" spc="-1">
                          <a:solidFill>
                            <a:srgbClr val="324788"/>
                          </a:solidFill>
                          <a:uFillTx/>
                          <a:latin typeface="Raleway"/>
                          <a:ea typeface="Arial"/>
                        </a:rPr>
                        <a:t>Ardith Lutfiawan (2020)</a:t>
                      </a:r>
                      <a:endParaRPr lang="en-US" sz="1000" b="0" strike="noStrike" spc="-1">
                        <a:latin typeface="Arial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000" b="0" strike="noStrike" spc="-1">
                          <a:solidFill>
                            <a:srgbClr val="324788"/>
                          </a:solidFill>
                          <a:latin typeface="Raleway"/>
                          <a:ea typeface="Arial"/>
                        </a:rPr>
                        <a:t>Rancang Bangun Aplikasi Link-Match Kampus STT-NF Modul Dosen Berbasis Mobile Menggunakan Flutter</a:t>
                      </a:r>
                      <a:endParaRPr lang="en-US" sz="1000" b="0" strike="noStrike" spc="-1">
                        <a:latin typeface="Arial"/>
                      </a:endParaRPr>
                    </a:p>
                  </a:txBody>
                  <a:tcPr marL="113760" marR="11376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solidFill>
                      <a:srgbClr val="D2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729F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CustomShape 1"/>
          <p:cNvSpPr/>
          <p:nvPr/>
        </p:nvSpPr>
        <p:spPr>
          <a:xfrm>
            <a:off x="865440" y="-1134720"/>
            <a:ext cx="7412760" cy="74127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59" name="TextShape 2"/>
          <p:cNvSpPr txBox="1"/>
          <p:nvPr/>
        </p:nvSpPr>
        <p:spPr>
          <a:xfrm>
            <a:off x="1632240" y="2035800"/>
            <a:ext cx="5018040" cy="452880"/>
          </a:xfrm>
          <a:prstGeom prst="rect">
            <a:avLst/>
          </a:prstGeom>
          <a:noFill/>
          <a:ln>
            <a:noFill/>
          </a:ln>
        </p:spPr>
        <p:txBody>
          <a:bodyPr tIns="91440" bIns="91440" anchor="b"/>
          <a:lstStyle/>
          <a:p>
            <a:pPr>
              <a:lnSpc>
                <a:spcPct val="100000"/>
              </a:lnSpc>
            </a:pPr>
            <a:r>
              <a:rPr lang="en-US" sz="4000" b="0" strike="noStrike" spc="-1">
                <a:solidFill>
                  <a:srgbClr val="324788"/>
                </a:solidFill>
                <a:latin typeface="Dosis ExtraLight"/>
                <a:ea typeface="Dosis ExtraLight"/>
              </a:rPr>
              <a:t>ALAT DAN BAHAN</a:t>
            </a:r>
            <a:endParaRPr lang="en-US" sz="4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0" name="TextShape 3"/>
          <p:cNvSpPr txBox="1"/>
          <p:nvPr/>
        </p:nvSpPr>
        <p:spPr>
          <a:xfrm>
            <a:off x="1632240" y="793440"/>
            <a:ext cx="2240280" cy="577440"/>
          </a:xfrm>
          <a:prstGeom prst="rect">
            <a:avLst/>
          </a:prstGeom>
          <a:noFill/>
          <a:ln>
            <a:noFill/>
          </a:ln>
        </p:spPr>
        <p:txBody>
          <a:bodyPr tIns="91440" bIns="91440" anchor="ctr"/>
          <a:lstStyle/>
          <a:p>
            <a:pPr>
              <a:lnSpc>
                <a:spcPct val="100000"/>
              </a:lnSpc>
            </a:pPr>
            <a:r>
              <a:rPr lang="en-US" sz="9600" b="0" strike="noStrike" spc="-1">
                <a:solidFill>
                  <a:srgbClr val="F5FBFB"/>
                </a:solidFill>
                <a:latin typeface="Dosis ExtraLight"/>
                <a:ea typeface="Dosis ExtraLight"/>
              </a:rPr>
              <a:t>06</a:t>
            </a:r>
            <a:endParaRPr lang="en-US" sz="96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061" name="Group 4"/>
          <p:cNvGrpSpPr/>
          <p:nvPr/>
        </p:nvGrpSpPr>
        <p:grpSpPr>
          <a:xfrm>
            <a:off x="4572000" y="2489400"/>
            <a:ext cx="4146480" cy="2111040"/>
            <a:chOff x="4572000" y="2489400"/>
            <a:chExt cx="4146480" cy="2111040"/>
          </a:xfrm>
        </p:grpSpPr>
        <p:sp>
          <p:nvSpPr>
            <p:cNvPr id="1062" name="CustomShape 5"/>
            <p:cNvSpPr/>
            <p:nvPr/>
          </p:nvSpPr>
          <p:spPr>
            <a:xfrm>
              <a:off x="4572000" y="2489400"/>
              <a:ext cx="4146480" cy="1969200"/>
            </a:xfrm>
            <a:custGeom>
              <a:avLst/>
              <a:gdLst/>
              <a:ahLst/>
              <a:cxnLst/>
              <a:rect l="l" t="t" r="r" b="b"/>
              <a:pathLst>
                <a:path w="35035" h="20125">
                  <a:moveTo>
                    <a:pt x="24270" y="0"/>
                  </a:moveTo>
                  <a:cubicBezTo>
                    <a:pt x="24037" y="0"/>
                    <a:pt x="23805" y="51"/>
                    <a:pt x="23627" y="154"/>
                  </a:cubicBezTo>
                  <a:lnTo>
                    <a:pt x="355" y="13590"/>
                  </a:lnTo>
                  <a:cubicBezTo>
                    <a:pt x="0" y="13795"/>
                    <a:pt x="0" y="14127"/>
                    <a:pt x="355" y="14332"/>
                  </a:cubicBezTo>
                  <a:lnTo>
                    <a:pt x="10123" y="19972"/>
                  </a:lnTo>
                  <a:cubicBezTo>
                    <a:pt x="10300" y="20073"/>
                    <a:pt x="10533" y="20124"/>
                    <a:pt x="10765" y="20124"/>
                  </a:cubicBezTo>
                  <a:cubicBezTo>
                    <a:pt x="10998" y="20124"/>
                    <a:pt x="11230" y="20073"/>
                    <a:pt x="11408" y="19972"/>
                  </a:cubicBezTo>
                  <a:lnTo>
                    <a:pt x="34680" y="6535"/>
                  </a:lnTo>
                  <a:cubicBezTo>
                    <a:pt x="35035" y="6329"/>
                    <a:pt x="35035" y="5998"/>
                    <a:pt x="34680" y="5793"/>
                  </a:cubicBezTo>
                  <a:lnTo>
                    <a:pt x="24913" y="154"/>
                  </a:lnTo>
                  <a:cubicBezTo>
                    <a:pt x="24735" y="51"/>
                    <a:pt x="24503" y="0"/>
                    <a:pt x="24270" y="0"/>
                  </a:cubicBezTo>
                  <a:close/>
                </a:path>
              </a:pathLst>
            </a:custGeom>
            <a:solidFill>
              <a:srgbClr val="AACAF9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063" name="CustomShape 6"/>
            <p:cNvSpPr/>
            <p:nvPr/>
          </p:nvSpPr>
          <p:spPr>
            <a:xfrm>
              <a:off x="7832520" y="2802960"/>
              <a:ext cx="287640" cy="131400"/>
            </a:xfrm>
            <a:custGeom>
              <a:avLst/>
              <a:gdLst/>
              <a:ahLst/>
              <a:cxnLst/>
              <a:rect l="l" t="t" r="r" b="b"/>
              <a:pathLst>
                <a:path w="2432" h="1345">
                  <a:moveTo>
                    <a:pt x="250" y="0"/>
                  </a:moveTo>
                  <a:cubicBezTo>
                    <a:pt x="191" y="0"/>
                    <a:pt x="136" y="11"/>
                    <a:pt x="96" y="35"/>
                  </a:cubicBezTo>
                  <a:cubicBezTo>
                    <a:pt x="0" y="90"/>
                    <a:pt x="20" y="189"/>
                    <a:pt x="138" y="258"/>
                  </a:cubicBezTo>
                  <a:lnTo>
                    <a:pt x="1950" y="1286"/>
                  </a:lnTo>
                  <a:cubicBezTo>
                    <a:pt x="2018" y="1325"/>
                    <a:pt x="2103" y="1345"/>
                    <a:pt x="2182" y="1345"/>
                  </a:cubicBezTo>
                  <a:cubicBezTo>
                    <a:pt x="2241" y="1345"/>
                    <a:pt x="2297" y="1333"/>
                    <a:pt x="2337" y="1310"/>
                  </a:cubicBezTo>
                  <a:cubicBezTo>
                    <a:pt x="2432" y="1255"/>
                    <a:pt x="2412" y="1154"/>
                    <a:pt x="2295" y="1087"/>
                  </a:cubicBezTo>
                  <a:lnTo>
                    <a:pt x="482" y="59"/>
                  </a:lnTo>
                  <a:cubicBezTo>
                    <a:pt x="414" y="20"/>
                    <a:pt x="329" y="0"/>
                    <a:pt x="250" y="0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064" name="CustomShape 7"/>
            <p:cNvSpPr/>
            <p:nvPr/>
          </p:nvSpPr>
          <p:spPr>
            <a:xfrm>
              <a:off x="7961760" y="2782800"/>
              <a:ext cx="82080" cy="35640"/>
            </a:xfrm>
            <a:custGeom>
              <a:avLst/>
              <a:gdLst/>
              <a:ahLst/>
              <a:cxnLst/>
              <a:rect l="l" t="t" r="r" b="b"/>
              <a:pathLst>
                <a:path w="698" h="367">
                  <a:moveTo>
                    <a:pt x="349" y="0"/>
                  </a:moveTo>
                  <a:cubicBezTo>
                    <a:pt x="268" y="0"/>
                    <a:pt x="186" y="18"/>
                    <a:pt x="124" y="54"/>
                  </a:cubicBezTo>
                  <a:cubicBezTo>
                    <a:pt x="0" y="125"/>
                    <a:pt x="0" y="241"/>
                    <a:pt x="124" y="313"/>
                  </a:cubicBezTo>
                  <a:cubicBezTo>
                    <a:pt x="186" y="349"/>
                    <a:pt x="268" y="366"/>
                    <a:pt x="349" y="366"/>
                  </a:cubicBezTo>
                  <a:cubicBezTo>
                    <a:pt x="430" y="366"/>
                    <a:pt x="511" y="349"/>
                    <a:pt x="573" y="313"/>
                  </a:cubicBezTo>
                  <a:cubicBezTo>
                    <a:pt x="697" y="241"/>
                    <a:pt x="697" y="125"/>
                    <a:pt x="573" y="54"/>
                  </a:cubicBezTo>
                  <a:cubicBezTo>
                    <a:pt x="511" y="18"/>
                    <a:pt x="430" y="0"/>
                    <a:pt x="349" y="0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065" name="CustomShape 8"/>
            <p:cNvSpPr/>
            <p:nvPr/>
          </p:nvSpPr>
          <p:spPr>
            <a:xfrm>
              <a:off x="7751520" y="2762640"/>
              <a:ext cx="63720" cy="27720"/>
            </a:xfrm>
            <a:custGeom>
              <a:avLst/>
              <a:gdLst/>
              <a:ahLst/>
              <a:cxnLst/>
              <a:rect l="l" t="t" r="r" b="b"/>
              <a:pathLst>
                <a:path w="542" h="286">
                  <a:moveTo>
                    <a:pt x="271" y="0"/>
                  </a:moveTo>
                  <a:cubicBezTo>
                    <a:pt x="208" y="0"/>
                    <a:pt x="145" y="14"/>
                    <a:pt x="97" y="42"/>
                  </a:cubicBezTo>
                  <a:cubicBezTo>
                    <a:pt x="0" y="98"/>
                    <a:pt x="0" y="188"/>
                    <a:pt x="97" y="244"/>
                  </a:cubicBezTo>
                  <a:cubicBezTo>
                    <a:pt x="145" y="271"/>
                    <a:pt x="208" y="285"/>
                    <a:pt x="271" y="285"/>
                  </a:cubicBezTo>
                  <a:cubicBezTo>
                    <a:pt x="335" y="285"/>
                    <a:pt x="398" y="271"/>
                    <a:pt x="445" y="244"/>
                  </a:cubicBezTo>
                  <a:cubicBezTo>
                    <a:pt x="542" y="188"/>
                    <a:pt x="542" y="98"/>
                    <a:pt x="445" y="42"/>
                  </a:cubicBezTo>
                  <a:cubicBezTo>
                    <a:pt x="397" y="14"/>
                    <a:pt x="334" y="0"/>
                    <a:pt x="271" y="0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066" name="CustomShape 9"/>
            <p:cNvSpPr/>
            <p:nvPr/>
          </p:nvSpPr>
          <p:spPr>
            <a:xfrm>
              <a:off x="4857840" y="2648880"/>
              <a:ext cx="3522240" cy="1674360"/>
            </a:xfrm>
            <a:custGeom>
              <a:avLst/>
              <a:gdLst/>
              <a:ahLst/>
              <a:cxnLst/>
              <a:rect l="l" t="t" r="r" b="b"/>
              <a:pathLst>
                <a:path w="29760" h="17114">
                  <a:moveTo>
                    <a:pt x="19903" y="1"/>
                  </a:moveTo>
                  <a:cubicBezTo>
                    <a:pt x="19748" y="1"/>
                    <a:pt x="19593" y="35"/>
                    <a:pt x="19475" y="103"/>
                  </a:cubicBezTo>
                  <a:lnTo>
                    <a:pt x="237" y="11211"/>
                  </a:lnTo>
                  <a:cubicBezTo>
                    <a:pt x="1" y="11347"/>
                    <a:pt x="1" y="11568"/>
                    <a:pt x="237" y="11706"/>
                  </a:cubicBezTo>
                  <a:lnTo>
                    <a:pt x="9428" y="17010"/>
                  </a:lnTo>
                  <a:cubicBezTo>
                    <a:pt x="9547" y="17079"/>
                    <a:pt x="9702" y="17113"/>
                    <a:pt x="9857" y="17113"/>
                  </a:cubicBezTo>
                  <a:cubicBezTo>
                    <a:pt x="10012" y="17113"/>
                    <a:pt x="10167" y="17079"/>
                    <a:pt x="10285" y="17010"/>
                  </a:cubicBezTo>
                  <a:lnTo>
                    <a:pt x="29523" y="5904"/>
                  </a:lnTo>
                  <a:cubicBezTo>
                    <a:pt x="29760" y="5768"/>
                    <a:pt x="29760" y="5546"/>
                    <a:pt x="29523" y="5410"/>
                  </a:cubicBezTo>
                  <a:lnTo>
                    <a:pt x="20333" y="103"/>
                  </a:lnTo>
                  <a:cubicBezTo>
                    <a:pt x="20214" y="35"/>
                    <a:pt x="20058" y="1"/>
                    <a:pt x="19903" y="1"/>
                  </a:cubicBezTo>
                  <a:close/>
                </a:path>
              </a:pathLst>
            </a:custGeom>
            <a:solidFill>
              <a:srgbClr val="031F6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067" name="CustomShape 10"/>
            <p:cNvSpPr/>
            <p:nvPr/>
          </p:nvSpPr>
          <p:spPr>
            <a:xfrm>
              <a:off x="4858200" y="2648880"/>
              <a:ext cx="3520800" cy="1140480"/>
            </a:xfrm>
            <a:custGeom>
              <a:avLst/>
              <a:gdLst/>
              <a:ahLst/>
              <a:cxnLst/>
              <a:rect l="l" t="t" r="r" b="b"/>
              <a:pathLst>
                <a:path w="29749" h="11657">
                  <a:moveTo>
                    <a:pt x="19901" y="0"/>
                  </a:moveTo>
                  <a:cubicBezTo>
                    <a:pt x="19746" y="0"/>
                    <a:pt x="19591" y="35"/>
                    <a:pt x="19473" y="103"/>
                  </a:cubicBezTo>
                  <a:lnTo>
                    <a:pt x="234" y="11210"/>
                  </a:lnTo>
                  <a:cubicBezTo>
                    <a:pt x="23" y="11332"/>
                    <a:pt x="0" y="11521"/>
                    <a:pt x="168" y="11656"/>
                  </a:cubicBezTo>
                  <a:cubicBezTo>
                    <a:pt x="197" y="11625"/>
                    <a:pt x="231" y="11600"/>
                    <a:pt x="268" y="11579"/>
                  </a:cubicBezTo>
                  <a:lnTo>
                    <a:pt x="19507" y="472"/>
                  </a:lnTo>
                  <a:cubicBezTo>
                    <a:pt x="19624" y="404"/>
                    <a:pt x="19780" y="370"/>
                    <a:pt x="19935" y="370"/>
                  </a:cubicBezTo>
                  <a:cubicBezTo>
                    <a:pt x="20090" y="370"/>
                    <a:pt x="20246" y="404"/>
                    <a:pt x="20363" y="472"/>
                  </a:cubicBezTo>
                  <a:lnTo>
                    <a:pt x="29553" y="5779"/>
                  </a:lnTo>
                  <a:cubicBezTo>
                    <a:pt x="29578" y="5792"/>
                    <a:pt x="29600" y="5808"/>
                    <a:pt x="29620" y="5826"/>
                  </a:cubicBezTo>
                  <a:lnTo>
                    <a:pt x="29623" y="5825"/>
                  </a:lnTo>
                  <a:cubicBezTo>
                    <a:pt x="29748" y="5692"/>
                    <a:pt x="29715" y="5523"/>
                    <a:pt x="29520" y="5410"/>
                  </a:cubicBezTo>
                  <a:lnTo>
                    <a:pt x="20330" y="103"/>
                  </a:lnTo>
                  <a:cubicBezTo>
                    <a:pt x="20210" y="34"/>
                    <a:pt x="20056" y="0"/>
                    <a:pt x="19901" y="0"/>
                  </a:cubicBezTo>
                  <a:close/>
                </a:path>
              </a:pathLst>
            </a:custGeom>
            <a:solidFill>
              <a:srgbClr val="34518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068" name="CustomShape 11"/>
            <p:cNvSpPr/>
            <p:nvPr/>
          </p:nvSpPr>
          <p:spPr>
            <a:xfrm>
              <a:off x="4582440" y="3092400"/>
              <a:ext cx="4126320" cy="1508040"/>
            </a:xfrm>
            <a:custGeom>
              <a:avLst/>
              <a:gdLst/>
              <a:ahLst/>
              <a:cxnLst/>
              <a:rect l="l" t="t" r="r" b="b"/>
              <a:pathLst>
                <a:path w="34864" h="15415">
                  <a:moveTo>
                    <a:pt x="34861" y="0"/>
                  </a:moveTo>
                  <a:lnTo>
                    <a:pt x="34856" y="3"/>
                  </a:lnTo>
                  <a:cubicBezTo>
                    <a:pt x="34855" y="134"/>
                    <a:pt x="34769" y="267"/>
                    <a:pt x="34593" y="368"/>
                  </a:cubicBezTo>
                  <a:lnTo>
                    <a:pt x="11320" y="13806"/>
                  </a:lnTo>
                  <a:cubicBezTo>
                    <a:pt x="11143" y="13908"/>
                    <a:pt x="10910" y="13958"/>
                    <a:pt x="10676" y="13960"/>
                  </a:cubicBezTo>
                  <a:cubicBezTo>
                    <a:pt x="10674" y="13960"/>
                    <a:pt x="10671" y="13960"/>
                    <a:pt x="10669" y="13960"/>
                  </a:cubicBezTo>
                  <a:cubicBezTo>
                    <a:pt x="10438" y="13960"/>
                    <a:pt x="10211" y="13907"/>
                    <a:pt x="10034" y="13808"/>
                  </a:cubicBezTo>
                  <a:lnTo>
                    <a:pt x="778" y="8465"/>
                  </a:lnTo>
                  <a:lnTo>
                    <a:pt x="628" y="8378"/>
                  </a:lnTo>
                  <a:lnTo>
                    <a:pt x="267" y="8168"/>
                  </a:lnTo>
                  <a:cubicBezTo>
                    <a:pt x="103" y="8071"/>
                    <a:pt x="15" y="7948"/>
                    <a:pt x="3" y="7824"/>
                  </a:cubicBezTo>
                  <a:lnTo>
                    <a:pt x="0" y="9250"/>
                  </a:lnTo>
                  <a:cubicBezTo>
                    <a:pt x="3" y="9383"/>
                    <a:pt x="92" y="9518"/>
                    <a:pt x="267" y="9619"/>
                  </a:cubicBezTo>
                  <a:lnTo>
                    <a:pt x="10033" y="15260"/>
                  </a:lnTo>
                  <a:cubicBezTo>
                    <a:pt x="10211" y="15360"/>
                    <a:pt x="10445" y="15414"/>
                    <a:pt x="10676" y="15415"/>
                  </a:cubicBezTo>
                  <a:cubicBezTo>
                    <a:pt x="10908" y="15415"/>
                    <a:pt x="11143" y="15362"/>
                    <a:pt x="11320" y="15260"/>
                  </a:cubicBezTo>
                  <a:lnTo>
                    <a:pt x="34593" y="1823"/>
                  </a:lnTo>
                  <a:cubicBezTo>
                    <a:pt x="34775" y="1717"/>
                    <a:pt x="34863" y="1578"/>
                    <a:pt x="34857" y="1440"/>
                  </a:cubicBezTo>
                  <a:lnTo>
                    <a:pt x="34857" y="1424"/>
                  </a:lnTo>
                  <a:lnTo>
                    <a:pt x="34861" y="0"/>
                  </a:lnTo>
                  <a:close/>
                </a:path>
              </a:pathLst>
            </a:custGeom>
            <a:solidFill>
              <a:srgbClr val="7FA8E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069" name="CustomShape 12"/>
            <p:cNvSpPr/>
            <p:nvPr/>
          </p:nvSpPr>
          <p:spPr>
            <a:xfrm>
              <a:off x="5846040" y="3092400"/>
              <a:ext cx="2862720" cy="1508040"/>
            </a:xfrm>
            <a:custGeom>
              <a:avLst/>
              <a:gdLst/>
              <a:ahLst/>
              <a:cxnLst/>
              <a:rect l="l" t="t" r="r" b="b"/>
              <a:pathLst>
                <a:path w="24188" h="15414">
                  <a:moveTo>
                    <a:pt x="24185" y="0"/>
                  </a:moveTo>
                  <a:lnTo>
                    <a:pt x="24180" y="3"/>
                  </a:lnTo>
                  <a:cubicBezTo>
                    <a:pt x="24179" y="134"/>
                    <a:pt x="24093" y="267"/>
                    <a:pt x="23917" y="368"/>
                  </a:cubicBezTo>
                  <a:lnTo>
                    <a:pt x="644" y="13806"/>
                  </a:lnTo>
                  <a:cubicBezTo>
                    <a:pt x="467" y="13908"/>
                    <a:pt x="234" y="13958"/>
                    <a:pt x="0" y="13960"/>
                  </a:cubicBezTo>
                  <a:lnTo>
                    <a:pt x="0" y="15414"/>
                  </a:lnTo>
                  <a:cubicBezTo>
                    <a:pt x="234" y="15414"/>
                    <a:pt x="467" y="15362"/>
                    <a:pt x="644" y="15260"/>
                  </a:cubicBezTo>
                  <a:lnTo>
                    <a:pt x="23917" y="1823"/>
                  </a:lnTo>
                  <a:cubicBezTo>
                    <a:pt x="24099" y="1717"/>
                    <a:pt x="24187" y="1578"/>
                    <a:pt x="24181" y="1440"/>
                  </a:cubicBezTo>
                  <a:lnTo>
                    <a:pt x="24181" y="1424"/>
                  </a:lnTo>
                  <a:lnTo>
                    <a:pt x="24185" y="0"/>
                  </a:lnTo>
                  <a:close/>
                </a:path>
              </a:pathLst>
            </a:custGeom>
            <a:solidFill>
              <a:srgbClr val="6F89D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070" name="CustomShape 13"/>
            <p:cNvSpPr/>
            <p:nvPr/>
          </p:nvSpPr>
          <p:spPr>
            <a:xfrm>
              <a:off x="5194080" y="4049280"/>
              <a:ext cx="213480" cy="101520"/>
            </a:xfrm>
            <a:custGeom>
              <a:avLst/>
              <a:gdLst/>
              <a:ahLst/>
              <a:cxnLst/>
              <a:rect l="l" t="t" r="r" b="b"/>
              <a:pathLst>
                <a:path w="1806" h="1041">
                  <a:moveTo>
                    <a:pt x="321" y="856"/>
                  </a:moveTo>
                  <a:cubicBezTo>
                    <a:pt x="642" y="1041"/>
                    <a:pt x="1162" y="1041"/>
                    <a:pt x="1483" y="856"/>
                  </a:cubicBezTo>
                  <a:cubicBezTo>
                    <a:pt x="1804" y="671"/>
                    <a:pt x="1805" y="371"/>
                    <a:pt x="1483" y="185"/>
                  </a:cubicBezTo>
                  <a:cubicBezTo>
                    <a:pt x="1162" y="0"/>
                    <a:pt x="642" y="0"/>
                    <a:pt x="321" y="185"/>
                  </a:cubicBezTo>
                  <a:cubicBezTo>
                    <a:pt x="0" y="370"/>
                    <a:pt x="0" y="671"/>
                    <a:pt x="321" y="856"/>
                  </a:cubicBezTo>
                  <a:close/>
                </a:path>
              </a:pathLst>
            </a:custGeom>
            <a:noFill/>
            <a:ln>
              <a:solidFill>
                <a:srgbClr val="3C5670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071" name="CustomShape 14"/>
            <p:cNvSpPr/>
            <p:nvPr/>
          </p:nvSpPr>
          <p:spPr>
            <a:xfrm>
              <a:off x="5276520" y="4295880"/>
              <a:ext cx="17280" cy="18360"/>
            </a:xfrm>
            <a:custGeom>
              <a:avLst/>
              <a:gdLst/>
              <a:ahLst/>
              <a:cxnLst/>
              <a:rect l="l" t="t" r="r" b="b"/>
              <a:pathLst>
                <a:path w="148" h="191">
                  <a:moveTo>
                    <a:pt x="42" y="0"/>
                  </a:moveTo>
                  <a:cubicBezTo>
                    <a:pt x="18" y="0"/>
                    <a:pt x="1" y="20"/>
                    <a:pt x="1" y="53"/>
                  </a:cubicBezTo>
                  <a:cubicBezTo>
                    <a:pt x="4" y="105"/>
                    <a:pt x="31" y="152"/>
                    <a:pt x="74" y="181"/>
                  </a:cubicBezTo>
                  <a:cubicBezTo>
                    <a:pt x="86" y="187"/>
                    <a:pt x="97" y="190"/>
                    <a:pt x="107" y="190"/>
                  </a:cubicBezTo>
                  <a:cubicBezTo>
                    <a:pt x="131" y="190"/>
                    <a:pt x="148" y="171"/>
                    <a:pt x="148" y="137"/>
                  </a:cubicBezTo>
                  <a:cubicBezTo>
                    <a:pt x="146" y="85"/>
                    <a:pt x="118" y="38"/>
                    <a:pt x="74" y="11"/>
                  </a:cubicBezTo>
                  <a:cubicBezTo>
                    <a:pt x="63" y="4"/>
                    <a:pt x="52" y="0"/>
                    <a:pt x="42" y="0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072" name="CustomShape 15"/>
            <p:cNvSpPr/>
            <p:nvPr/>
          </p:nvSpPr>
          <p:spPr>
            <a:xfrm>
              <a:off x="5319720" y="4316400"/>
              <a:ext cx="17280" cy="18360"/>
            </a:xfrm>
            <a:custGeom>
              <a:avLst/>
              <a:gdLst/>
              <a:ahLst/>
              <a:cxnLst/>
              <a:rect l="l" t="t" r="r" b="b"/>
              <a:pathLst>
                <a:path w="148" h="191">
                  <a:moveTo>
                    <a:pt x="40" y="0"/>
                  </a:moveTo>
                  <a:cubicBezTo>
                    <a:pt x="16" y="0"/>
                    <a:pt x="0" y="20"/>
                    <a:pt x="0" y="53"/>
                  </a:cubicBezTo>
                  <a:cubicBezTo>
                    <a:pt x="3" y="105"/>
                    <a:pt x="30" y="152"/>
                    <a:pt x="74" y="181"/>
                  </a:cubicBezTo>
                  <a:cubicBezTo>
                    <a:pt x="85" y="187"/>
                    <a:pt x="96" y="190"/>
                    <a:pt x="106" y="190"/>
                  </a:cubicBezTo>
                  <a:cubicBezTo>
                    <a:pt x="130" y="190"/>
                    <a:pt x="147" y="171"/>
                    <a:pt x="147" y="137"/>
                  </a:cubicBezTo>
                  <a:cubicBezTo>
                    <a:pt x="144" y="85"/>
                    <a:pt x="117" y="38"/>
                    <a:pt x="74" y="11"/>
                  </a:cubicBezTo>
                  <a:cubicBezTo>
                    <a:pt x="62" y="4"/>
                    <a:pt x="50" y="0"/>
                    <a:pt x="40" y="0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073" name="CustomShape 16"/>
            <p:cNvSpPr/>
            <p:nvPr/>
          </p:nvSpPr>
          <p:spPr>
            <a:xfrm>
              <a:off x="5362920" y="4336920"/>
              <a:ext cx="17280" cy="18360"/>
            </a:xfrm>
            <a:custGeom>
              <a:avLst/>
              <a:gdLst/>
              <a:ahLst/>
              <a:cxnLst/>
              <a:rect l="l" t="t" r="r" b="b"/>
              <a:pathLst>
                <a:path w="148" h="190">
                  <a:moveTo>
                    <a:pt x="41" y="0"/>
                  </a:moveTo>
                  <a:cubicBezTo>
                    <a:pt x="17" y="0"/>
                    <a:pt x="0" y="20"/>
                    <a:pt x="0" y="53"/>
                  </a:cubicBezTo>
                  <a:cubicBezTo>
                    <a:pt x="3" y="105"/>
                    <a:pt x="31" y="152"/>
                    <a:pt x="74" y="180"/>
                  </a:cubicBezTo>
                  <a:cubicBezTo>
                    <a:pt x="86" y="187"/>
                    <a:pt x="97" y="190"/>
                    <a:pt x="107" y="190"/>
                  </a:cubicBezTo>
                  <a:cubicBezTo>
                    <a:pt x="131" y="190"/>
                    <a:pt x="148" y="171"/>
                    <a:pt x="148" y="137"/>
                  </a:cubicBezTo>
                  <a:cubicBezTo>
                    <a:pt x="144" y="85"/>
                    <a:pt x="117" y="38"/>
                    <a:pt x="74" y="11"/>
                  </a:cubicBezTo>
                  <a:cubicBezTo>
                    <a:pt x="62" y="4"/>
                    <a:pt x="51" y="0"/>
                    <a:pt x="41" y="0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074" name="CustomShape 17"/>
            <p:cNvSpPr/>
            <p:nvPr/>
          </p:nvSpPr>
          <p:spPr>
            <a:xfrm>
              <a:off x="5405760" y="4357440"/>
              <a:ext cx="17280" cy="18360"/>
            </a:xfrm>
            <a:custGeom>
              <a:avLst/>
              <a:gdLst/>
              <a:ahLst/>
              <a:cxnLst/>
              <a:rect l="l" t="t" r="r" b="b"/>
              <a:pathLst>
                <a:path w="148" h="191">
                  <a:moveTo>
                    <a:pt x="42" y="1"/>
                  </a:moveTo>
                  <a:cubicBezTo>
                    <a:pt x="17" y="1"/>
                    <a:pt x="1" y="20"/>
                    <a:pt x="1" y="54"/>
                  </a:cubicBezTo>
                  <a:cubicBezTo>
                    <a:pt x="3" y="104"/>
                    <a:pt x="31" y="153"/>
                    <a:pt x="74" y="180"/>
                  </a:cubicBezTo>
                  <a:cubicBezTo>
                    <a:pt x="86" y="188"/>
                    <a:pt x="98" y="191"/>
                    <a:pt x="107" y="191"/>
                  </a:cubicBezTo>
                  <a:cubicBezTo>
                    <a:pt x="132" y="191"/>
                    <a:pt x="148" y="171"/>
                    <a:pt x="148" y="138"/>
                  </a:cubicBezTo>
                  <a:cubicBezTo>
                    <a:pt x="145" y="86"/>
                    <a:pt x="118" y="39"/>
                    <a:pt x="74" y="10"/>
                  </a:cubicBezTo>
                  <a:cubicBezTo>
                    <a:pt x="62" y="4"/>
                    <a:pt x="51" y="1"/>
                    <a:pt x="42" y="1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075" name="CustomShape 18"/>
            <p:cNvSpPr/>
            <p:nvPr/>
          </p:nvSpPr>
          <p:spPr>
            <a:xfrm>
              <a:off x="5448600" y="4377960"/>
              <a:ext cx="17280" cy="18360"/>
            </a:xfrm>
            <a:custGeom>
              <a:avLst/>
              <a:gdLst/>
              <a:ahLst/>
              <a:cxnLst/>
              <a:rect l="l" t="t" r="r" b="b"/>
              <a:pathLst>
                <a:path w="148" h="191">
                  <a:moveTo>
                    <a:pt x="42" y="1"/>
                  </a:moveTo>
                  <a:cubicBezTo>
                    <a:pt x="17" y="1"/>
                    <a:pt x="1" y="20"/>
                    <a:pt x="1" y="53"/>
                  </a:cubicBezTo>
                  <a:cubicBezTo>
                    <a:pt x="3" y="104"/>
                    <a:pt x="31" y="153"/>
                    <a:pt x="74" y="180"/>
                  </a:cubicBezTo>
                  <a:cubicBezTo>
                    <a:pt x="86" y="187"/>
                    <a:pt x="98" y="191"/>
                    <a:pt x="108" y="191"/>
                  </a:cubicBezTo>
                  <a:cubicBezTo>
                    <a:pt x="132" y="191"/>
                    <a:pt x="148" y="171"/>
                    <a:pt x="148" y="138"/>
                  </a:cubicBezTo>
                  <a:cubicBezTo>
                    <a:pt x="146" y="86"/>
                    <a:pt x="118" y="39"/>
                    <a:pt x="74" y="10"/>
                  </a:cubicBezTo>
                  <a:cubicBezTo>
                    <a:pt x="63" y="4"/>
                    <a:pt x="52" y="1"/>
                    <a:pt x="42" y="1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076" name="CustomShape 19"/>
            <p:cNvSpPr/>
            <p:nvPr/>
          </p:nvSpPr>
          <p:spPr>
            <a:xfrm>
              <a:off x="5491800" y="4398480"/>
              <a:ext cx="17280" cy="18360"/>
            </a:xfrm>
            <a:custGeom>
              <a:avLst/>
              <a:gdLst/>
              <a:ahLst/>
              <a:cxnLst/>
              <a:rect l="l" t="t" r="r" b="b"/>
              <a:pathLst>
                <a:path w="149" h="191">
                  <a:moveTo>
                    <a:pt x="41" y="0"/>
                  </a:moveTo>
                  <a:cubicBezTo>
                    <a:pt x="17" y="0"/>
                    <a:pt x="1" y="19"/>
                    <a:pt x="1" y="52"/>
                  </a:cubicBezTo>
                  <a:cubicBezTo>
                    <a:pt x="5" y="104"/>
                    <a:pt x="31" y="151"/>
                    <a:pt x="75" y="180"/>
                  </a:cubicBezTo>
                  <a:cubicBezTo>
                    <a:pt x="87" y="187"/>
                    <a:pt x="98" y="191"/>
                    <a:pt x="108" y="191"/>
                  </a:cubicBezTo>
                  <a:cubicBezTo>
                    <a:pt x="132" y="191"/>
                    <a:pt x="148" y="171"/>
                    <a:pt x="148" y="138"/>
                  </a:cubicBezTo>
                  <a:cubicBezTo>
                    <a:pt x="146" y="86"/>
                    <a:pt x="118" y="39"/>
                    <a:pt x="75" y="10"/>
                  </a:cubicBezTo>
                  <a:cubicBezTo>
                    <a:pt x="63" y="4"/>
                    <a:pt x="51" y="0"/>
                    <a:pt x="41" y="0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077" name="CustomShape 20"/>
            <p:cNvSpPr/>
            <p:nvPr/>
          </p:nvSpPr>
          <p:spPr>
            <a:xfrm>
              <a:off x="5534640" y="4419000"/>
              <a:ext cx="17280" cy="18360"/>
            </a:xfrm>
            <a:custGeom>
              <a:avLst/>
              <a:gdLst/>
              <a:ahLst/>
              <a:cxnLst/>
              <a:rect l="l" t="t" r="r" b="b"/>
              <a:pathLst>
                <a:path w="148" h="191">
                  <a:moveTo>
                    <a:pt x="41" y="1"/>
                  </a:moveTo>
                  <a:cubicBezTo>
                    <a:pt x="17" y="1"/>
                    <a:pt x="0" y="20"/>
                    <a:pt x="0" y="52"/>
                  </a:cubicBezTo>
                  <a:cubicBezTo>
                    <a:pt x="4" y="104"/>
                    <a:pt x="30" y="151"/>
                    <a:pt x="74" y="180"/>
                  </a:cubicBezTo>
                  <a:cubicBezTo>
                    <a:pt x="86" y="187"/>
                    <a:pt x="97" y="190"/>
                    <a:pt x="107" y="190"/>
                  </a:cubicBezTo>
                  <a:cubicBezTo>
                    <a:pt x="131" y="190"/>
                    <a:pt x="147" y="171"/>
                    <a:pt x="147" y="138"/>
                  </a:cubicBezTo>
                  <a:cubicBezTo>
                    <a:pt x="145" y="86"/>
                    <a:pt x="117" y="38"/>
                    <a:pt x="74" y="10"/>
                  </a:cubicBezTo>
                  <a:cubicBezTo>
                    <a:pt x="62" y="4"/>
                    <a:pt x="51" y="1"/>
                    <a:pt x="41" y="1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078" name="CustomShape 21"/>
            <p:cNvSpPr/>
            <p:nvPr/>
          </p:nvSpPr>
          <p:spPr>
            <a:xfrm>
              <a:off x="5577840" y="4439520"/>
              <a:ext cx="17280" cy="18360"/>
            </a:xfrm>
            <a:custGeom>
              <a:avLst/>
              <a:gdLst/>
              <a:ahLst/>
              <a:cxnLst/>
              <a:rect l="l" t="t" r="r" b="b"/>
              <a:pathLst>
                <a:path w="148" h="192">
                  <a:moveTo>
                    <a:pt x="41" y="1"/>
                  </a:moveTo>
                  <a:cubicBezTo>
                    <a:pt x="17" y="1"/>
                    <a:pt x="1" y="20"/>
                    <a:pt x="1" y="53"/>
                  </a:cubicBezTo>
                  <a:cubicBezTo>
                    <a:pt x="3" y="105"/>
                    <a:pt x="31" y="154"/>
                    <a:pt x="74" y="181"/>
                  </a:cubicBezTo>
                  <a:cubicBezTo>
                    <a:pt x="86" y="188"/>
                    <a:pt x="97" y="192"/>
                    <a:pt x="107" y="192"/>
                  </a:cubicBezTo>
                  <a:cubicBezTo>
                    <a:pt x="131" y="192"/>
                    <a:pt x="148" y="172"/>
                    <a:pt x="148" y="139"/>
                  </a:cubicBezTo>
                  <a:cubicBezTo>
                    <a:pt x="145" y="87"/>
                    <a:pt x="118" y="40"/>
                    <a:pt x="74" y="11"/>
                  </a:cubicBezTo>
                  <a:cubicBezTo>
                    <a:pt x="62" y="4"/>
                    <a:pt x="51" y="1"/>
                    <a:pt x="41" y="1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079" name="CustomShape 22"/>
            <p:cNvSpPr/>
            <p:nvPr/>
          </p:nvSpPr>
          <p:spPr>
            <a:xfrm>
              <a:off x="5275800" y="4258800"/>
              <a:ext cx="17280" cy="18360"/>
            </a:xfrm>
            <a:custGeom>
              <a:avLst/>
              <a:gdLst/>
              <a:ahLst/>
              <a:cxnLst/>
              <a:rect l="l" t="t" r="r" b="b"/>
              <a:pathLst>
                <a:path w="148" h="191">
                  <a:moveTo>
                    <a:pt x="41" y="0"/>
                  </a:moveTo>
                  <a:cubicBezTo>
                    <a:pt x="17" y="0"/>
                    <a:pt x="0" y="20"/>
                    <a:pt x="0" y="53"/>
                  </a:cubicBezTo>
                  <a:cubicBezTo>
                    <a:pt x="3" y="105"/>
                    <a:pt x="31" y="152"/>
                    <a:pt x="74" y="181"/>
                  </a:cubicBezTo>
                  <a:cubicBezTo>
                    <a:pt x="85" y="187"/>
                    <a:pt x="96" y="191"/>
                    <a:pt x="106" y="191"/>
                  </a:cubicBezTo>
                  <a:cubicBezTo>
                    <a:pt x="130" y="191"/>
                    <a:pt x="148" y="171"/>
                    <a:pt x="148" y="138"/>
                  </a:cubicBezTo>
                  <a:cubicBezTo>
                    <a:pt x="144" y="86"/>
                    <a:pt x="117" y="39"/>
                    <a:pt x="74" y="11"/>
                  </a:cubicBezTo>
                  <a:cubicBezTo>
                    <a:pt x="62" y="4"/>
                    <a:pt x="51" y="0"/>
                    <a:pt x="41" y="0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080" name="CustomShape 23"/>
            <p:cNvSpPr/>
            <p:nvPr/>
          </p:nvSpPr>
          <p:spPr>
            <a:xfrm>
              <a:off x="5318640" y="4279320"/>
              <a:ext cx="17280" cy="18360"/>
            </a:xfrm>
            <a:custGeom>
              <a:avLst/>
              <a:gdLst/>
              <a:ahLst/>
              <a:cxnLst/>
              <a:rect l="l" t="t" r="r" b="b"/>
              <a:pathLst>
                <a:path w="148" h="191">
                  <a:moveTo>
                    <a:pt x="41" y="0"/>
                  </a:moveTo>
                  <a:cubicBezTo>
                    <a:pt x="17" y="0"/>
                    <a:pt x="1" y="20"/>
                    <a:pt x="1" y="53"/>
                  </a:cubicBezTo>
                  <a:cubicBezTo>
                    <a:pt x="3" y="105"/>
                    <a:pt x="31" y="152"/>
                    <a:pt x="74" y="181"/>
                  </a:cubicBezTo>
                  <a:cubicBezTo>
                    <a:pt x="86" y="187"/>
                    <a:pt x="96" y="191"/>
                    <a:pt x="106" y="191"/>
                  </a:cubicBezTo>
                  <a:cubicBezTo>
                    <a:pt x="130" y="191"/>
                    <a:pt x="148" y="171"/>
                    <a:pt x="148" y="137"/>
                  </a:cubicBezTo>
                  <a:cubicBezTo>
                    <a:pt x="144" y="86"/>
                    <a:pt x="118" y="39"/>
                    <a:pt x="74" y="11"/>
                  </a:cubicBezTo>
                  <a:cubicBezTo>
                    <a:pt x="62" y="4"/>
                    <a:pt x="51" y="0"/>
                    <a:pt x="41" y="0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081" name="CustomShape 24"/>
            <p:cNvSpPr/>
            <p:nvPr/>
          </p:nvSpPr>
          <p:spPr>
            <a:xfrm>
              <a:off x="5361480" y="4299840"/>
              <a:ext cx="17280" cy="18360"/>
            </a:xfrm>
            <a:custGeom>
              <a:avLst/>
              <a:gdLst/>
              <a:ahLst/>
              <a:cxnLst/>
              <a:rect l="l" t="t" r="r" b="b"/>
              <a:pathLst>
                <a:path w="148" h="192">
                  <a:moveTo>
                    <a:pt x="42" y="1"/>
                  </a:moveTo>
                  <a:cubicBezTo>
                    <a:pt x="17" y="1"/>
                    <a:pt x="1" y="20"/>
                    <a:pt x="1" y="54"/>
                  </a:cubicBezTo>
                  <a:cubicBezTo>
                    <a:pt x="3" y="106"/>
                    <a:pt x="31" y="153"/>
                    <a:pt x="74" y="181"/>
                  </a:cubicBezTo>
                  <a:cubicBezTo>
                    <a:pt x="86" y="188"/>
                    <a:pt x="98" y="191"/>
                    <a:pt x="108" y="191"/>
                  </a:cubicBezTo>
                  <a:cubicBezTo>
                    <a:pt x="132" y="191"/>
                    <a:pt x="148" y="172"/>
                    <a:pt x="148" y="138"/>
                  </a:cubicBezTo>
                  <a:cubicBezTo>
                    <a:pt x="146" y="87"/>
                    <a:pt x="118" y="39"/>
                    <a:pt x="74" y="11"/>
                  </a:cubicBezTo>
                  <a:cubicBezTo>
                    <a:pt x="63" y="4"/>
                    <a:pt x="52" y="1"/>
                    <a:pt x="42" y="1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082" name="CustomShape 25"/>
            <p:cNvSpPr/>
            <p:nvPr/>
          </p:nvSpPr>
          <p:spPr>
            <a:xfrm>
              <a:off x="5404680" y="4320360"/>
              <a:ext cx="17280" cy="18360"/>
            </a:xfrm>
            <a:custGeom>
              <a:avLst/>
              <a:gdLst/>
              <a:ahLst/>
              <a:cxnLst/>
              <a:rect l="l" t="t" r="r" b="b"/>
              <a:pathLst>
                <a:path w="148" h="192">
                  <a:moveTo>
                    <a:pt x="41" y="1"/>
                  </a:moveTo>
                  <a:cubicBezTo>
                    <a:pt x="16" y="1"/>
                    <a:pt x="0" y="20"/>
                    <a:pt x="0" y="54"/>
                  </a:cubicBezTo>
                  <a:cubicBezTo>
                    <a:pt x="3" y="105"/>
                    <a:pt x="30" y="153"/>
                    <a:pt x="74" y="181"/>
                  </a:cubicBezTo>
                  <a:cubicBezTo>
                    <a:pt x="85" y="188"/>
                    <a:pt x="97" y="191"/>
                    <a:pt x="107" y="191"/>
                  </a:cubicBezTo>
                  <a:cubicBezTo>
                    <a:pt x="130" y="191"/>
                    <a:pt x="147" y="172"/>
                    <a:pt x="147" y="138"/>
                  </a:cubicBezTo>
                  <a:cubicBezTo>
                    <a:pt x="144" y="86"/>
                    <a:pt x="117" y="39"/>
                    <a:pt x="74" y="10"/>
                  </a:cubicBezTo>
                  <a:cubicBezTo>
                    <a:pt x="62" y="4"/>
                    <a:pt x="51" y="1"/>
                    <a:pt x="41" y="1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083" name="CustomShape 26"/>
            <p:cNvSpPr/>
            <p:nvPr/>
          </p:nvSpPr>
          <p:spPr>
            <a:xfrm>
              <a:off x="5447520" y="4340880"/>
              <a:ext cx="17280" cy="18360"/>
            </a:xfrm>
            <a:custGeom>
              <a:avLst/>
              <a:gdLst/>
              <a:ahLst/>
              <a:cxnLst/>
              <a:rect l="l" t="t" r="r" b="b"/>
              <a:pathLst>
                <a:path w="148" h="191">
                  <a:moveTo>
                    <a:pt x="41" y="1"/>
                  </a:moveTo>
                  <a:cubicBezTo>
                    <a:pt x="17" y="1"/>
                    <a:pt x="0" y="19"/>
                    <a:pt x="0" y="53"/>
                  </a:cubicBezTo>
                  <a:cubicBezTo>
                    <a:pt x="4" y="105"/>
                    <a:pt x="30" y="153"/>
                    <a:pt x="74" y="181"/>
                  </a:cubicBezTo>
                  <a:cubicBezTo>
                    <a:pt x="86" y="188"/>
                    <a:pt x="97" y="191"/>
                    <a:pt x="107" y="191"/>
                  </a:cubicBezTo>
                  <a:cubicBezTo>
                    <a:pt x="131" y="191"/>
                    <a:pt x="147" y="172"/>
                    <a:pt x="147" y="138"/>
                  </a:cubicBezTo>
                  <a:cubicBezTo>
                    <a:pt x="145" y="86"/>
                    <a:pt x="117" y="39"/>
                    <a:pt x="74" y="10"/>
                  </a:cubicBezTo>
                  <a:cubicBezTo>
                    <a:pt x="62" y="4"/>
                    <a:pt x="51" y="1"/>
                    <a:pt x="41" y="1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084" name="CustomShape 27"/>
            <p:cNvSpPr/>
            <p:nvPr/>
          </p:nvSpPr>
          <p:spPr>
            <a:xfrm>
              <a:off x="5490720" y="4361400"/>
              <a:ext cx="17280" cy="18360"/>
            </a:xfrm>
            <a:custGeom>
              <a:avLst/>
              <a:gdLst/>
              <a:ahLst/>
              <a:cxnLst/>
              <a:rect l="l" t="t" r="r" b="b"/>
              <a:pathLst>
                <a:path w="148" h="191">
                  <a:moveTo>
                    <a:pt x="41" y="0"/>
                  </a:moveTo>
                  <a:cubicBezTo>
                    <a:pt x="17" y="0"/>
                    <a:pt x="0" y="19"/>
                    <a:pt x="0" y="53"/>
                  </a:cubicBezTo>
                  <a:cubicBezTo>
                    <a:pt x="4" y="104"/>
                    <a:pt x="30" y="152"/>
                    <a:pt x="74" y="180"/>
                  </a:cubicBezTo>
                  <a:cubicBezTo>
                    <a:pt x="86" y="187"/>
                    <a:pt x="97" y="190"/>
                    <a:pt x="106" y="190"/>
                  </a:cubicBezTo>
                  <a:cubicBezTo>
                    <a:pt x="131" y="190"/>
                    <a:pt x="148" y="171"/>
                    <a:pt x="148" y="137"/>
                  </a:cubicBezTo>
                  <a:cubicBezTo>
                    <a:pt x="145" y="85"/>
                    <a:pt x="117" y="38"/>
                    <a:pt x="74" y="10"/>
                  </a:cubicBezTo>
                  <a:cubicBezTo>
                    <a:pt x="62" y="4"/>
                    <a:pt x="51" y="0"/>
                    <a:pt x="41" y="0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085" name="CustomShape 28"/>
            <p:cNvSpPr/>
            <p:nvPr/>
          </p:nvSpPr>
          <p:spPr>
            <a:xfrm>
              <a:off x="5533560" y="4381920"/>
              <a:ext cx="16920" cy="18360"/>
            </a:xfrm>
            <a:custGeom>
              <a:avLst/>
              <a:gdLst/>
              <a:ahLst/>
              <a:cxnLst/>
              <a:rect l="l" t="t" r="r" b="b"/>
              <a:pathLst>
                <a:path w="147" h="191">
                  <a:moveTo>
                    <a:pt x="41" y="0"/>
                  </a:moveTo>
                  <a:cubicBezTo>
                    <a:pt x="17" y="0"/>
                    <a:pt x="1" y="19"/>
                    <a:pt x="1" y="53"/>
                  </a:cubicBezTo>
                  <a:cubicBezTo>
                    <a:pt x="3" y="104"/>
                    <a:pt x="31" y="151"/>
                    <a:pt x="73" y="180"/>
                  </a:cubicBezTo>
                  <a:cubicBezTo>
                    <a:pt x="85" y="187"/>
                    <a:pt x="96" y="190"/>
                    <a:pt x="106" y="190"/>
                  </a:cubicBezTo>
                  <a:cubicBezTo>
                    <a:pt x="130" y="190"/>
                    <a:pt x="147" y="172"/>
                    <a:pt x="147" y="138"/>
                  </a:cubicBezTo>
                  <a:cubicBezTo>
                    <a:pt x="144" y="86"/>
                    <a:pt x="118" y="38"/>
                    <a:pt x="73" y="10"/>
                  </a:cubicBezTo>
                  <a:cubicBezTo>
                    <a:pt x="61" y="4"/>
                    <a:pt x="50" y="0"/>
                    <a:pt x="41" y="0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086" name="CustomShape 29"/>
            <p:cNvSpPr/>
            <p:nvPr/>
          </p:nvSpPr>
          <p:spPr>
            <a:xfrm>
              <a:off x="5576760" y="4402440"/>
              <a:ext cx="17280" cy="18360"/>
            </a:xfrm>
            <a:custGeom>
              <a:avLst/>
              <a:gdLst/>
              <a:ahLst/>
              <a:cxnLst/>
              <a:rect l="l" t="t" r="r" b="b"/>
              <a:pathLst>
                <a:path w="149" h="192">
                  <a:moveTo>
                    <a:pt x="41" y="1"/>
                  </a:moveTo>
                  <a:cubicBezTo>
                    <a:pt x="17" y="1"/>
                    <a:pt x="1" y="20"/>
                    <a:pt x="1" y="53"/>
                  </a:cubicBezTo>
                  <a:cubicBezTo>
                    <a:pt x="3" y="105"/>
                    <a:pt x="31" y="152"/>
                    <a:pt x="75" y="181"/>
                  </a:cubicBezTo>
                  <a:cubicBezTo>
                    <a:pt x="86" y="188"/>
                    <a:pt x="97" y="191"/>
                    <a:pt x="107" y="191"/>
                  </a:cubicBezTo>
                  <a:cubicBezTo>
                    <a:pt x="131" y="191"/>
                    <a:pt x="148" y="172"/>
                    <a:pt x="148" y="139"/>
                  </a:cubicBezTo>
                  <a:cubicBezTo>
                    <a:pt x="144" y="87"/>
                    <a:pt x="118" y="39"/>
                    <a:pt x="75" y="11"/>
                  </a:cubicBezTo>
                  <a:cubicBezTo>
                    <a:pt x="62" y="4"/>
                    <a:pt x="51" y="1"/>
                    <a:pt x="41" y="1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087" name="CustomShape 30"/>
            <p:cNvSpPr/>
            <p:nvPr/>
          </p:nvSpPr>
          <p:spPr>
            <a:xfrm>
              <a:off x="4746600" y="4042440"/>
              <a:ext cx="17280" cy="18360"/>
            </a:xfrm>
            <a:custGeom>
              <a:avLst/>
              <a:gdLst/>
              <a:ahLst/>
              <a:cxnLst/>
              <a:rect l="l" t="t" r="r" b="b"/>
              <a:pathLst>
                <a:path w="148" h="191">
                  <a:moveTo>
                    <a:pt x="42" y="0"/>
                  </a:moveTo>
                  <a:cubicBezTo>
                    <a:pt x="17" y="0"/>
                    <a:pt x="0" y="20"/>
                    <a:pt x="0" y="52"/>
                  </a:cubicBezTo>
                  <a:cubicBezTo>
                    <a:pt x="4" y="104"/>
                    <a:pt x="30" y="152"/>
                    <a:pt x="74" y="180"/>
                  </a:cubicBezTo>
                  <a:cubicBezTo>
                    <a:pt x="86" y="187"/>
                    <a:pt x="97" y="191"/>
                    <a:pt x="107" y="191"/>
                  </a:cubicBezTo>
                  <a:cubicBezTo>
                    <a:pt x="131" y="191"/>
                    <a:pt x="147" y="171"/>
                    <a:pt x="147" y="138"/>
                  </a:cubicBezTo>
                  <a:cubicBezTo>
                    <a:pt x="145" y="86"/>
                    <a:pt x="117" y="39"/>
                    <a:pt x="74" y="10"/>
                  </a:cubicBezTo>
                  <a:cubicBezTo>
                    <a:pt x="62" y="4"/>
                    <a:pt x="51" y="0"/>
                    <a:pt x="42" y="0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088" name="CustomShape 31"/>
            <p:cNvSpPr/>
            <p:nvPr/>
          </p:nvSpPr>
          <p:spPr>
            <a:xfrm>
              <a:off x="4789800" y="4062960"/>
              <a:ext cx="17280" cy="18360"/>
            </a:xfrm>
            <a:custGeom>
              <a:avLst/>
              <a:gdLst/>
              <a:ahLst/>
              <a:cxnLst/>
              <a:rect l="l" t="t" r="r" b="b"/>
              <a:pathLst>
                <a:path w="148" h="191">
                  <a:moveTo>
                    <a:pt x="41" y="0"/>
                  </a:moveTo>
                  <a:cubicBezTo>
                    <a:pt x="17" y="0"/>
                    <a:pt x="0" y="19"/>
                    <a:pt x="0" y="52"/>
                  </a:cubicBezTo>
                  <a:cubicBezTo>
                    <a:pt x="4" y="104"/>
                    <a:pt x="30" y="151"/>
                    <a:pt x="74" y="180"/>
                  </a:cubicBezTo>
                  <a:cubicBezTo>
                    <a:pt x="86" y="187"/>
                    <a:pt x="97" y="191"/>
                    <a:pt x="107" y="191"/>
                  </a:cubicBezTo>
                  <a:cubicBezTo>
                    <a:pt x="131" y="191"/>
                    <a:pt x="147" y="171"/>
                    <a:pt x="147" y="138"/>
                  </a:cubicBezTo>
                  <a:cubicBezTo>
                    <a:pt x="145" y="86"/>
                    <a:pt x="117" y="39"/>
                    <a:pt x="74" y="10"/>
                  </a:cubicBezTo>
                  <a:cubicBezTo>
                    <a:pt x="62" y="3"/>
                    <a:pt x="51" y="0"/>
                    <a:pt x="41" y="0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089" name="CustomShape 32"/>
            <p:cNvSpPr/>
            <p:nvPr/>
          </p:nvSpPr>
          <p:spPr>
            <a:xfrm>
              <a:off x="4832640" y="4083480"/>
              <a:ext cx="16920" cy="18360"/>
            </a:xfrm>
            <a:custGeom>
              <a:avLst/>
              <a:gdLst/>
              <a:ahLst/>
              <a:cxnLst/>
              <a:rect l="l" t="t" r="r" b="b"/>
              <a:pathLst>
                <a:path w="147" h="190">
                  <a:moveTo>
                    <a:pt x="41" y="0"/>
                  </a:moveTo>
                  <a:cubicBezTo>
                    <a:pt x="17" y="0"/>
                    <a:pt x="1" y="19"/>
                    <a:pt x="1" y="52"/>
                  </a:cubicBezTo>
                  <a:cubicBezTo>
                    <a:pt x="3" y="104"/>
                    <a:pt x="30" y="151"/>
                    <a:pt x="74" y="180"/>
                  </a:cubicBezTo>
                  <a:cubicBezTo>
                    <a:pt x="86" y="187"/>
                    <a:pt x="97" y="190"/>
                    <a:pt x="107" y="190"/>
                  </a:cubicBezTo>
                  <a:cubicBezTo>
                    <a:pt x="130" y="190"/>
                    <a:pt x="147" y="171"/>
                    <a:pt x="147" y="138"/>
                  </a:cubicBezTo>
                  <a:cubicBezTo>
                    <a:pt x="144" y="86"/>
                    <a:pt x="116" y="38"/>
                    <a:pt x="74" y="10"/>
                  </a:cubicBezTo>
                  <a:cubicBezTo>
                    <a:pt x="62" y="3"/>
                    <a:pt x="51" y="0"/>
                    <a:pt x="41" y="0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090" name="CustomShape 33"/>
            <p:cNvSpPr/>
            <p:nvPr/>
          </p:nvSpPr>
          <p:spPr>
            <a:xfrm>
              <a:off x="4875840" y="4104000"/>
              <a:ext cx="17280" cy="18360"/>
            </a:xfrm>
            <a:custGeom>
              <a:avLst/>
              <a:gdLst/>
              <a:ahLst/>
              <a:cxnLst/>
              <a:rect l="l" t="t" r="r" b="b"/>
              <a:pathLst>
                <a:path w="149" h="191">
                  <a:moveTo>
                    <a:pt x="41" y="1"/>
                  </a:moveTo>
                  <a:cubicBezTo>
                    <a:pt x="17" y="1"/>
                    <a:pt x="1" y="20"/>
                    <a:pt x="1" y="53"/>
                  </a:cubicBezTo>
                  <a:cubicBezTo>
                    <a:pt x="3" y="105"/>
                    <a:pt x="31" y="152"/>
                    <a:pt x="74" y="181"/>
                  </a:cubicBezTo>
                  <a:cubicBezTo>
                    <a:pt x="86" y="188"/>
                    <a:pt x="97" y="191"/>
                    <a:pt x="107" y="191"/>
                  </a:cubicBezTo>
                  <a:cubicBezTo>
                    <a:pt x="131" y="191"/>
                    <a:pt x="148" y="172"/>
                    <a:pt x="148" y="139"/>
                  </a:cubicBezTo>
                  <a:cubicBezTo>
                    <a:pt x="144" y="87"/>
                    <a:pt x="118" y="39"/>
                    <a:pt x="74" y="11"/>
                  </a:cubicBezTo>
                  <a:cubicBezTo>
                    <a:pt x="62" y="4"/>
                    <a:pt x="51" y="1"/>
                    <a:pt x="41" y="1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091" name="CustomShape 34"/>
            <p:cNvSpPr/>
            <p:nvPr/>
          </p:nvSpPr>
          <p:spPr>
            <a:xfrm>
              <a:off x="4918680" y="4124520"/>
              <a:ext cx="17280" cy="18360"/>
            </a:xfrm>
            <a:custGeom>
              <a:avLst/>
              <a:gdLst/>
              <a:ahLst/>
              <a:cxnLst/>
              <a:rect l="l" t="t" r="r" b="b"/>
              <a:pathLst>
                <a:path w="148" h="191">
                  <a:moveTo>
                    <a:pt x="41" y="0"/>
                  </a:moveTo>
                  <a:cubicBezTo>
                    <a:pt x="17" y="0"/>
                    <a:pt x="0" y="20"/>
                    <a:pt x="0" y="53"/>
                  </a:cubicBezTo>
                  <a:cubicBezTo>
                    <a:pt x="2" y="105"/>
                    <a:pt x="30" y="152"/>
                    <a:pt x="74" y="181"/>
                  </a:cubicBezTo>
                  <a:cubicBezTo>
                    <a:pt x="85" y="188"/>
                    <a:pt x="96" y="191"/>
                    <a:pt x="106" y="191"/>
                  </a:cubicBezTo>
                  <a:cubicBezTo>
                    <a:pt x="131" y="191"/>
                    <a:pt x="147" y="171"/>
                    <a:pt x="147" y="138"/>
                  </a:cubicBezTo>
                  <a:cubicBezTo>
                    <a:pt x="144" y="86"/>
                    <a:pt x="117" y="39"/>
                    <a:pt x="74" y="11"/>
                  </a:cubicBezTo>
                  <a:cubicBezTo>
                    <a:pt x="62" y="4"/>
                    <a:pt x="51" y="0"/>
                    <a:pt x="41" y="0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092" name="CustomShape 35"/>
            <p:cNvSpPr/>
            <p:nvPr/>
          </p:nvSpPr>
          <p:spPr>
            <a:xfrm>
              <a:off x="4961880" y="4145040"/>
              <a:ext cx="17280" cy="18360"/>
            </a:xfrm>
            <a:custGeom>
              <a:avLst/>
              <a:gdLst/>
              <a:ahLst/>
              <a:cxnLst/>
              <a:rect l="l" t="t" r="r" b="b"/>
              <a:pathLst>
                <a:path w="148" h="191">
                  <a:moveTo>
                    <a:pt x="40" y="0"/>
                  </a:moveTo>
                  <a:cubicBezTo>
                    <a:pt x="16" y="0"/>
                    <a:pt x="0" y="20"/>
                    <a:pt x="0" y="53"/>
                  </a:cubicBezTo>
                  <a:cubicBezTo>
                    <a:pt x="3" y="105"/>
                    <a:pt x="30" y="152"/>
                    <a:pt x="74" y="181"/>
                  </a:cubicBezTo>
                  <a:cubicBezTo>
                    <a:pt x="86" y="188"/>
                    <a:pt x="97" y="191"/>
                    <a:pt x="106" y="191"/>
                  </a:cubicBezTo>
                  <a:cubicBezTo>
                    <a:pt x="131" y="191"/>
                    <a:pt x="147" y="171"/>
                    <a:pt x="147" y="138"/>
                  </a:cubicBezTo>
                  <a:cubicBezTo>
                    <a:pt x="145" y="86"/>
                    <a:pt x="117" y="39"/>
                    <a:pt x="74" y="11"/>
                  </a:cubicBezTo>
                  <a:cubicBezTo>
                    <a:pt x="62" y="4"/>
                    <a:pt x="50" y="0"/>
                    <a:pt x="40" y="0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093" name="CustomShape 36"/>
            <p:cNvSpPr/>
            <p:nvPr/>
          </p:nvSpPr>
          <p:spPr>
            <a:xfrm>
              <a:off x="5004720" y="4165560"/>
              <a:ext cx="17280" cy="18360"/>
            </a:xfrm>
            <a:custGeom>
              <a:avLst/>
              <a:gdLst/>
              <a:ahLst/>
              <a:cxnLst/>
              <a:rect l="l" t="t" r="r" b="b"/>
              <a:pathLst>
                <a:path w="148" h="191">
                  <a:moveTo>
                    <a:pt x="40" y="0"/>
                  </a:moveTo>
                  <a:cubicBezTo>
                    <a:pt x="16" y="0"/>
                    <a:pt x="1" y="20"/>
                    <a:pt x="1" y="53"/>
                  </a:cubicBezTo>
                  <a:cubicBezTo>
                    <a:pt x="3" y="105"/>
                    <a:pt x="31" y="152"/>
                    <a:pt x="74" y="180"/>
                  </a:cubicBezTo>
                  <a:cubicBezTo>
                    <a:pt x="86" y="187"/>
                    <a:pt x="97" y="190"/>
                    <a:pt x="107" y="190"/>
                  </a:cubicBezTo>
                  <a:cubicBezTo>
                    <a:pt x="131" y="190"/>
                    <a:pt x="148" y="171"/>
                    <a:pt x="148" y="137"/>
                  </a:cubicBezTo>
                  <a:cubicBezTo>
                    <a:pt x="144" y="86"/>
                    <a:pt x="118" y="39"/>
                    <a:pt x="74" y="11"/>
                  </a:cubicBezTo>
                  <a:cubicBezTo>
                    <a:pt x="62" y="4"/>
                    <a:pt x="50" y="0"/>
                    <a:pt x="40" y="0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094" name="CustomShape 37"/>
            <p:cNvSpPr/>
            <p:nvPr/>
          </p:nvSpPr>
          <p:spPr>
            <a:xfrm>
              <a:off x="5047560" y="4186080"/>
              <a:ext cx="17280" cy="18360"/>
            </a:xfrm>
            <a:custGeom>
              <a:avLst/>
              <a:gdLst/>
              <a:ahLst/>
              <a:cxnLst/>
              <a:rect l="l" t="t" r="r" b="b"/>
              <a:pathLst>
                <a:path w="148" h="192">
                  <a:moveTo>
                    <a:pt x="42" y="1"/>
                  </a:moveTo>
                  <a:cubicBezTo>
                    <a:pt x="18" y="1"/>
                    <a:pt x="1" y="20"/>
                    <a:pt x="1" y="54"/>
                  </a:cubicBezTo>
                  <a:cubicBezTo>
                    <a:pt x="4" y="105"/>
                    <a:pt x="31" y="153"/>
                    <a:pt x="74" y="181"/>
                  </a:cubicBezTo>
                  <a:cubicBezTo>
                    <a:pt x="86" y="188"/>
                    <a:pt x="98" y="191"/>
                    <a:pt x="108" y="191"/>
                  </a:cubicBezTo>
                  <a:cubicBezTo>
                    <a:pt x="132" y="191"/>
                    <a:pt x="148" y="172"/>
                    <a:pt x="148" y="138"/>
                  </a:cubicBezTo>
                  <a:cubicBezTo>
                    <a:pt x="145" y="87"/>
                    <a:pt x="118" y="39"/>
                    <a:pt x="74" y="11"/>
                  </a:cubicBezTo>
                  <a:cubicBezTo>
                    <a:pt x="63" y="4"/>
                    <a:pt x="52" y="1"/>
                    <a:pt x="42" y="1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095" name="CustomShape 38"/>
            <p:cNvSpPr/>
            <p:nvPr/>
          </p:nvSpPr>
          <p:spPr>
            <a:xfrm>
              <a:off x="4745520" y="4005360"/>
              <a:ext cx="17280" cy="18360"/>
            </a:xfrm>
            <a:custGeom>
              <a:avLst/>
              <a:gdLst/>
              <a:ahLst/>
              <a:cxnLst/>
              <a:rect l="l" t="t" r="r" b="b"/>
              <a:pathLst>
                <a:path w="148" h="191">
                  <a:moveTo>
                    <a:pt x="42" y="1"/>
                  </a:moveTo>
                  <a:cubicBezTo>
                    <a:pt x="18" y="1"/>
                    <a:pt x="0" y="20"/>
                    <a:pt x="0" y="52"/>
                  </a:cubicBezTo>
                  <a:cubicBezTo>
                    <a:pt x="4" y="104"/>
                    <a:pt x="31" y="153"/>
                    <a:pt x="74" y="180"/>
                  </a:cubicBezTo>
                  <a:cubicBezTo>
                    <a:pt x="86" y="187"/>
                    <a:pt x="97" y="191"/>
                    <a:pt x="107" y="191"/>
                  </a:cubicBezTo>
                  <a:cubicBezTo>
                    <a:pt x="131" y="191"/>
                    <a:pt x="148" y="171"/>
                    <a:pt x="148" y="138"/>
                  </a:cubicBezTo>
                  <a:cubicBezTo>
                    <a:pt x="145" y="86"/>
                    <a:pt x="117" y="39"/>
                    <a:pt x="74" y="10"/>
                  </a:cubicBezTo>
                  <a:cubicBezTo>
                    <a:pt x="63" y="4"/>
                    <a:pt x="52" y="1"/>
                    <a:pt x="42" y="1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096" name="CustomShape 39"/>
            <p:cNvSpPr/>
            <p:nvPr/>
          </p:nvSpPr>
          <p:spPr>
            <a:xfrm>
              <a:off x="4788720" y="4025880"/>
              <a:ext cx="17280" cy="18360"/>
            </a:xfrm>
            <a:custGeom>
              <a:avLst/>
              <a:gdLst/>
              <a:ahLst/>
              <a:cxnLst/>
              <a:rect l="l" t="t" r="r" b="b"/>
              <a:pathLst>
                <a:path w="148" h="191">
                  <a:moveTo>
                    <a:pt x="41" y="0"/>
                  </a:moveTo>
                  <a:cubicBezTo>
                    <a:pt x="17" y="0"/>
                    <a:pt x="1" y="19"/>
                    <a:pt x="1" y="52"/>
                  </a:cubicBezTo>
                  <a:cubicBezTo>
                    <a:pt x="3" y="104"/>
                    <a:pt x="31" y="153"/>
                    <a:pt x="74" y="180"/>
                  </a:cubicBezTo>
                  <a:cubicBezTo>
                    <a:pt x="86" y="187"/>
                    <a:pt x="97" y="191"/>
                    <a:pt x="107" y="191"/>
                  </a:cubicBezTo>
                  <a:cubicBezTo>
                    <a:pt x="131" y="191"/>
                    <a:pt x="148" y="171"/>
                    <a:pt x="148" y="138"/>
                  </a:cubicBezTo>
                  <a:cubicBezTo>
                    <a:pt x="144" y="86"/>
                    <a:pt x="118" y="39"/>
                    <a:pt x="74" y="10"/>
                  </a:cubicBezTo>
                  <a:cubicBezTo>
                    <a:pt x="62" y="3"/>
                    <a:pt x="51" y="0"/>
                    <a:pt x="41" y="0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097" name="CustomShape 40"/>
            <p:cNvSpPr/>
            <p:nvPr/>
          </p:nvSpPr>
          <p:spPr>
            <a:xfrm>
              <a:off x="4831560" y="4046400"/>
              <a:ext cx="17280" cy="18360"/>
            </a:xfrm>
            <a:custGeom>
              <a:avLst/>
              <a:gdLst/>
              <a:ahLst/>
              <a:cxnLst/>
              <a:rect l="l" t="t" r="r" b="b"/>
              <a:pathLst>
                <a:path w="149" h="191">
                  <a:moveTo>
                    <a:pt x="41" y="0"/>
                  </a:moveTo>
                  <a:cubicBezTo>
                    <a:pt x="17" y="0"/>
                    <a:pt x="1" y="19"/>
                    <a:pt x="1" y="52"/>
                  </a:cubicBezTo>
                  <a:cubicBezTo>
                    <a:pt x="3" y="104"/>
                    <a:pt x="31" y="151"/>
                    <a:pt x="75" y="180"/>
                  </a:cubicBezTo>
                  <a:cubicBezTo>
                    <a:pt x="87" y="187"/>
                    <a:pt x="98" y="190"/>
                    <a:pt x="108" y="190"/>
                  </a:cubicBezTo>
                  <a:cubicBezTo>
                    <a:pt x="132" y="190"/>
                    <a:pt x="148" y="171"/>
                    <a:pt x="148" y="138"/>
                  </a:cubicBezTo>
                  <a:cubicBezTo>
                    <a:pt x="146" y="86"/>
                    <a:pt x="118" y="38"/>
                    <a:pt x="75" y="10"/>
                  </a:cubicBezTo>
                  <a:cubicBezTo>
                    <a:pt x="63" y="3"/>
                    <a:pt x="51" y="0"/>
                    <a:pt x="41" y="0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098" name="CustomShape 41"/>
            <p:cNvSpPr/>
            <p:nvPr/>
          </p:nvSpPr>
          <p:spPr>
            <a:xfrm>
              <a:off x="4874760" y="4066920"/>
              <a:ext cx="17280" cy="18360"/>
            </a:xfrm>
            <a:custGeom>
              <a:avLst/>
              <a:gdLst/>
              <a:ahLst/>
              <a:cxnLst/>
              <a:rect l="l" t="t" r="r" b="b"/>
              <a:pathLst>
                <a:path w="148" h="192">
                  <a:moveTo>
                    <a:pt x="40" y="1"/>
                  </a:moveTo>
                  <a:cubicBezTo>
                    <a:pt x="16" y="1"/>
                    <a:pt x="0" y="20"/>
                    <a:pt x="0" y="53"/>
                  </a:cubicBezTo>
                  <a:cubicBezTo>
                    <a:pt x="3" y="105"/>
                    <a:pt x="30" y="152"/>
                    <a:pt x="74" y="181"/>
                  </a:cubicBezTo>
                  <a:cubicBezTo>
                    <a:pt x="86" y="188"/>
                    <a:pt x="97" y="191"/>
                    <a:pt x="107" y="191"/>
                  </a:cubicBezTo>
                  <a:cubicBezTo>
                    <a:pt x="131" y="191"/>
                    <a:pt x="147" y="172"/>
                    <a:pt x="147" y="139"/>
                  </a:cubicBezTo>
                  <a:cubicBezTo>
                    <a:pt x="145" y="87"/>
                    <a:pt x="117" y="39"/>
                    <a:pt x="74" y="11"/>
                  </a:cubicBezTo>
                  <a:cubicBezTo>
                    <a:pt x="62" y="4"/>
                    <a:pt x="50" y="1"/>
                    <a:pt x="40" y="1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099" name="CustomShape 42"/>
            <p:cNvSpPr/>
            <p:nvPr/>
          </p:nvSpPr>
          <p:spPr>
            <a:xfrm>
              <a:off x="4917600" y="4087440"/>
              <a:ext cx="17280" cy="18360"/>
            </a:xfrm>
            <a:custGeom>
              <a:avLst/>
              <a:gdLst/>
              <a:ahLst/>
              <a:cxnLst/>
              <a:rect l="l" t="t" r="r" b="b"/>
              <a:pathLst>
                <a:path w="148" h="191">
                  <a:moveTo>
                    <a:pt x="41" y="1"/>
                  </a:moveTo>
                  <a:cubicBezTo>
                    <a:pt x="17" y="1"/>
                    <a:pt x="0" y="20"/>
                    <a:pt x="0" y="53"/>
                  </a:cubicBezTo>
                  <a:cubicBezTo>
                    <a:pt x="3" y="105"/>
                    <a:pt x="31" y="152"/>
                    <a:pt x="74" y="181"/>
                  </a:cubicBezTo>
                  <a:cubicBezTo>
                    <a:pt x="86" y="188"/>
                    <a:pt x="97" y="191"/>
                    <a:pt x="106" y="191"/>
                  </a:cubicBezTo>
                  <a:cubicBezTo>
                    <a:pt x="131" y="191"/>
                    <a:pt x="148" y="171"/>
                    <a:pt x="148" y="138"/>
                  </a:cubicBezTo>
                  <a:cubicBezTo>
                    <a:pt x="145" y="86"/>
                    <a:pt x="117" y="39"/>
                    <a:pt x="74" y="11"/>
                  </a:cubicBezTo>
                  <a:cubicBezTo>
                    <a:pt x="62" y="4"/>
                    <a:pt x="51" y="1"/>
                    <a:pt x="41" y="1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100" name="CustomShape 43"/>
            <p:cNvSpPr/>
            <p:nvPr/>
          </p:nvSpPr>
          <p:spPr>
            <a:xfrm>
              <a:off x="4960440" y="4107960"/>
              <a:ext cx="17280" cy="18360"/>
            </a:xfrm>
            <a:custGeom>
              <a:avLst/>
              <a:gdLst/>
              <a:ahLst/>
              <a:cxnLst/>
              <a:rect l="l" t="t" r="r" b="b"/>
              <a:pathLst>
                <a:path w="148" h="191">
                  <a:moveTo>
                    <a:pt x="41" y="1"/>
                  </a:moveTo>
                  <a:cubicBezTo>
                    <a:pt x="17" y="1"/>
                    <a:pt x="1" y="20"/>
                    <a:pt x="1" y="53"/>
                  </a:cubicBezTo>
                  <a:cubicBezTo>
                    <a:pt x="4" y="105"/>
                    <a:pt x="31" y="152"/>
                    <a:pt x="74" y="181"/>
                  </a:cubicBezTo>
                  <a:cubicBezTo>
                    <a:pt x="86" y="188"/>
                    <a:pt x="97" y="191"/>
                    <a:pt x="107" y="191"/>
                  </a:cubicBezTo>
                  <a:cubicBezTo>
                    <a:pt x="131" y="191"/>
                    <a:pt x="148" y="171"/>
                    <a:pt x="148" y="138"/>
                  </a:cubicBezTo>
                  <a:cubicBezTo>
                    <a:pt x="145" y="86"/>
                    <a:pt x="118" y="39"/>
                    <a:pt x="74" y="11"/>
                  </a:cubicBezTo>
                  <a:cubicBezTo>
                    <a:pt x="62" y="4"/>
                    <a:pt x="51" y="1"/>
                    <a:pt x="41" y="1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101" name="CustomShape 44"/>
            <p:cNvSpPr/>
            <p:nvPr/>
          </p:nvSpPr>
          <p:spPr>
            <a:xfrm>
              <a:off x="5003640" y="4128480"/>
              <a:ext cx="17280" cy="18360"/>
            </a:xfrm>
            <a:custGeom>
              <a:avLst/>
              <a:gdLst/>
              <a:ahLst/>
              <a:cxnLst/>
              <a:rect l="l" t="t" r="r" b="b"/>
              <a:pathLst>
                <a:path w="148" h="191">
                  <a:moveTo>
                    <a:pt x="42" y="0"/>
                  </a:moveTo>
                  <a:cubicBezTo>
                    <a:pt x="18" y="0"/>
                    <a:pt x="1" y="20"/>
                    <a:pt x="1" y="53"/>
                  </a:cubicBezTo>
                  <a:cubicBezTo>
                    <a:pt x="4" y="105"/>
                    <a:pt x="31" y="152"/>
                    <a:pt x="74" y="180"/>
                  </a:cubicBezTo>
                  <a:cubicBezTo>
                    <a:pt x="86" y="187"/>
                    <a:pt x="98" y="190"/>
                    <a:pt x="108" y="190"/>
                  </a:cubicBezTo>
                  <a:cubicBezTo>
                    <a:pt x="132" y="190"/>
                    <a:pt x="148" y="171"/>
                    <a:pt x="148" y="138"/>
                  </a:cubicBezTo>
                  <a:cubicBezTo>
                    <a:pt x="146" y="86"/>
                    <a:pt x="118" y="39"/>
                    <a:pt x="74" y="10"/>
                  </a:cubicBezTo>
                  <a:cubicBezTo>
                    <a:pt x="63" y="3"/>
                    <a:pt x="52" y="0"/>
                    <a:pt x="42" y="0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102" name="CustomShape 45"/>
            <p:cNvSpPr/>
            <p:nvPr/>
          </p:nvSpPr>
          <p:spPr>
            <a:xfrm>
              <a:off x="5046840" y="4149000"/>
              <a:ext cx="16920" cy="18360"/>
            </a:xfrm>
            <a:custGeom>
              <a:avLst/>
              <a:gdLst/>
              <a:ahLst/>
              <a:cxnLst/>
              <a:rect l="l" t="t" r="r" b="b"/>
              <a:pathLst>
                <a:path w="147" h="192">
                  <a:moveTo>
                    <a:pt x="41" y="1"/>
                  </a:moveTo>
                  <a:cubicBezTo>
                    <a:pt x="17" y="1"/>
                    <a:pt x="0" y="20"/>
                    <a:pt x="0" y="54"/>
                  </a:cubicBezTo>
                  <a:cubicBezTo>
                    <a:pt x="3" y="105"/>
                    <a:pt x="30" y="153"/>
                    <a:pt x="74" y="181"/>
                  </a:cubicBezTo>
                  <a:cubicBezTo>
                    <a:pt x="85" y="188"/>
                    <a:pt x="96" y="191"/>
                    <a:pt x="106" y="191"/>
                  </a:cubicBezTo>
                  <a:cubicBezTo>
                    <a:pt x="130" y="191"/>
                    <a:pt x="146" y="172"/>
                    <a:pt x="146" y="139"/>
                  </a:cubicBezTo>
                  <a:cubicBezTo>
                    <a:pt x="144" y="87"/>
                    <a:pt x="116" y="40"/>
                    <a:pt x="74" y="11"/>
                  </a:cubicBezTo>
                  <a:cubicBezTo>
                    <a:pt x="62" y="4"/>
                    <a:pt x="51" y="1"/>
                    <a:pt x="41" y="1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103" name="CustomShape 46"/>
            <p:cNvSpPr/>
            <p:nvPr/>
          </p:nvSpPr>
          <p:spPr>
            <a:xfrm>
              <a:off x="5102640" y="4190400"/>
              <a:ext cx="140040" cy="78840"/>
            </a:xfrm>
            <a:custGeom>
              <a:avLst/>
              <a:gdLst/>
              <a:ahLst/>
              <a:cxnLst/>
              <a:rect l="l" t="t" r="r" b="b"/>
              <a:pathLst>
                <a:path w="1186" h="811">
                  <a:moveTo>
                    <a:pt x="0" y="1"/>
                  </a:moveTo>
                  <a:lnTo>
                    <a:pt x="0" y="127"/>
                  </a:lnTo>
                  <a:lnTo>
                    <a:pt x="1184" y="810"/>
                  </a:lnTo>
                  <a:lnTo>
                    <a:pt x="1185" y="68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7FA8E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104" name="CustomShape 47"/>
            <p:cNvSpPr/>
            <p:nvPr/>
          </p:nvSpPr>
          <p:spPr>
            <a:xfrm>
              <a:off x="4636800" y="3947040"/>
              <a:ext cx="73800" cy="78480"/>
            </a:xfrm>
            <a:custGeom>
              <a:avLst/>
              <a:gdLst/>
              <a:ahLst/>
              <a:cxnLst/>
              <a:rect l="l" t="t" r="r" b="b"/>
              <a:pathLst>
                <a:path w="627" h="807">
                  <a:moveTo>
                    <a:pt x="174" y="0"/>
                  </a:moveTo>
                  <a:cubicBezTo>
                    <a:pt x="72" y="0"/>
                    <a:pt x="2" y="82"/>
                    <a:pt x="0" y="224"/>
                  </a:cubicBezTo>
                  <a:cubicBezTo>
                    <a:pt x="0" y="422"/>
                    <a:pt x="140" y="665"/>
                    <a:pt x="314" y="763"/>
                  </a:cubicBezTo>
                  <a:cubicBezTo>
                    <a:pt x="331" y="774"/>
                    <a:pt x="349" y="782"/>
                    <a:pt x="368" y="788"/>
                  </a:cubicBezTo>
                  <a:cubicBezTo>
                    <a:pt x="399" y="800"/>
                    <a:pt x="428" y="806"/>
                    <a:pt x="455" y="806"/>
                  </a:cubicBezTo>
                  <a:cubicBezTo>
                    <a:pt x="556" y="806"/>
                    <a:pt x="626" y="724"/>
                    <a:pt x="626" y="583"/>
                  </a:cubicBezTo>
                  <a:cubicBezTo>
                    <a:pt x="626" y="416"/>
                    <a:pt x="526" y="216"/>
                    <a:pt x="391" y="99"/>
                  </a:cubicBezTo>
                  <a:cubicBezTo>
                    <a:pt x="367" y="78"/>
                    <a:pt x="342" y="58"/>
                    <a:pt x="314" y="43"/>
                  </a:cubicBezTo>
                  <a:cubicBezTo>
                    <a:pt x="264" y="14"/>
                    <a:pt x="216" y="0"/>
                    <a:pt x="174" y="0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105" name="CustomShape 48"/>
            <p:cNvSpPr/>
            <p:nvPr/>
          </p:nvSpPr>
          <p:spPr>
            <a:xfrm>
              <a:off x="4653000" y="3954960"/>
              <a:ext cx="57960" cy="70560"/>
            </a:xfrm>
            <a:custGeom>
              <a:avLst/>
              <a:gdLst/>
              <a:ahLst/>
              <a:cxnLst/>
              <a:rect l="l" t="t" r="r" b="b"/>
              <a:pathLst>
                <a:path w="492" h="725">
                  <a:moveTo>
                    <a:pt x="172" y="1"/>
                  </a:moveTo>
                  <a:cubicBezTo>
                    <a:pt x="71" y="1"/>
                    <a:pt x="0" y="83"/>
                    <a:pt x="0" y="224"/>
                  </a:cubicBezTo>
                  <a:cubicBezTo>
                    <a:pt x="0" y="389"/>
                    <a:pt x="99" y="588"/>
                    <a:pt x="233" y="706"/>
                  </a:cubicBezTo>
                  <a:cubicBezTo>
                    <a:pt x="264" y="718"/>
                    <a:pt x="293" y="724"/>
                    <a:pt x="320" y="724"/>
                  </a:cubicBezTo>
                  <a:cubicBezTo>
                    <a:pt x="421" y="724"/>
                    <a:pt x="491" y="642"/>
                    <a:pt x="491" y="501"/>
                  </a:cubicBezTo>
                  <a:cubicBezTo>
                    <a:pt x="491" y="335"/>
                    <a:pt x="391" y="134"/>
                    <a:pt x="256" y="17"/>
                  </a:cubicBezTo>
                  <a:cubicBezTo>
                    <a:pt x="227" y="6"/>
                    <a:pt x="198" y="1"/>
                    <a:pt x="172" y="1"/>
                  </a:cubicBezTo>
                  <a:close/>
                </a:path>
              </a:pathLst>
            </a:custGeom>
            <a:solidFill>
              <a:srgbClr val="24415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CustomShape 1"/>
          <p:cNvSpPr/>
          <p:nvPr/>
        </p:nvSpPr>
        <p:spPr>
          <a:xfrm>
            <a:off x="2565000" y="1557000"/>
            <a:ext cx="1014480" cy="101448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07" name="CustomShape 2"/>
          <p:cNvSpPr/>
          <p:nvPr/>
        </p:nvSpPr>
        <p:spPr>
          <a:xfrm>
            <a:off x="5238720" y="1556640"/>
            <a:ext cx="1014480" cy="101448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pSp>
        <p:nvGrpSpPr>
          <p:cNvPr id="1108" name="Group 3"/>
          <p:cNvGrpSpPr/>
          <p:nvPr/>
        </p:nvGrpSpPr>
        <p:grpSpPr>
          <a:xfrm>
            <a:off x="5477760" y="1747800"/>
            <a:ext cx="536400" cy="577440"/>
            <a:chOff x="5477760" y="1747800"/>
            <a:chExt cx="536400" cy="577440"/>
          </a:xfrm>
        </p:grpSpPr>
        <p:sp>
          <p:nvSpPr>
            <p:cNvPr id="1109" name="CustomShape 4"/>
            <p:cNvSpPr/>
            <p:nvPr/>
          </p:nvSpPr>
          <p:spPr>
            <a:xfrm>
              <a:off x="5479200" y="1747800"/>
              <a:ext cx="534960" cy="577440"/>
            </a:xfrm>
            <a:custGeom>
              <a:avLst/>
              <a:gdLst/>
              <a:ahLst/>
              <a:cxnLst/>
              <a:rect l="l" t="t" r="r" b="b"/>
              <a:pathLst>
                <a:path w="13612" h="14690">
                  <a:moveTo>
                    <a:pt x="5999" y="1"/>
                  </a:moveTo>
                  <a:cubicBezTo>
                    <a:pt x="5972" y="1"/>
                    <a:pt x="5948" y="7"/>
                    <a:pt x="5927" y="19"/>
                  </a:cubicBezTo>
                  <a:lnTo>
                    <a:pt x="5798" y="93"/>
                  </a:lnTo>
                  <a:cubicBezTo>
                    <a:pt x="5749" y="122"/>
                    <a:pt x="5718" y="183"/>
                    <a:pt x="5718" y="271"/>
                  </a:cubicBezTo>
                  <a:lnTo>
                    <a:pt x="5700" y="6421"/>
                  </a:lnTo>
                  <a:cubicBezTo>
                    <a:pt x="5700" y="6596"/>
                    <a:pt x="5821" y="6806"/>
                    <a:pt x="5972" y="6895"/>
                  </a:cubicBezTo>
                  <a:cubicBezTo>
                    <a:pt x="5897" y="6854"/>
                    <a:pt x="5800" y="6834"/>
                    <a:pt x="5704" y="6834"/>
                  </a:cubicBezTo>
                  <a:cubicBezTo>
                    <a:pt x="5605" y="6834"/>
                    <a:pt x="5506" y="6856"/>
                    <a:pt x="5430" y="6900"/>
                  </a:cubicBezTo>
                  <a:lnTo>
                    <a:pt x="113" y="9991"/>
                  </a:lnTo>
                  <a:cubicBezTo>
                    <a:pt x="37" y="10034"/>
                    <a:pt x="1" y="10092"/>
                    <a:pt x="1" y="10149"/>
                  </a:cubicBezTo>
                  <a:lnTo>
                    <a:pt x="1" y="10298"/>
                  </a:lnTo>
                  <a:cubicBezTo>
                    <a:pt x="1" y="10355"/>
                    <a:pt x="39" y="10413"/>
                    <a:pt x="116" y="10458"/>
                  </a:cubicBezTo>
                  <a:lnTo>
                    <a:pt x="7327" y="14623"/>
                  </a:lnTo>
                  <a:cubicBezTo>
                    <a:pt x="7404" y="14667"/>
                    <a:pt x="7504" y="14689"/>
                    <a:pt x="7603" y="14689"/>
                  </a:cubicBezTo>
                  <a:cubicBezTo>
                    <a:pt x="7703" y="14689"/>
                    <a:pt x="7802" y="14667"/>
                    <a:pt x="7878" y="14623"/>
                  </a:cubicBezTo>
                  <a:lnTo>
                    <a:pt x="13195" y="11533"/>
                  </a:lnTo>
                  <a:cubicBezTo>
                    <a:pt x="13271" y="11489"/>
                    <a:pt x="13308" y="11432"/>
                    <a:pt x="13308" y="11373"/>
                  </a:cubicBezTo>
                  <a:lnTo>
                    <a:pt x="13308" y="11231"/>
                  </a:lnTo>
                  <a:cubicBezTo>
                    <a:pt x="13311" y="11174"/>
                    <a:pt x="13275" y="11115"/>
                    <a:pt x="13202" y="11071"/>
                  </a:cubicBezTo>
                  <a:lnTo>
                    <a:pt x="13202" y="11071"/>
                  </a:lnTo>
                  <a:cubicBezTo>
                    <a:pt x="13241" y="11091"/>
                    <a:pt x="13278" y="11101"/>
                    <a:pt x="13312" y="11101"/>
                  </a:cubicBezTo>
                  <a:cubicBezTo>
                    <a:pt x="13339" y="11101"/>
                    <a:pt x="13364" y="11094"/>
                    <a:pt x="13385" y="11082"/>
                  </a:cubicBezTo>
                  <a:lnTo>
                    <a:pt x="13385" y="11082"/>
                  </a:lnTo>
                  <a:cubicBezTo>
                    <a:pt x="13385" y="11082"/>
                    <a:pt x="13385" y="11083"/>
                    <a:pt x="13384" y="11083"/>
                  </a:cubicBezTo>
                  <a:lnTo>
                    <a:pt x="13513" y="11008"/>
                  </a:lnTo>
                  <a:cubicBezTo>
                    <a:pt x="13563" y="10979"/>
                    <a:pt x="13593" y="10917"/>
                    <a:pt x="13593" y="10831"/>
                  </a:cubicBezTo>
                  <a:lnTo>
                    <a:pt x="13612" y="4680"/>
                  </a:lnTo>
                  <a:cubicBezTo>
                    <a:pt x="13612" y="4505"/>
                    <a:pt x="13489" y="4293"/>
                    <a:pt x="13337" y="4204"/>
                  </a:cubicBezTo>
                  <a:lnTo>
                    <a:pt x="6124" y="39"/>
                  </a:lnTo>
                  <a:cubicBezTo>
                    <a:pt x="6079" y="13"/>
                    <a:pt x="6036" y="1"/>
                    <a:pt x="5999" y="1"/>
                  </a:cubicBezTo>
                  <a:close/>
                </a:path>
              </a:pathLst>
            </a:custGeom>
            <a:solidFill>
              <a:srgbClr val="605C7A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110" name="CustomShape 5"/>
            <p:cNvSpPr/>
            <p:nvPr/>
          </p:nvSpPr>
          <p:spPr>
            <a:xfrm>
              <a:off x="6005880" y="2173680"/>
              <a:ext cx="7920" cy="9720"/>
            </a:xfrm>
            <a:custGeom>
              <a:avLst/>
              <a:gdLst/>
              <a:ahLst/>
              <a:cxnLst/>
              <a:rect l="l" t="t" r="r" b="b"/>
              <a:pathLst>
                <a:path w="209" h="253">
                  <a:moveTo>
                    <a:pt x="208" y="0"/>
                  </a:moveTo>
                  <a:lnTo>
                    <a:pt x="81" y="74"/>
                  </a:lnTo>
                  <a:cubicBezTo>
                    <a:pt x="81" y="161"/>
                    <a:pt x="50" y="223"/>
                    <a:pt x="1" y="252"/>
                  </a:cubicBezTo>
                  <a:lnTo>
                    <a:pt x="128" y="177"/>
                  </a:lnTo>
                  <a:cubicBezTo>
                    <a:pt x="178" y="148"/>
                    <a:pt x="208" y="88"/>
                    <a:pt x="208" y="0"/>
                  </a:cubicBezTo>
                  <a:close/>
                </a:path>
              </a:pathLst>
            </a:custGeom>
            <a:solidFill>
              <a:srgbClr val="42589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111" name="CustomShape 6"/>
            <p:cNvSpPr/>
            <p:nvPr/>
          </p:nvSpPr>
          <p:spPr>
            <a:xfrm>
              <a:off x="6008760" y="1931760"/>
              <a:ext cx="5400" cy="244440"/>
            </a:xfrm>
            <a:custGeom>
              <a:avLst/>
              <a:gdLst/>
              <a:ahLst/>
              <a:cxnLst/>
              <a:rect l="l" t="t" r="r" b="b"/>
              <a:pathLst>
                <a:path w="147" h="6226">
                  <a:moveTo>
                    <a:pt x="147" y="1"/>
                  </a:moveTo>
                  <a:lnTo>
                    <a:pt x="18" y="76"/>
                  </a:lnTo>
                  <a:lnTo>
                    <a:pt x="1" y="6226"/>
                  </a:lnTo>
                  <a:lnTo>
                    <a:pt x="128" y="6152"/>
                  </a:lnTo>
                  <a:lnTo>
                    <a:pt x="147" y="1"/>
                  </a:lnTo>
                  <a:close/>
                </a:path>
              </a:pathLst>
            </a:custGeom>
            <a:solidFill>
              <a:srgbClr val="605C7A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112" name="CustomShape 7"/>
            <p:cNvSpPr/>
            <p:nvPr/>
          </p:nvSpPr>
          <p:spPr>
            <a:xfrm>
              <a:off x="5715000" y="1749240"/>
              <a:ext cx="288360" cy="166320"/>
            </a:xfrm>
            <a:custGeom>
              <a:avLst/>
              <a:gdLst/>
              <a:ahLst/>
              <a:cxnLst/>
              <a:rect l="l" t="t" r="r" b="b"/>
              <a:pathLst>
                <a:path w="7342" h="4240">
                  <a:moveTo>
                    <a:pt x="130" y="1"/>
                  </a:moveTo>
                  <a:lnTo>
                    <a:pt x="1" y="75"/>
                  </a:lnTo>
                  <a:lnTo>
                    <a:pt x="7214" y="4239"/>
                  </a:lnTo>
                  <a:lnTo>
                    <a:pt x="7341" y="4166"/>
                  </a:lnTo>
                  <a:lnTo>
                    <a:pt x="130" y="1"/>
                  </a:lnTo>
                  <a:close/>
                </a:path>
              </a:pathLst>
            </a:custGeom>
            <a:solidFill>
              <a:srgbClr val="A3B9E7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113" name="CustomShape 8"/>
            <p:cNvSpPr/>
            <p:nvPr/>
          </p:nvSpPr>
          <p:spPr>
            <a:xfrm>
              <a:off x="5998680" y="1913040"/>
              <a:ext cx="15480" cy="21240"/>
            </a:xfrm>
            <a:custGeom>
              <a:avLst/>
              <a:gdLst/>
              <a:ahLst/>
              <a:cxnLst/>
              <a:rect l="l" t="t" r="r" b="b"/>
              <a:pathLst>
                <a:path w="405" h="553">
                  <a:moveTo>
                    <a:pt x="128" y="1"/>
                  </a:moveTo>
                  <a:lnTo>
                    <a:pt x="1" y="74"/>
                  </a:lnTo>
                  <a:cubicBezTo>
                    <a:pt x="153" y="164"/>
                    <a:pt x="277" y="377"/>
                    <a:pt x="276" y="552"/>
                  </a:cubicBezTo>
                  <a:lnTo>
                    <a:pt x="405" y="477"/>
                  </a:lnTo>
                  <a:cubicBezTo>
                    <a:pt x="405" y="302"/>
                    <a:pt x="282" y="88"/>
                    <a:pt x="128" y="1"/>
                  </a:cubicBezTo>
                  <a:close/>
                </a:path>
              </a:pathLst>
            </a:custGeom>
            <a:solidFill>
              <a:srgbClr val="8E9ABA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114" name="CustomShape 9"/>
            <p:cNvSpPr/>
            <p:nvPr/>
          </p:nvSpPr>
          <p:spPr>
            <a:xfrm>
              <a:off x="5703480" y="1750680"/>
              <a:ext cx="306000" cy="433440"/>
            </a:xfrm>
            <a:custGeom>
              <a:avLst/>
              <a:gdLst/>
              <a:ahLst/>
              <a:cxnLst/>
              <a:rect l="l" t="t" r="r" b="b"/>
              <a:pathLst>
                <a:path w="7785" h="11026">
                  <a:moveTo>
                    <a:pt x="172" y="0"/>
                  </a:moveTo>
                  <a:cubicBezTo>
                    <a:pt x="81" y="0"/>
                    <a:pt x="18" y="72"/>
                    <a:pt x="18" y="196"/>
                  </a:cubicBezTo>
                  <a:lnTo>
                    <a:pt x="2" y="6346"/>
                  </a:lnTo>
                  <a:cubicBezTo>
                    <a:pt x="0" y="6521"/>
                    <a:pt x="123" y="6734"/>
                    <a:pt x="277" y="6823"/>
                  </a:cubicBezTo>
                  <a:lnTo>
                    <a:pt x="7489" y="10988"/>
                  </a:lnTo>
                  <a:cubicBezTo>
                    <a:pt x="7534" y="11014"/>
                    <a:pt x="7575" y="11026"/>
                    <a:pt x="7613" y="11026"/>
                  </a:cubicBezTo>
                  <a:cubicBezTo>
                    <a:pt x="7703" y="11026"/>
                    <a:pt x="7766" y="10954"/>
                    <a:pt x="7766" y="10830"/>
                  </a:cubicBezTo>
                  <a:lnTo>
                    <a:pt x="7783" y="4680"/>
                  </a:lnTo>
                  <a:cubicBezTo>
                    <a:pt x="7784" y="4505"/>
                    <a:pt x="7660" y="4292"/>
                    <a:pt x="7508" y="4202"/>
                  </a:cubicBezTo>
                  <a:lnTo>
                    <a:pt x="295" y="38"/>
                  </a:lnTo>
                  <a:cubicBezTo>
                    <a:pt x="251" y="12"/>
                    <a:pt x="209" y="0"/>
                    <a:pt x="172" y="0"/>
                  </a:cubicBez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115" name="CustomShape 10"/>
            <p:cNvSpPr/>
            <p:nvPr/>
          </p:nvSpPr>
          <p:spPr>
            <a:xfrm>
              <a:off x="5479200" y="2147040"/>
              <a:ext cx="4320" cy="11880"/>
            </a:xfrm>
            <a:custGeom>
              <a:avLst/>
              <a:gdLst/>
              <a:ahLst/>
              <a:cxnLst/>
              <a:rect l="l" t="t" r="r" b="b"/>
              <a:pathLst>
                <a:path w="117" h="310">
                  <a:moveTo>
                    <a:pt x="1" y="1"/>
                  </a:moveTo>
                  <a:lnTo>
                    <a:pt x="1" y="148"/>
                  </a:lnTo>
                  <a:cubicBezTo>
                    <a:pt x="1" y="207"/>
                    <a:pt x="39" y="265"/>
                    <a:pt x="116" y="310"/>
                  </a:cubicBezTo>
                  <a:lnTo>
                    <a:pt x="116" y="161"/>
                  </a:lnTo>
                  <a:cubicBezTo>
                    <a:pt x="39" y="118"/>
                    <a:pt x="1" y="58"/>
                    <a:pt x="1" y="1"/>
                  </a:cubicBezTo>
                  <a:close/>
                </a:path>
              </a:pathLst>
            </a:custGeom>
            <a:solidFill>
              <a:srgbClr val="A3B9E7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116" name="CustomShape 11"/>
            <p:cNvSpPr/>
            <p:nvPr/>
          </p:nvSpPr>
          <p:spPr>
            <a:xfrm>
              <a:off x="5998320" y="2189160"/>
              <a:ext cx="4320" cy="11880"/>
            </a:xfrm>
            <a:custGeom>
              <a:avLst/>
              <a:gdLst/>
              <a:ahLst/>
              <a:cxnLst/>
              <a:rect l="l" t="t" r="r" b="b"/>
              <a:pathLst>
                <a:path w="115" h="309">
                  <a:moveTo>
                    <a:pt x="114" y="1"/>
                  </a:moveTo>
                  <a:cubicBezTo>
                    <a:pt x="114" y="58"/>
                    <a:pt x="76" y="116"/>
                    <a:pt x="0" y="159"/>
                  </a:cubicBezTo>
                  <a:lnTo>
                    <a:pt x="0" y="308"/>
                  </a:lnTo>
                  <a:cubicBezTo>
                    <a:pt x="76" y="265"/>
                    <a:pt x="114" y="207"/>
                    <a:pt x="114" y="150"/>
                  </a:cubicBezTo>
                  <a:lnTo>
                    <a:pt x="114" y="1"/>
                  </a:lnTo>
                  <a:close/>
                </a:path>
              </a:pathLst>
            </a:custGeom>
            <a:solidFill>
              <a:srgbClr val="42589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117" name="CustomShape 12"/>
            <p:cNvSpPr/>
            <p:nvPr/>
          </p:nvSpPr>
          <p:spPr>
            <a:xfrm>
              <a:off x="5789160" y="2195640"/>
              <a:ext cx="208800" cy="127080"/>
            </a:xfrm>
            <a:custGeom>
              <a:avLst/>
              <a:gdLst/>
              <a:ahLst/>
              <a:cxnLst/>
              <a:rect l="l" t="t" r="r" b="b"/>
              <a:pathLst>
                <a:path w="5320" h="3239">
                  <a:moveTo>
                    <a:pt x="5319" y="0"/>
                  </a:moveTo>
                  <a:lnTo>
                    <a:pt x="2" y="3091"/>
                  </a:lnTo>
                  <a:lnTo>
                    <a:pt x="1" y="3239"/>
                  </a:lnTo>
                  <a:lnTo>
                    <a:pt x="1" y="3239"/>
                  </a:lnTo>
                  <a:lnTo>
                    <a:pt x="5319" y="149"/>
                  </a:lnTo>
                  <a:lnTo>
                    <a:pt x="5319" y="0"/>
                  </a:lnTo>
                  <a:close/>
                </a:path>
              </a:pathLst>
            </a:custGeom>
            <a:solidFill>
              <a:srgbClr val="605C7A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118" name="CustomShape 13"/>
            <p:cNvSpPr/>
            <p:nvPr/>
          </p:nvSpPr>
          <p:spPr>
            <a:xfrm>
              <a:off x="5483880" y="2153160"/>
              <a:ext cx="283320" cy="169200"/>
            </a:xfrm>
            <a:custGeom>
              <a:avLst/>
              <a:gdLst/>
              <a:ahLst/>
              <a:cxnLst/>
              <a:rect l="l" t="t" r="r" b="b"/>
              <a:pathLst>
                <a:path w="7213" h="4315">
                  <a:moveTo>
                    <a:pt x="0" y="1"/>
                  </a:moveTo>
                  <a:lnTo>
                    <a:pt x="0" y="150"/>
                  </a:lnTo>
                  <a:lnTo>
                    <a:pt x="7213" y="4315"/>
                  </a:lnTo>
                  <a:lnTo>
                    <a:pt x="7213" y="416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706B8B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119" name="CustomShape 14"/>
            <p:cNvSpPr/>
            <p:nvPr/>
          </p:nvSpPr>
          <p:spPr>
            <a:xfrm>
              <a:off x="5767560" y="2316960"/>
              <a:ext cx="21240" cy="7920"/>
            </a:xfrm>
            <a:custGeom>
              <a:avLst/>
              <a:gdLst/>
              <a:ahLst/>
              <a:cxnLst/>
              <a:rect l="l" t="t" r="r" b="b"/>
              <a:pathLst>
                <a:path w="553" h="214">
                  <a:moveTo>
                    <a:pt x="1" y="0"/>
                  </a:moveTo>
                  <a:lnTo>
                    <a:pt x="1" y="148"/>
                  </a:lnTo>
                  <a:cubicBezTo>
                    <a:pt x="78" y="191"/>
                    <a:pt x="178" y="213"/>
                    <a:pt x="277" y="213"/>
                  </a:cubicBezTo>
                  <a:cubicBezTo>
                    <a:pt x="377" y="213"/>
                    <a:pt x="476" y="191"/>
                    <a:pt x="552" y="148"/>
                  </a:cubicBezTo>
                  <a:lnTo>
                    <a:pt x="552" y="0"/>
                  </a:lnTo>
                  <a:cubicBezTo>
                    <a:pt x="476" y="44"/>
                    <a:pt x="377" y="66"/>
                    <a:pt x="277" y="66"/>
                  </a:cubicBezTo>
                  <a:cubicBezTo>
                    <a:pt x="177" y="66"/>
                    <a:pt x="77" y="44"/>
                    <a:pt x="1" y="0"/>
                  </a:cubicBezTo>
                  <a:close/>
                </a:path>
              </a:pathLst>
            </a:custGeom>
            <a:solidFill>
              <a:srgbClr val="42589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120" name="CustomShape 15"/>
            <p:cNvSpPr/>
            <p:nvPr/>
          </p:nvSpPr>
          <p:spPr>
            <a:xfrm>
              <a:off x="5477760" y="2016720"/>
              <a:ext cx="526320" cy="302760"/>
            </a:xfrm>
            <a:custGeom>
              <a:avLst/>
              <a:gdLst/>
              <a:ahLst/>
              <a:cxnLst/>
              <a:rect l="l" t="t" r="r" b="b"/>
              <a:pathLst>
                <a:path w="13388" h="7707">
                  <a:moveTo>
                    <a:pt x="5746" y="0"/>
                  </a:moveTo>
                  <a:cubicBezTo>
                    <a:pt x="5646" y="0"/>
                    <a:pt x="5546" y="22"/>
                    <a:pt x="5471" y="66"/>
                  </a:cubicBezTo>
                  <a:lnTo>
                    <a:pt x="153" y="3157"/>
                  </a:lnTo>
                  <a:cubicBezTo>
                    <a:pt x="1" y="3244"/>
                    <a:pt x="1" y="3387"/>
                    <a:pt x="154" y="3475"/>
                  </a:cubicBezTo>
                  <a:lnTo>
                    <a:pt x="7367" y="7641"/>
                  </a:lnTo>
                  <a:cubicBezTo>
                    <a:pt x="7444" y="7685"/>
                    <a:pt x="7544" y="7707"/>
                    <a:pt x="7643" y="7707"/>
                  </a:cubicBezTo>
                  <a:cubicBezTo>
                    <a:pt x="7743" y="7707"/>
                    <a:pt x="7842" y="7685"/>
                    <a:pt x="7918" y="7641"/>
                  </a:cubicBezTo>
                  <a:lnTo>
                    <a:pt x="13235" y="4550"/>
                  </a:lnTo>
                  <a:cubicBezTo>
                    <a:pt x="13388" y="4463"/>
                    <a:pt x="13386" y="4320"/>
                    <a:pt x="13234" y="4232"/>
                  </a:cubicBezTo>
                  <a:lnTo>
                    <a:pt x="6021" y="66"/>
                  </a:lnTo>
                  <a:cubicBezTo>
                    <a:pt x="5945" y="22"/>
                    <a:pt x="5845" y="0"/>
                    <a:pt x="5746" y="0"/>
                  </a:cubicBezTo>
                  <a:close/>
                </a:path>
              </a:pathLst>
            </a:custGeom>
            <a:solidFill>
              <a:srgbClr val="8E9ABA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121" name="CustomShape 16"/>
            <p:cNvSpPr/>
            <p:nvPr/>
          </p:nvSpPr>
          <p:spPr>
            <a:xfrm>
              <a:off x="5577840" y="2029680"/>
              <a:ext cx="403920" cy="232200"/>
            </a:xfrm>
            <a:custGeom>
              <a:avLst/>
              <a:gdLst/>
              <a:ahLst/>
              <a:cxnLst/>
              <a:rect l="l" t="t" r="r" b="b"/>
              <a:pathLst>
                <a:path w="10277" h="5914">
                  <a:moveTo>
                    <a:pt x="3179" y="1"/>
                  </a:moveTo>
                  <a:cubicBezTo>
                    <a:pt x="3106" y="1"/>
                    <a:pt x="3033" y="17"/>
                    <a:pt x="2978" y="49"/>
                  </a:cubicBezTo>
                  <a:lnTo>
                    <a:pt x="111" y="1715"/>
                  </a:lnTo>
                  <a:cubicBezTo>
                    <a:pt x="1" y="1779"/>
                    <a:pt x="1" y="1884"/>
                    <a:pt x="111" y="1948"/>
                  </a:cubicBezTo>
                  <a:lnTo>
                    <a:pt x="6897" y="5866"/>
                  </a:lnTo>
                  <a:cubicBezTo>
                    <a:pt x="6953" y="5898"/>
                    <a:pt x="7026" y="5914"/>
                    <a:pt x="7099" y="5914"/>
                  </a:cubicBezTo>
                  <a:cubicBezTo>
                    <a:pt x="7172" y="5914"/>
                    <a:pt x="7244" y="5898"/>
                    <a:pt x="7300" y="5866"/>
                  </a:cubicBezTo>
                  <a:lnTo>
                    <a:pt x="10166" y="4199"/>
                  </a:lnTo>
                  <a:cubicBezTo>
                    <a:pt x="10277" y="4136"/>
                    <a:pt x="10277" y="4031"/>
                    <a:pt x="10165" y="3967"/>
                  </a:cubicBezTo>
                  <a:lnTo>
                    <a:pt x="10166" y="3967"/>
                  </a:lnTo>
                  <a:lnTo>
                    <a:pt x="3381" y="49"/>
                  </a:lnTo>
                  <a:cubicBezTo>
                    <a:pt x="3324" y="17"/>
                    <a:pt x="3251" y="1"/>
                    <a:pt x="3179" y="1"/>
                  </a:cubicBezTo>
                  <a:close/>
                </a:path>
              </a:pathLst>
            </a:custGeom>
            <a:solidFill>
              <a:srgbClr val="706B8B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122" name="CustomShape 17"/>
            <p:cNvSpPr/>
            <p:nvPr/>
          </p:nvSpPr>
          <p:spPr>
            <a:xfrm>
              <a:off x="5585040" y="2158560"/>
              <a:ext cx="156240" cy="89640"/>
            </a:xfrm>
            <a:custGeom>
              <a:avLst/>
              <a:gdLst/>
              <a:ahLst/>
              <a:cxnLst/>
              <a:rect l="l" t="t" r="r" b="b"/>
              <a:pathLst>
                <a:path w="3985" h="2285">
                  <a:moveTo>
                    <a:pt x="1694" y="0"/>
                  </a:moveTo>
                  <a:cubicBezTo>
                    <a:pt x="1647" y="0"/>
                    <a:pt x="1600" y="11"/>
                    <a:pt x="1557" y="32"/>
                  </a:cubicBezTo>
                  <a:lnTo>
                    <a:pt x="76" y="894"/>
                  </a:lnTo>
                  <a:cubicBezTo>
                    <a:pt x="1" y="937"/>
                    <a:pt x="1" y="1009"/>
                    <a:pt x="76" y="1052"/>
                  </a:cubicBezTo>
                  <a:lnTo>
                    <a:pt x="2155" y="2252"/>
                  </a:lnTo>
                  <a:cubicBezTo>
                    <a:pt x="2198" y="2274"/>
                    <a:pt x="2245" y="2284"/>
                    <a:pt x="2292" y="2284"/>
                  </a:cubicBezTo>
                  <a:cubicBezTo>
                    <a:pt x="2338" y="2284"/>
                    <a:pt x="2385" y="2274"/>
                    <a:pt x="2428" y="2252"/>
                  </a:cubicBezTo>
                  <a:lnTo>
                    <a:pt x="3909" y="1392"/>
                  </a:lnTo>
                  <a:cubicBezTo>
                    <a:pt x="3984" y="1347"/>
                    <a:pt x="3984" y="1277"/>
                    <a:pt x="3909" y="1234"/>
                  </a:cubicBezTo>
                  <a:lnTo>
                    <a:pt x="1831" y="32"/>
                  </a:lnTo>
                  <a:cubicBezTo>
                    <a:pt x="1788" y="11"/>
                    <a:pt x="1741" y="0"/>
                    <a:pt x="1694" y="0"/>
                  </a:cubicBezTo>
                  <a:close/>
                </a:path>
              </a:pathLst>
            </a:custGeom>
            <a:solidFill>
              <a:srgbClr val="A3B9E7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123" name="CustomShape 18"/>
            <p:cNvSpPr/>
            <p:nvPr/>
          </p:nvSpPr>
          <p:spPr>
            <a:xfrm>
              <a:off x="5839560" y="2139840"/>
              <a:ext cx="122040" cy="76320"/>
            </a:xfrm>
            <a:custGeom>
              <a:avLst/>
              <a:gdLst/>
              <a:ahLst/>
              <a:cxnLst/>
              <a:rect l="l" t="t" r="r" b="b"/>
              <a:pathLst>
                <a:path w="3109" h="1946">
                  <a:moveTo>
                    <a:pt x="1217" y="1"/>
                  </a:moveTo>
                  <a:lnTo>
                    <a:pt x="632" y="340"/>
                  </a:lnTo>
                  <a:lnTo>
                    <a:pt x="632" y="396"/>
                  </a:lnTo>
                  <a:lnTo>
                    <a:pt x="585" y="368"/>
                  </a:lnTo>
                  <a:lnTo>
                    <a:pt x="1" y="707"/>
                  </a:lnTo>
                  <a:lnTo>
                    <a:pt x="1" y="853"/>
                  </a:lnTo>
                  <a:lnTo>
                    <a:pt x="589" y="1193"/>
                  </a:lnTo>
                  <a:lnTo>
                    <a:pt x="652" y="1156"/>
                  </a:lnTo>
                  <a:lnTo>
                    <a:pt x="652" y="1230"/>
                  </a:lnTo>
                  <a:lnTo>
                    <a:pt x="1241" y="1569"/>
                  </a:lnTo>
                  <a:lnTo>
                    <a:pt x="1304" y="1532"/>
                  </a:lnTo>
                  <a:lnTo>
                    <a:pt x="1304" y="1606"/>
                  </a:lnTo>
                  <a:lnTo>
                    <a:pt x="1892" y="1946"/>
                  </a:lnTo>
                  <a:lnTo>
                    <a:pt x="2476" y="1606"/>
                  </a:lnTo>
                  <a:lnTo>
                    <a:pt x="2476" y="1551"/>
                  </a:lnTo>
                  <a:lnTo>
                    <a:pt x="2523" y="1579"/>
                  </a:lnTo>
                  <a:lnTo>
                    <a:pt x="3107" y="1239"/>
                  </a:lnTo>
                  <a:lnTo>
                    <a:pt x="3109" y="1093"/>
                  </a:lnTo>
                  <a:lnTo>
                    <a:pt x="2520" y="754"/>
                  </a:lnTo>
                  <a:lnTo>
                    <a:pt x="2456" y="790"/>
                  </a:lnTo>
                  <a:lnTo>
                    <a:pt x="2457" y="717"/>
                  </a:lnTo>
                  <a:lnTo>
                    <a:pt x="1869" y="377"/>
                  </a:lnTo>
                  <a:lnTo>
                    <a:pt x="1804" y="414"/>
                  </a:lnTo>
                  <a:lnTo>
                    <a:pt x="1804" y="340"/>
                  </a:lnTo>
                  <a:lnTo>
                    <a:pt x="1217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124" name="CustomShape 19"/>
            <p:cNvSpPr/>
            <p:nvPr/>
          </p:nvSpPr>
          <p:spPr>
            <a:xfrm>
              <a:off x="5777640" y="2190600"/>
              <a:ext cx="97200" cy="61560"/>
            </a:xfrm>
            <a:custGeom>
              <a:avLst/>
              <a:gdLst/>
              <a:ahLst/>
              <a:cxnLst/>
              <a:rect l="l" t="t" r="r" b="b"/>
              <a:pathLst>
                <a:path w="2477" h="1577">
                  <a:moveTo>
                    <a:pt x="584" y="1"/>
                  </a:moveTo>
                  <a:lnTo>
                    <a:pt x="0" y="340"/>
                  </a:lnTo>
                  <a:lnTo>
                    <a:pt x="0" y="486"/>
                  </a:lnTo>
                  <a:lnTo>
                    <a:pt x="589" y="826"/>
                  </a:lnTo>
                  <a:lnTo>
                    <a:pt x="652" y="787"/>
                  </a:lnTo>
                  <a:lnTo>
                    <a:pt x="652" y="861"/>
                  </a:lnTo>
                  <a:lnTo>
                    <a:pt x="1240" y="1200"/>
                  </a:lnTo>
                  <a:lnTo>
                    <a:pt x="1305" y="1164"/>
                  </a:lnTo>
                  <a:lnTo>
                    <a:pt x="1305" y="1237"/>
                  </a:lnTo>
                  <a:lnTo>
                    <a:pt x="1892" y="1577"/>
                  </a:lnTo>
                  <a:lnTo>
                    <a:pt x="2477" y="1237"/>
                  </a:lnTo>
                  <a:lnTo>
                    <a:pt x="2477" y="1091"/>
                  </a:lnTo>
                  <a:lnTo>
                    <a:pt x="1952" y="789"/>
                  </a:lnTo>
                  <a:lnTo>
                    <a:pt x="2472" y="486"/>
                  </a:lnTo>
                  <a:lnTo>
                    <a:pt x="2472" y="340"/>
                  </a:lnTo>
                  <a:lnTo>
                    <a:pt x="1884" y="1"/>
                  </a:lnTo>
                  <a:lnTo>
                    <a:pt x="1300" y="340"/>
                  </a:lnTo>
                  <a:lnTo>
                    <a:pt x="1300" y="412"/>
                  </a:lnTo>
                  <a:lnTo>
                    <a:pt x="1237" y="375"/>
                  </a:lnTo>
                  <a:lnTo>
                    <a:pt x="1173" y="412"/>
                  </a:lnTo>
                  <a:lnTo>
                    <a:pt x="1173" y="340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125" name="CustomShape 20"/>
            <p:cNvSpPr/>
            <p:nvPr/>
          </p:nvSpPr>
          <p:spPr>
            <a:xfrm>
              <a:off x="5685120" y="2036160"/>
              <a:ext cx="173880" cy="106200"/>
            </a:xfrm>
            <a:custGeom>
              <a:avLst/>
              <a:gdLst/>
              <a:ahLst/>
              <a:cxnLst/>
              <a:rect l="l" t="t" r="r" b="b"/>
              <a:pathLst>
                <a:path w="4431" h="2708">
                  <a:moveTo>
                    <a:pt x="585" y="1"/>
                  </a:moveTo>
                  <a:lnTo>
                    <a:pt x="0" y="340"/>
                  </a:lnTo>
                  <a:lnTo>
                    <a:pt x="0" y="486"/>
                  </a:lnTo>
                  <a:lnTo>
                    <a:pt x="588" y="826"/>
                  </a:lnTo>
                  <a:lnTo>
                    <a:pt x="651" y="789"/>
                  </a:lnTo>
                  <a:lnTo>
                    <a:pt x="651" y="862"/>
                  </a:lnTo>
                  <a:lnTo>
                    <a:pt x="1240" y="1202"/>
                  </a:lnTo>
                  <a:lnTo>
                    <a:pt x="1304" y="1165"/>
                  </a:lnTo>
                  <a:lnTo>
                    <a:pt x="1303" y="1239"/>
                  </a:lnTo>
                  <a:lnTo>
                    <a:pt x="1891" y="1578"/>
                  </a:lnTo>
                  <a:lnTo>
                    <a:pt x="1956" y="1542"/>
                  </a:lnTo>
                  <a:lnTo>
                    <a:pt x="1956" y="1615"/>
                  </a:lnTo>
                  <a:lnTo>
                    <a:pt x="2543" y="1955"/>
                  </a:lnTo>
                  <a:lnTo>
                    <a:pt x="2607" y="1918"/>
                  </a:lnTo>
                  <a:lnTo>
                    <a:pt x="2607" y="1992"/>
                  </a:lnTo>
                  <a:lnTo>
                    <a:pt x="3194" y="2331"/>
                  </a:lnTo>
                  <a:lnTo>
                    <a:pt x="3258" y="2294"/>
                  </a:lnTo>
                  <a:lnTo>
                    <a:pt x="3258" y="2368"/>
                  </a:lnTo>
                  <a:lnTo>
                    <a:pt x="3847" y="2708"/>
                  </a:lnTo>
                  <a:lnTo>
                    <a:pt x="4431" y="2368"/>
                  </a:lnTo>
                  <a:lnTo>
                    <a:pt x="4431" y="2221"/>
                  </a:lnTo>
                  <a:lnTo>
                    <a:pt x="3842" y="1883"/>
                  </a:lnTo>
                  <a:lnTo>
                    <a:pt x="3779" y="1919"/>
                  </a:lnTo>
                  <a:lnTo>
                    <a:pt x="3779" y="1846"/>
                  </a:lnTo>
                  <a:lnTo>
                    <a:pt x="3191" y="1506"/>
                  </a:lnTo>
                  <a:lnTo>
                    <a:pt x="3128" y="1543"/>
                  </a:lnTo>
                  <a:lnTo>
                    <a:pt x="3128" y="1469"/>
                  </a:lnTo>
                  <a:lnTo>
                    <a:pt x="2539" y="1130"/>
                  </a:lnTo>
                  <a:lnTo>
                    <a:pt x="2476" y="1167"/>
                  </a:lnTo>
                  <a:lnTo>
                    <a:pt x="2476" y="1093"/>
                  </a:lnTo>
                  <a:lnTo>
                    <a:pt x="1888" y="753"/>
                  </a:lnTo>
                  <a:lnTo>
                    <a:pt x="1825" y="790"/>
                  </a:lnTo>
                  <a:lnTo>
                    <a:pt x="1825" y="717"/>
                  </a:lnTo>
                  <a:lnTo>
                    <a:pt x="1237" y="377"/>
                  </a:lnTo>
                  <a:lnTo>
                    <a:pt x="1172" y="414"/>
                  </a:lnTo>
                  <a:lnTo>
                    <a:pt x="1174" y="340"/>
                  </a:lnTo>
                  <a:lnTo>
                    <a:pt x="585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126" name="CustomShape 21"/>
            <p:cNvSpPr/>
            <p:nvPr/>
          </p:nvSpPr>
          <p:spPr>
            <a:xfrm>
              <a:off x="5598360" y="2057400"/>
              <a:ext cx="224640" cy="135720"/>
            </a:xfrm>
            <a:custGeom>
              <a:avLst/>
              <a:gdLst/>
              <a:ahLst/>
              <a:cxnLst/>
              <a:rect l="l" t="t" r="r" b="b"/>
              <a:pathLst>
                <a:path w="5725" h="3459">
                  <a:moveTo>
                    <a:pt x="1877" y="1"/>
                  </a:moveTo>
                  <a:lnTo>
                    <a:pt x="1294" y="340"/>
                  </a:lnTo>
                  <a:lnTo>
                    <a:pt x="1294" y="414"/>
                  </a:lnTo>
                  <a:lnTo>
                    <a:pt x="1231" y="377"/>
                  </a:lnTo>
                  <a:lnTo>
                    <a:pt x="648" y="717"/>
                  </a:lnTo>
                  <a:lnTo>
                    <a:pt x="648" y="789"/>
                  </a:lnTo>
                  <a:lnTo>
                    <a:pt x="585" y="753"/>
                  </a:lnTo>
                  <a:lnTo>
                    <a:pt x="1" y="1093"/>
                  </a:lnTo>
                  <a:lnTo>
                    <a:pt x="1" y="1239"/>
                  </a:lnTo>
                  <a:lnTo>
                    <a:pt x="588" y="1578"/>
                  </a:lnTo>
                  <a:lnTo>
                    <a:pt x="652" y="1542"/>
                  </a:lnTo>
                  <a:lnTo>
                    <a:pt x="652" y="1615"/>
                  </a:lnTo>
                  <a:lnTo>
                    <a:pt x="3195" y="3082"/>
                  </a:lnTo>
                  <a:lnTo>
                    <a:pt x="3259" y="3046"/>
                  </a:lnTo>
                  <a:lnTo>
                    <a:pt x="3259" y="3119"/>
                  </a:lnTo>
                  <a:lnTo>
                    <a:pt x="3846" y="3459"/>
                  </a:lnTo>
                  <a:lnTo>
                    <a:pt x="4431" y="3119"/>
                  </a:lnTo>
                  <a:lnTo>
                    <a:pt x="4431" y="3047"/>
                  </a:lnTo>
                  <a:lnTo>
                    <a:pt x="4494" y="3082"/>
                  </a:lnTo>
                  <a:lnTo>
                    <a:pt x="5077" y="2743"/>
                  </a:lnTo>
                  <a:lnTo>
                    <a:pt x="5077" y="2669"/>
                  </a:lnTo>
                  <a:lnTo>
                    <a:pt x="5140" y="2706"/>
                  </a:lnTo>
                  <a:lnTo>
                    <a:pt x="5725" y="2367"/>
                  </a:lnTo>
                  <a:lnTo>
                    <a:pt x="5725" y="2221"/>
                  </a:lnTo>
                  <a:lnTo>
                    <a:pt x="5137" y="1881"/>
                  </a:lnTo>
                  <a:lnTo>
                    <a:pt x="5072" y="1918"/>
                  </a:lnTo>
                  <a:lnTo>
                    <a:pt x="5072" y="1844"/>
                  </a:lnTo>
                  <a:lnTo>
                    <a:pt x="4485" y="1505"/>
                  </a:lnTo>
                  <a:lnTo>
                    <a:pt x="4421" y="1542"/>
                  </a:lnTo>
                  <a:lnTo>
                    <a:pt x="4421" y="1468"/>
                  </a:lnTo>
                  <a:lnTo>
                    <a:pt x="3832" y="1128"/>
                  </a:lnTo>
                  <a:lnTo>
                    <a:pt x="3769" y="1165"/>
                  </a:lnTo>
                  <a:lnTo>
                    <a:pt x="3769" y="1091"/>
                  </a:lnTo>
                  <a:lnTo>
                    <a:pt x="3181" y="752"/>
                  </a:lnTo>
                  <a:lnTo>
                    <a:pt x="3116" y="790"/>
                  </a:lnTo>
                  <a:lnTo>
                    <a:pt x="3116" y="717"/>
                  </a:lnTo>
                  <a:lnTo>
                    <a:pt x="2530" y="377"/>
                  </a:lnTo>
                  <a:lnTo>
                    <a:pt x="2465" y="414"/>
                  </a:lnTo>
                  <a:lnTo>
                    <a:pt x="2465" y="340"/>
                  </a:lnTo>
                  <a:lnTo>
                    <a:pt x="1877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127" name="CustomShape 22"/>
            <p:cNvSpPr/>
            <p:nvPr/>
          </p:nvSpPr>
          <p:spPr>
            <a:xfrm>
              <a:off x="5887800" y="2153160"/>
              <a:ext cx="22680" cy="18720"/>
            </a:xfrm>
            <a:custGeom>
              <a:avLst/>
              <a:gdLst/>
              <a:ahLst/>
              <a:cxnLst/>
              <a:rect l="l" t="t" r="r" b="b"/>
              <a:pathLst>
                <a:path w="585" h="486">
                  <a:moveTo>
                    <a:pt x="584" y="0"/>
                  </a:moveTo>
                  <a:lnTo>
                    <a:pt x="1" y="340"/>
                  </a:lnTo>
                  <a:lnTo>
                    <a:pt x="1" y="486"/>
                  </a:lnTo>
                  <a:lnTo>
                    <a:pt x="584" y="146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128" name="CustomShape 23"/>
            <p:cNvSpPr/>
            <p:nvPr/>
          </p:nvSpPr>
          <p:spPr>
            <a:xfrm>
              <a:off x="5864400" y="2153160"/>
              <a:ext cx="22680" cy="18720"/>
            </a:xfrm>
            <a:custGeom>
              <a:avLst/>
              <a:gdLst/>
              <a:ahLst/>
              <a:cxnLst/>
              <a:rect l="l" t="t" r="r" b="b"/>
              <a:pathLst>
                <a:path w="589" h="486">
                  <a:moveTo>
                    <a:pt x="0" y="0"/>
                  </a:moveTo>
                  <a:lnTo>
                    <a:pt x="0" y="146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129" name="CustomShape 24"/>
            <p:cNvSpPr/>
            <p:nvPr/>
          </p:nvSpPr>
          <p:spPr>
            <a:xfrm>
              <a:off x="5864400" y="2139840"/>
              <a:ext cx="45720" cy="26280"/>
            </a:xfrm>
            <a:custGeom>
              <a:avLst/>
              <a:gdLst/>
              <a:ahLst/>
              <a:cxnLst/>
              <a:rect l="l" t="t" r="r" b="b"/>
              <a:pathLst>
                <a:path w="1173" h="680">
                  <a:moveTo>
                    <a:pt x="585" y="1"/>
                  </a:moveTo>
                  <a:lnTo>
                    <a:pt x="0" y="340"/>
                  </a:lnTo>
                  <a:lnTo>
                    <a:pt x="589" y="680"/>
                  </a:lnTo>
                  <a:lnTo>
                    <a:pt x="1172" y="340"/>
                  </a:lnTo>
                  <a:lnTo>
                    <a:pt x="585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130" name="CustomShape 25"/>
            <p:cNvSpPr/>
            <p:nvPr/>
          </p:nvSpPr>
          <p:spPr>
            <a:xfrm>
              <a:off x="5913360" y="2167920"/>
              <a:ext cx="22680" cy="18720"/>
            </a:xfrm>
            <a:custGeom>
              <a:avLst/>
              <a:gdLst/>
              <a:ahLst/>
              <a:cxnLst/>
              <a:rect l="l" t="t" r="r" b="b"/>
              <a:pathLst>
                <a:path w="587" h="487">
                  <a:moveTo>
                    <a:pt x="586" y="1"/>
                  </a:moveTo>
                  <a:lnTo>
                    <a:pt x="1" y="340"/>
                  </a:lnTo>
                  <a:lnTo>
                    <a:pt x="1" y="486"/>
                  </a:lnTo>
                  <a:lnTo>
                    <a:pt x="585" y="147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131" name="CustomShape 26"/>
            <p:cNvSpPr/>
            <p:nvPr/>
          </p:nvSpPr>
          <p:spPr>
            <a:xfrm>
              <a:off x="5889960" y="2167920"/>
              <a:ext cx="22680" cy="18720"/>
            </a:xfrm>
            <a:custGeom>
              <a:avLst/>
              <a:gdLst/>
              <a:ahLst/>
              <a:cxnLst/>
              <a:rect l="l" t="t" r="r" b="b"/>
              <a:pathLst>
                <a:path w="589" h="487">
                  <a:moveTo>
                    <a:pt x="1" y="1"/>
                  </a:moveTo>
                  <a:lnTo>
                    <a:pt x="1" y="147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132" name="CustomShape 27"/>
            <p:cNvSpPr/>
            <p:nvPr/>
          </p:nvSpPr>
          <p:spPr>
            <a:xfrm>
              <a:off x="5889960" y="2154600"/>
              <a:ext cx="45720" cy="26280"/>
            </a:xfrm>
            <a:custGeom>
              <a:avLst/>
              <a:gdLst/>
              <a:ahLst/>
              <a:cxnLst/>
              <a:rect l="l" t="t" r="r" b="b"/>
              <a:pathLst>
                <a:path w="1175" h="680">
                  <a:moveTo>
                    <a:pt x="586" y="0"/>
                  </a:moveTo>
                  <a:lnTo>
                    <a:pt x="1" y="340"/>
                  </a:lnTo>
                  <a:lnTo>
                    <a:pt x="589" y="679"/>
                  </a:lnTo>
                  <a:lnTo>
                    <a:pt x="1174" y="340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133" name="CustomShape 28"/>
            <p:cNvSpPr/>
            <p:nvPr/>
          </p:nvSpPr>
          <p:spPr>
            <a:xfrm>
              <a:off x="5938920" y="2183040"/>
              <a:ext cx="22680" cy="18720"/>
            </a:xfrm>
            <a:custGeom>
              <a:avLst/>
              <a:gdLst/>
              <a:ahLst/>
              <a:cxnLst/>
              <a:rect l="l" t="t" r="r" b="b"/>
              <a:pathLst>
                <a:path w="586" h="486">
                  <a:moveTo>
                    <a:pt x="586" y="0"/>
                  </a:moveTo>
                  <a:lnTo>
                    <a:pt x="0" y="340"/>
                  </a:lnTo>
                  <a:lnTo>
                    <a:pt x="0" y="486"/>
                  </a:lnTo>
                  <a:lnTo>
                    <a:pt x="584" y="146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134" name="CustomShape 29"/>
            <p:cNvSpPr/>
            <p:nvPr/>
          </p:nvSpPr>
          <p:spPr>
            <a:xfrm>
              <a:off x="5915880" y="2183040"/>
              <a:ext cx="22680" cy="18720"/>
            </a:xfrm>
            <a:custGeom>
              <a:avLst/>
              <a:gdLst/>
              <a:ahLst/>
              <a:cxnLst/>
              <a:rect l="l" t="t" r="r" b="b"/>
              <a:pathLst>
                <a:path w="590" h="486">
                  <a:moveTo>
                    <a:pt x="2" y="0"/>
                  </a:moveTo>
                  <a:lnTo>
                    <a:pt x="1" y="146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135" name="CustomShape 30"/>
            <p:cNvSpPr/>
            <p:nvPr/>
          </p:nvSpPr>
          <p:spPr>
            <a:xfrm>
              <a:off x="5915880" y="2169360"/>
              <a:ext cx="45720" cy="26280"/>
            </a:xfrm>
            <a:custGeom>
              <a:avLst/>
              <a:gdLst/>
              <a:ahLst/>
              <a:cxnLst/>
              <a:rect l="l" t="t" r="r" b="b"/>
              <a:pathLst>
                <a:path w="1173" h="680">
                  <a:moveTo>
                    <a:pt x="584" y="1"/>
                  </a:moveTo>
                  <a:lnTo>
                    <a:pt x="0" y="340"/>
                  </a:lnTo>
                  <a:lnTo>
                    <a:pt x="587" y="680"/>
                  </a:lnTo>
                  <a:lnTo>
                    <a:pt x="1173" y="340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136" name="CustomShape 31"/>
            <p:cNvSpPr/>
            <p:nvPr/>
          </p:nvSpPr>
          <p:spPr>
            <a:xfrm>
              <a:off x="5862960" y="2167560"/>
              <a:ext cx="22680" cy="18720"/>
            </a:xfrm>
            <a:custGeom>
              <a:avLst/>
              <a:gdLst/>
              <a:ahLst/>
              <a:cxnLst/>
              <a:rect l="l" t="t" r="r" b="b"/>
              <a:pathLst>
                <a:path w="584" h="486">
                  <a:moveTo>
                    <a:pt x="584" y="0"/>
                  </a:moveTo>
                  <a:lnTo>
                    <a:pt x="0" y="340"/>
                  </a:lnTo>
                  <a:lnTo>
                    <a:pt x="0" y="486"/>
                  </a:lnTo>
                  <a:lnTo>
                    <a:pt x="584" y="146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137" name="CustomShape 32"/>
            <p:cNvSpPr/>
            <p:nvPr/>
          </p:nvSpPr>
          <p:spPr>
            <a:xfrm>
              <a:off x="5839560" y="2167560"/>
              <a:ext cx="22680" cy="18720"/>
            </a:xfrm>
            <a:custGeom>
              <a:avLst/>
              <a:gdLst/>
              <a:ahLst/>
              <a:cxnLst/>
              <a:rect l="l" t="t" r="r" b="b"/>
              <a:pathLst>
                <a:path w="590" h="486">
                  <a:moveTo>
                    <a:pt x="1" y="0"/>
                  </a:moveTo>
                  <a:lnTo>
                    <a:pt x="1" y="146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138" name="CustomShape 33"/>
            <p:cNvSpPr/>
            <p:nvPr/>
          </p:nvSpPr>
          <p:spPr>
            <a:xfrm>
              <a:off x="5839560" y="2154240"/>
              <a:ext cx="45720" cy="26280"/>
            </a:xfrm>
            <a:custGeom>
              <a:avLst/>
              <a:gdLst/>
              <a:ahLst/>
              <a:cxnLst/>
              <a:rect l="l" t="t" r="r" b="b"/>
              <a:pathLst>
                <a:path w="1173" h="680">
                  <a:moveTo>
                    <a:pt x="585" y="1"/>
                  </a:moveTo>
                  <a:lnTo>
                    <a:pt x="1" y="340"/>
                  </a:lnTo>
                  <a:lnTo>
                    <a:pt x="589" y="680"/>
                  </a:lnTo>
                  <a:lnTo>
                    <a:pt x="1173" y="340"/>
                  </a:lnTo>
                  <a:lnTo>
                    <a:pt x="585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139" name="CustomShape 34"/>
            <p:cNvSpPr/>
            <p:nvPr/>
          </p:nvSpPr>
          <p:spPr>
            <a:xfrm>
              <a:off x="5888520" y="2182320"/>
              <a:ext cx="22680" cy="18720"/>
            </a:xfrm>
            <a:custGeom>
              <a:avLst/>
              <a:gdLst/>
              <a:ahLst/>
              <a:cxnLst/>
              <a:rect l="l" t="t" r="r" b="b"/>
              <a:pathLst>
                <a:path w="585" h="487">
                  <a:moveTo>
                    <a:pt x="584" y="1"/>
                  </a:moveTo>
                  <a:lnTo>
                    <a:pt x="1" y="340"/>
                  </a:lnTo>
                  <a:lnTo>
                    <a:pt x="1" y="486"/>
                  </a:lnTo>
                  <a:lnTo>
                    <a:pt x="584" y="147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140" name="CustomShape 35"/>
            <p:cNvSpPr/>
            <p:nvPr/>
          </p:nvSpPr>
          <p:spPr>
            <a:xfrm>
              <a:off x="5865120" y="2182320"/>
              <a:ext cx="22680" cy="18720"/>
            </a:xfrm>
            <a:custGeom>
              <a:avLst/>
              <a:gdLst/>
              <a:ahLst/>
              <a:cxnLst/>
              <a:rect l="l" t="t" r="r" b="b"/>
              <a:pathLst>
                <a:path w="589" h="487">
                  <a:moveTo>
                    <a:pt x="0" y="1"/>
                  </a:moveTo>
                  <a:lnTo>
                    <a:pt x="0" y="147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141" name="CustomShape 36"/>
            <p:cNvSpPr/>
            <p:nvPr/>
          </p:nvSpPr>
          <p:spPr>
            <a:xfrm>
              <a:off x="5865120" y="2169000"/>
              <a:ext cx="45720" cy="26280"/>
            </a:xfrm>
            <a:custGeom>
              <a:avLst/>
              <a:gdLst/>
              <a:ahLst/>
              <a:cxnLst/>
              <a:rect l="l" t="t" r="r" b="b"/>
              <a:pathLst>
                <a:path w="1173" h="680">
                  <a:moveTo>
                    <a:pt x="584" y="0"/>
                  </a:moveTo>
                  <a:lnTo>
                    <a:pt x="0" y="340"/>
                  </a:lnTo>
                  <a:lnTo>
                    <a:pt x="589" y="679"/>
                  </a:lnTo>
                  <a:lnTo>
                    <a:pt x="1172" y="340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142" name="CustomShape 37"/>
            <p:cNvSpPr/>
            <p:nvPr/>
          </p:nvSpPr>
          <p:spPr>
            <a:xfrm>
              <a:off x="5914080" y="2197440"/>
              <a:ext cx="22680" cy="18720"/>
            </a:xfrm>
            <a:custGeom>
              <a:avLst/>
              <a:gdLst/>
              <a:ahLst/>
              <a:cxnLst/>
              <a:rect l="l" t="t" r="r" b="b"/>
              <a:pathLst>
                <a:path w="585" h="486">
                  <a:moveTo>
                    <a:pt x="585" y="0"/>
                  </a:moveTo>
                  <a:lnTo>
                    <a:pt x="1" y="340"/>
                  </a:lnTo>
                  <a:lnTo>
                    <a:pt x="1" y="486"/>
                  </a:lnTo>
                  <a:lnTo>
                    <a:pt x="585" y="146"/>
                  </a:lnTo>
                  <a:lnTo>
                    <a:pt x="585" y="0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143" name="CustomShape 38"/>
            <p:cNvSpPr/>
            <p:nvPr/>
          </p:nvSpPr>
          <p:spPr>
            <a:xfrm>
              <a:off x="5891040" y="2197440"/>
              <a:ext cx="22680" cy="18720"/>
            </a:xfrm>
            <a:custGeom>
              <a:avLst/>
              <a:gdLst/>
              <a:ahLst/>
              <a:cxnLst/>
              <a:rect l="l" t="t" r="r" b="b"/>
              <a:pathLst>
                <a:path w="589" h="486">
                  <a:moveTo>
                    <a:pt x="1" y="0"/>
                  </a:moveTo>
                  <a:lnTo>
                    <a:pt x="1" y="146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144" name="CustomShape 39"/>
            <p:cNvSpPr/>
            <p:nvPr/>
          </p:nvSpPr>
          <p:spPr>
            <a:xfrm>
              <a:off x="5891040" y="2184120"/>
              <a:ext cx="45720" cy="26280"/>
            </a:xfrm>
            <a:custGeom>
              <a:avLst/>
              <a:gdLst/>
              <a:ahLst/>
              <a:cxnLst/>
              <a:rect l="l" t="t" r="r" b="b"/>
              <a:pathLst>
                <a:path w="1173" h="680">
                  <a:moveTo>
                    <a:pt x="586" y="1"/>
                  </a:moveTo>
                  <a:lnTo>
                    <a:pt x="1" y="340"/>
                  </a:lnTo>
                  <a:lnTo>
                    <a:pt x="589" y="680"/>
                  </a:lnTo>
                  <a:lnTo>
                    <a:pt x="1173" y="3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145" name="CustomShape 40"/>
            <p:cNvSpPr/>
            <p:nvPr/>
          </p:nvSpPr>
          <p:spPr>
            <a:xfrm>
              <a:off x="5851800" y="2203920"/>
              <a:ext cx="22680" cy="18720"/>
            </a:xfrm>
            <a:custGeom>
              <a:avLst/>
              <a:gdLst/>
              <a:ahLst/>
              <a:cxnLst/>
              <a:rect l="l" t="t" r="r" b="b"/>
              <a:pathLst>
                <a:path w="586" h="486">
                  <a:moveTo>
                    <a:pt x="585" y="0"/>
                  </a:moveTo>
                  <a:lnTo>
                    <a:pt x="2" y="340"/>
                  </a:lnTo>
                  <a:lnTo>
                    <a:pt x="0" y="486"/>
                  </a:lnTo>
                  <a:lnTo>
                    <a:pt x="0" y="486"/>
                  </a:lnTo>
                  <a:lnTo>
                    <a:pt x="585" y="146"/>
                  </a:lnTo>
                  <a:lnTo>
                    <a:pt x="585" y="0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146" name="CustomShape 41"/>
            <p:cNvSpPr/>
            <p:nvPr/>
          </p:nvSpPr>
          <p:spPr>
            <a:xfrm>
              <a:off x="5828760" y="2203920"/>
              <a:ext cx="22680" cy="18720"/>
            </a:xfrm>
            <a:custGeom>
              <a:avLst/>
              <a:gdLst/>
              <a:ahLst/>
              <a:cxnLst/>
              <a:rect l="l" t="t" r="r" b="b"/>
              <a:pathLst>
                <a:path w="589" h="486">
                  <a:moveTo>
                    <a:pt x="0" y="0"/>
                  </a:moveTo>
                  <a:lnTo>
                    <a:pt x="0" y="146"/>
                  </a:lnTo>
                  <a:lnTo>
                    <a:pt x="587" y="486"/>
                  </a:lnTo>
                  <a:lnTo>
                    <a:pt x="589" y="3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147" name="CustomShape 42"/>
            <p:cNvSpPr/>
            <p:nvPr/>
          </p:nvSpPr>
          <p:spPr>
            <a:xfrm>
              <a:off x="5828760" y="2190600"/>
              <a:ext cx="45720" cy="26280"/>
            </a:xfrm>
            <a:custGeom>
              <a:avLst/>
              <a:gdLst/>
              <a:ahLst/>
              <a:cxnLst/>
              <a:rect l="l" t="t" r="r" b="b"/>
              <a:pathLst>
                <a:path w="1173" h="680">
                  <a:moveTo>
                    <a:pt x="584" y="1"/>
                  </a:moveTo>
                  <a:lnTo>
                    <a:pt x="0" y="340"/>
                  </a:lnTo>
                  <a:lnTo>
                    <a:pt x="589" y="680"/>
                  </a:lnTo>
                  <a:lnTo>
                    <a:pt x="1172" y="340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148" name="CustomShape 43"/>
            <p:cNvSpPr/>
            <p:nvPr/>
          </p:nvSpPr>
          <p:spPr>
            <a:xfrm>
              <a:off x="5800680" y="2203920"/>
              <a:ext cx="22680" cy="18720"/>
            </a:xfrm>
            <a:custGeom>
              <a:avLst/>
              <a:gdLst/>
              <a:ahLst/>
              <a:cxnLst/>
              <a:rect l="l" t="t" r="r" b="b"/>
              <a:pathLst>
                <a:path w="585" h="486">
                  <a:moveTo>
                    <a:pt x="585" y="0"/>
                  </a:moveTo>
                  <a:lnTo>
                    <a:pt x="1" y="340"/>
                  </a:lnTo>
                  <a:lnTo>
                    <a:pt x="1" y="486"/>
                  </a:lnTo>
                  <a:lnTo>
                    <a:pt x="585" y="146"/>
                  </a:lnTo>
                  <a:lnTo>
                    <a:pt x="585" y="0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149" name="CustomShape 44"/>
            <p:cNvSpPr/>
            <p:nvPr/>
          </p:nvSpPr>
          <p:spPr>
            <a:xfrm>
              <a:off x="5777640" y="2203920"/>
              <a:ext cx="22680" cy="18720"/>
            </a:xfrm>
            <a:custGeom>
              <a:avLst/>
              <a:gdLst/>
              <a:ahLst/>
              <a:cxnLst/>
              <a:rect l="l" t="t" r="r" b="b"/>
              <a:pathLst>
                <a:path w="589" h="486">
                  <a:moveTo>
                    <a:pt x="0" y="0"/>
                  </a:moveTo>
                  <a:lnTo>
                    <a:pt x="0" y="146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150" name="CustomShape 45"/>
            <p:cNvSpPr/>
            <p:nvPr/>
          </p:nvSpPr>
          <p:spPr>
            <a:xfrm>
              <a:off x="5777640" y="2190600"/>
              <a:ext cx="45720" cy="26280"/>
            </a:xfrm>
            <a:custGeom>
              <a:avLst/>
              <a:gdLst/>
              <a:ahLst/>
              <a:cxnLst/>
              <a:rect l="l" t="t" r="r" b="b"/>
              <a:pathLst>
                <a:path w="1173" h="680">
                  <a:moveTo>
                    <a:pt x="586" y="1"/>
                  </a:moveTo>
                  <a:lnTo>
                    <a:pt x="0" y="340"/>
                  </a:lnTo>
                  <a:lnTo>
                    <a:pt x="589" y="680"/>
                  </a:lnTo>
                  <a:lnTo>
                    <a:pt x="1173" y="3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151" name="CustomShape 46"/>
            <p:cNvSpPr/>
            <p:nvPr/>
          </p:nvSpPr>
          <p:spPr>
            <a:xfrm>
              <a:off x="5826240" y="2218680"/>
              <a:ext cx="22680" cy="18720"/>
            </a:xfrm>
            <a:custGeom>
              <a:avLst/>
              <a:gdLst/>
              <a:ahLst/>
              <a:cxnLst/>
              <a:rect l="l" t="t" r="r" b="b"/>
              <a:pathLst>
                <a:path w="586" h="487">
                  <a:moveTo>
                    <a:pt x="586" y="1"/>
                  </a:moveTo>
                  <a:lnTo>
                    <a:pt x="0" y="340"/>
                  </a:lnTo>
                  <a:lnTo>
                    <a:pt x="0" y="486"/>
                  </a:lnTo>
                  <a:lnTo>
                    <a:pt x="584" y="147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152" name="CustomShape 47"/>
            <p:cNvSpPr/>
            <p:nvPr/>
          </p:nvSpPr>
          <p:spPr>
            <a:xfrm>
              <a:off x="5803200" y="2218680"/>
              <a:ext cx="22680" cy="18720"/>
            </a:xfrm>
            <a:custGeom>
              <a:avLst/>
              <a:gdLst/>
              <a:ahLst/>
              <a:cxnLst/>
              <a:rect l="l" t="t" r="r" b="b"/>
              <a:pathLst>
                <a:path w="590" h="487">
                  <a:moveTo>
                    <a:pt x="1" y="1"/>
                  </a:moveTo>
                  <a:lnTo>
                    <a:pt x="1" y="147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153" name="CustomShape 48"/>
            <p:cNvSpPr/>
            <p:nvPr/>
          </p:nvSpPr>
          <p:spPr>
            <a:xfrm>
              <a:off x="5803200" y="2205360"/>
              <a:ext cx="45720" cy="26280"/>
            </a:xfrm>
            <a:custGeom>
              <a:avLst/>
              <a:gdLst/>
              <a:ahLst/>
              <a:cxnLst/>
              <a:rect l="l" t="t" r="r" b="b"/>
              <a:pathLst>
                <a:path w="1175" h="680">
                  <a:moveTo>
                    <a:pt x="586" y="0"/>
                  </a:moveTo>
                  <a:lnTo>
                    <a:pt x="1" y="340"/>
                  </a:lnTo>
                  <a:lnTo>
                    <a:pt x="589" y="679"/>
                  </a:lnTo>
                  <a:lnTo>
                    <a:pt x="1175" y="340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154" name="CustomShape 49"/>
            <p:cNvSpPr/>
            <p:nvPr/>
          </p:nvSpPr>
          <p:spPr>
            <a:xfrm>
              <a:off x="5851800" y="2233440"/>
              <a:ext cx="22680" cy="18720"/>
            </a:xfrm>
            <a:custGeom>
              <a:avLst/>
              <a:gdLst/>
              <a:ahLst/>
              <a:cxnLst/>
              <a:rect l="l" t="t" r="r" b="b"/>
              <a:pathLst>
                <a:path w="586" h="486">
                  <a:moveTo>
                    <a:pt x="586" y="0"/>
                  </a:moveTo>
                  <a:lnTo>
                    <a:pt x="1" y="340"/>
                  </a:lnTo>
                  <a:lnTo>
                    <a:pt x="1" y="486"/>
                  </a:lnTo>
                  <a:lnTo>
                    <a:pt x="584" y="146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155" name="CustomShape 50"/>
            <p:cNvSpPr/>
            <p:nvPr/>
          </p:nvSpPr>
          <p:spPr>
            <a:xfrm>
              <a:off x="5828760" y="2233440"/>
              <a:ext cx="22680" cy="18720"/>
            </a:xfrm>
            <a:custGeom>
              <a:avLst/>
              <a:gdLst/>
              <a:ahLst/>
              <a:cxnLst/>
              <a:rect l="l" t="t" r="r" b="b"/>
              <a:pathLst>
                <a:path w="589" h="486">
                  <a:moveTo>
                    <a:pt x="2" y="0"/>
                  </a:moveTo>
                  <a:lnTo>
                    <a:pt x="0" y="146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156" name="CustomShape 51"/>
            <p:cNvSpPr/>
            <p:nvPr/>
          </p:nvSpPr>
          <p:spPr>
            <a:xfrm>
              <a:off x="5828760" y="2220120"/>
              <a:ext cx="45720" cy="26280"/>
            </a:xfrm>
            <a:custGeom>
              <a:avLst/>
              <a:gdLst/>
              <a:ahLst/>
              <a:cxnLst/>
              <a:rect l="l" t="t" r="r" b="b"/>
              <a:pathLst>
                <a:path w="1173" h="680">
                  <a:moveTo>
                    <a:pt x="585" y="1"/>
                  </a:moveTo>
                  <a:lnTo>
                    <a:pt x="1" y="340"/>
                  </a:lnTo>
                  <a:lnTo>
                    <a:pt x="588" y="680"/>
                  </a:lnTo>
                  <a:lnTo>
                    <a:pt x="1173" y="340"/>
                  </a:lnTo>
                  <a:lnTo>
                    <a:pt x="585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157" name="CustomShape 52"/>
            <p:cNvSpPr/>
            <p:nvPr/>
          </p:nvSpPr>
          <p:spPr>
            <a:xfrm>
              <a:off x="5708160" y="2049840"/>
              <a:ext cx="22680" cy="18720"/>
            </a:xfrm>
            <a:custGeom>
              <a:avLst/>
              <a:gdLst/>
              <a:ahLst/>
              <a:cxnLst/>
              <a:rect l="l" t="t" r="r" b="b"/>
              <a:pathLst>
                <a:path w="586" h="486">
                  <a:moveTo>
                    <a:pt x="586" y="0"/>
                  </a:moveTo>
                  <a:lnTo>
                    <a:pt x="0" y="340"/>
                  </a:lnTo>
                  <a:lnTo>
                    <a:pt x="0" y="486"/>
                  </a:lnTo>
                  <a:lnTo>
                    <a:pt x="584" y="146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158" name="CustomShape 53"/>
            <p:cNvSpPr/>
            <p:nvPr/>
          </p:nvSpPr>
          <p:spPr>
            <a:xfrm>
              <a:off x="5685120" y="2049840"/>
              <a:ext cx="22680" cy="18720"/>
            </a:xfrm>
            <a:custGeom>
              <a:avLst/>
              <a:gdLst/>
              <a:ahLst/>
              <a:cxnLst/>
              <a:rect l="l" t="t" r="r" b="b"/>
              <a:pathLst>
                <a:path w="589" h="486">
                  <a:moveTo>
                    <a:pt x="0" y="0"/>
                  </a:moveTo>
                  <a:lnTo>
                    <a:pt x="0" y="146"/>
                  </a:lnTo>
                  <a:lnTo>
                    <a:pt x="588" y="486"/>
                  </a:lnTo>
                  <a:lnTo>
                    <a:pt x="588" y="3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159" name="CustomShape 54"/>
            <p:cNvSpPr/>
            <p:nvPr/>
          </p:nvSpPr>
          <p:spPr>
            <a:xfrm>
              <a:off x="5685120" y="2036160"/>
              <a:ext cx="45720" cy="26280"/>
            </a:xfrm>
            <a:custGeom>
              <a:avLst/>
              <a:gdLst/>
              <a:ahLst/>
              <a:cxnLst/>
              <a:rect l="l" t="t" r="r" b="b"/>
              <a:pathLst>
                <a:path w="1174" h="680">
                  <a:moveTo>
                    <a:pt x="585" y="1"/>
                  </a:moveTo>
                  <a:lnTo>
                    <a:pt x="0" y="340"/>
                  </a:lnTo>
                  <a:lnTo>
                    <a:pt x="588" y="680"/>
                  </a:lnTo>
                  <a:lnTo>
                    <a:pt x="1174" y="340"/>
                  </a:lnTo>
                  <a:lnTo>
                    <a:pt x="585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160" name="CustomShape 55"/>
            <p:cNvSpPr/>
            <p:nvPr/>
          </p:nvSpPr>
          <p:spPr>
            <a:xfrm>
              <a:off x="5733720" y="2064600"/>
              <a:ext cx="22680" cy="18720"/>
            </a:xfrm>
            <a:custGeom>
              <a:avLst/>
              <a:gdLst/>
              <a:ahLst/>
              <a:cxnLst/>
              <a:rect l="l" t="t" r="r" b="b"/>
              <a:pathLst>
                <a:path w="587" h="486">
                  <a:moveTo>
                    <a:pt x="586" y="1"/>
                  </a:moveTo>
                  <a:lnTo>
                    <a:pt x="1" y="340"/>
                  </a:lnTo>
                  <a:lnTo>
                    <a:pt x="1" y="486"/>
                  </a:lnTo>
                  <a:lnTo>
                    <a:pt x="585" y="146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161" name="CustomShape 56"/>
            <p:cNvSpPr/>
            <p:nvPr/>
          </p:nvSpPr>
          <p:spPr>
            <a:xfrm>
              <a:off x="5710680" y="2064600"/>
              <a:ext cx="22680" cy="18720"/>
            </a:xfrm>
            <a:custGeom>
              <a:avLst/>
              <a:gdLst/>
              <a:ahLst/>
              <a:cxnLst/>
              <a:rect l="l" t="t" r="r" b="b"/>
              <a:pathLst>
                <a:path w="589" h="486">
                  <a:moveTo>
                    <a:pt x="2" y="1"/>
                  </a:moveTo>
                  <a:lnTo>
                    <a:pt x="0" y="146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2" y="1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162" name="CustomShape 57"/>
            <p:cNvSpPr/>
            <p:nvPr/>
          </p:nvSpPr>
          <p:spPr>
            <a:xfrm>
              <a:off x="5710680" y="2051280"/>
              <a:ext cx="45720" cy="26280"/>
            </a:xfrm>
            <a:custGeom>
              <a:avLst/>
              <a:gdLst/>
              <a:ahLst/>
              <a:cxnLst/>
              <a:rect l="l" t="t" r="r" b="b"/>
              <a:pathLst>
                <a:path w="1174" h="680">
                  <a:moveTo>
                    <a:pt x="585" y="0"/>
                  </a:moveTo>
                  <a:lnTo>
                    <a:pt x="1" y="340"/>
                  </a:lnTo>
                  <a:lnTo>
                    <a:pt x="588" y="679"/>
                  </a:lnTo>
                  <a:lnTo>
                    <a:pt x="1173" y="340"/>
                  </a:lnTo>
                  <a:lnTo>
                    <a:pt x="585" y="0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163" name="CustomShape 58"/>
            <p:cNvSpPr/>
            <p:nvPr/>
          </p:nvSpPr>
          <p:spPr>
            <a:xfrm>
              <a:off x="5759640" y="2079360"/>
              <a:ext cx="22680" cy="18720"/>
            </a:xfrm>
            <a:custGeom>
              <a:avLst/>
              <a:gdLst/>
              <a:ahLst/>
              <a:cxnLst/>
              <a:rect l="l" t="t" r="r" b="b"/>
              <a:pathLst>
                <a:path w="586" h="487">
                  <a:moveTo>
                    <a:pt x="585" y="1"/>
                  </a:moveTo>
                  <a:lnTo>
                    <a:pt x="0" y="340"/>
                  </a:lnTo>
                  <a:lnTo>
                    <a:pt x="0" y="486"/>
                  </a:lnTo>
                  <a:lnTo>
                    <a:pt x="585" y="147"/>
                  </a:lnTo>
                  <a:lnTo>
                    <a:pt x="585" y="1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164" name="CustomShape 59"/>
            <p:cNvSpPr/>
            <p:nvPr/>
          </p:nvSpPr>
          <p:spPr>
            <a:xfrm>
              <a:off x="5736240" y="2079360"/>
              <a:ext cx="22680" cy="18720"/>
            </a:xfrm>
            <a:custGeom>
              <a:avLst/>
              <a:gdLst/>
              <a:ahLst/>
              <a:cxnLst/>
              <a:rect l="l" t="t" r="r" b="b"/>
              <a:pathLst>
                <a:path w="590" h="487">
                  <a:moveTo>
                    <a:pt x="2" y="1"/>
                  </a:moveTo>
                  <a:lnTo>
                    <a:pt x="1" y="147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2" y="1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165" name="CustomShape 60"/>
            <p:cNvSpPr/>
            <p:nvPr/>
          </p:nvSpPr>
          <p:spPr>
            <a:xfrm>
              <a:off x="5736240" y="2066040"/>
              <a:ext cx="45720" cy="26280"/>
            </a:xfrm>
            <a:custGeom>
              <a:avLst/>
              <a:gdLst/>
              <a:ahLst/>
              <a:cxnLst/>
              <a:rect l="l" t="t" r="r" b="b"/>
              <a:pathLst>
                <a:path w="1173" h="680">
                  <a:moveTo>
                    <a:pt x="584" y="0"/>
                  </a:moveTo>
                  <a:lnTo>
                    <a:pt x="0" y="340"/>
                  </a:lnTo>
                  <a:lnTo>
                    <a:pt x="587" y="679"/>
                  </a:lnTo>
                  <a:lnTo>
                    <a:pt x="1172" y="340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166" name="CustomShape 61"/>
            <p:cNvSpPr/>
            <p:nvPr/>
          </p:nvSpPr>
          <p:spPr>
            <a:xfrm>
              <a:off x="5785200" y="2094120"/>
              <a:ext cx="22680" cy="18720"/>
            </a:xfrm>
            <a:custGeom>
              <a:avLst/>
              <a:gdLst/>
              <a:ahLst/>
              <a:cxnLst/>
              <a:rect l="l" t="t" r="r" b="b"/>
              <a:pathLst>
                <a:path w="586" h="486">
                  <a:moveTo>
                    <a:pt x="586" y="0"/>
                  </a:moveTo>
                  <a:lnTo>
                    <a:pt x="2" y="340"/>
                  </a:lnTo>
                  <a:lnTo>
                    <a:pt x="1" y="486"/>
                  </a:lnTo>
                  <a:lnTo>
                    <a:pt x="586" y="146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167" name="CustomShape 62"/>
            <p:cNvSpPr/>
            <p:nvPr/>
          </p:nvSpPr>
          <p:spPr>
            <a:xfrm>
              <a:off x="5762160" y="2094120"/>
              <a:ext cx="22680" cy="18720"/>
            </a:xfrm>
            <a:custGeom>
              <a:avLst/>
              <a:gdLst/>
              <a:ahLst/>
              <a:cxnLst/>
              <a:rect l="l" t="t" r="r" b="b"/>
              <a:pathLst>
                <a:path w="590" h="486">
                  <a:moveTo>
                    <a:pt x="1" y="0"/>
                  </a:moveTo>
                  <a:lnTo>
                    <a:pt x="1" y="146"/>
                  </a:lnTo>
                  <a:lnTo>
                    <a:pt x="588" y="486"/>
                  </a:lnTo>
                  <a:lnTo>
                    <a:pt x="589" y="34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168" name="CustomShape 63"/>
            <p:cNvSpPr/>
            <p:nvPr/>
          </p:nvSpPr>
          <p:spPr>
            <a:xfrm>
              <a:off x="5762160" y="2080800"/>
              <a:ext cx="45720" cy="26280"/>
            </a:xfrm>
            <a:custGeom>
              <a:avLst/>
              <a:gdLst/>
              <a:ahLst/>
              <a:cxnLst/>
              <a:rect l="l" t="t" r="r" b="b"/>
              <a:pathLst>
                <a:path w="1173" h="680">
                  <a:moveTo>
                    <a:pt x="584" y="1"/>
                  </a:moveTo>
                  <a:lnTo>
                    <a:pt x="1" y="340"/>
                  </a:lnTo>
                  <a:lnTo>
                    <a:pt x="589" y="680"/>
                  </a:lnTo>
                  <a:lnTo>
                    <a:pt x="1173" y="340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169" name="CustomShape 64"/>
            <p:cNvSpPr/>
            <p:nvPr/>
          </p:nvSpPr>
          <p:spPr>
            <a:xfrm>
              <a:off x="5810760" y="2108880"/>
              <a:ext cx="22680" cy="18720"/>
            </a:xfrm>
            <a:custGeom>
              <a:avLst/>
              <a:gdLst/>
              <a:ahLst/>
              <a:cxnLst/>
              <a:rect l="l" t="t" r="r" b="b"/>
              <a:pathLst>
                <a:path w="587" h="487">
                  <a:moveTo>
                    <a:pt x="586" y="1"/>
                  </a:moveTo>
                  <a:lnTo>
                    <a:pt x="2" y="340"/>
                  </a:lnTo>
                  <a:lnTo>
                    <a:pt x="1" y="486"/>
                  </a:lnTo>
                  <a:lnTo>
                    <a:pt x="1" y="486"/>
                  </a:lnTo>
                  <a:lnTo>
                    <a:pt x="586" y="147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170" name="CustomShape 65"/>
            <p:cNvSpPr/>
            <p:nvPr/>
          </p:nvSpPr>
          <p:spPr>
            <a:xfrm>
              <a:off x="5787720" y="2108880"/>
              <a:ext cx="22680" cy="18720"/>
            </a:xfrm>
            <a:custGeom>
              <a:avLst/>
              <a:gdLst/>
              <a:ahLst/>
              <a:cxnLst/>
              <a:rect l="l" t="t" r="r" b="b"/>
              <a:pathLst>
                <a:path w="589" h="487">
                  <a:moveTo>
                    <a:pt x="0" y="1"/>
                  </a:moveTo>
                  <a:lnTo>
                    <a:pt x="0" y="147"/>
                  </a:lnTo>
                  <a:lnTo>
                    <a:pt x="587" y="486"/>
                  </a:lnTo>
                  <a:lnTo>
                    <a:pt x="588" y="34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171" name="CustomShape 66"/>
            <p:cNvSpPr/>
            <p:nvPr/>
          </p:nvSpPr>
          <p:spPr>
            <a:xfrm>
              <a:off x="5787720" y="2095560"/>
              <a:ext cx="45720" cy="26280"/>
            </a:xfrm>
            <a:custGeom>
              <a:avLst/>
              <a:gdLst/>
              <a:ahLst/>
              <a:cxnLst/>
              <a:rect l="l" t="t" r="r" b="b"/>
              <a:pathLst>
                <a:path w="1173" h="680">
                  <a:moveTo>
                    <a:pt x="584" y="0"/>
                  </a:moveTo>
                  <a:lnTo>
                    <a:pt x="0" y="340"/>
                  </a:lnTo>
                  <a:lnTo>
                    <a:pt x="588" y="679"/>
                  </a:lnTo>
                  <a:lnTo>
                    <a:pt x="1172" y="340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172" name="CustomShape 67"/>
            <p:cNvSpPr/>
            <p:nvPr/>
          </p:nvSpPr>
          <p:spPr>
            <a:xfrm>
              <a:off x="5836320" y="2123640"/>
              <a:ext cx="22680" cy="18720"/>
            </a:xfrm>
            <a:custGeom>
              <a:avLst/>
              <a:gdLst/>
              <a:ahLst/>
              <a:cxnLst/>
              <a:rect l="l" t="t" r="r" b="b"/>
              <a:pathLst>
                <a:path w="585" h="488">
                  <a:moveTo>
                    <a:pt x="585" y="1"/>
                  </a:moveTo>
                  <a:lnTo>
                    <a:pt x="1" y="342"/>
                  </a:lnTo>
                  <a:lnTo>
                    <a:pt x="1" y="488"/>
                  </a:lnTo>
                  <a:lnTo>
                    <a:pt x="585" y="148"/>
                  </a:lnTo>
                  <a:lnTo>
                    <a:pt x="585" y="1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173" name="CustomShape 68"/>
            <p:cNvSpPr/>
            <p:nvPr/>
          </p:nvSpPr>
          <p:spPr>
            <a:xfrm>
              <a:off x="5813280" y="2123640"/>
              <a:ext cx="22680" cy="18720"/>
            </a:xfrm>
            <a:custGeom>
              <a:avLst/>
              <a:gdLst/>
              <a:ahLst/>
              <a:cxnLst/>
              <a:rect l="l" t="t" r="r" b="b"/>
              <a:pathLst>
                <a:path w="589" h="488">
                  <a:moveTo>
                    <a:pt x="0" y="1"/>
                  </a:moveTo>
                  <a:lnTo>
                    <a:pt x="0" y="148"/>
                  </a:lnTo>
                  <a:lnTo>
                    <a:pt x="589" y="488"/>
                  </a:lnTo>
                  <a:lnTo>
                    <a:pt x="589" y="34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174" name="CustomShape 69"/>
            <p:cNvSpPr/>
            <p:nvPr/>
          </p:nvSpPr>
          <p:spPr>
            <a:xfrm>
              <a:off x="5813280" y="2110320"/>
              <a:ext cx="45720" cy="26280"/>
            </a:xfrm>
            <a:custGeom>
              <a:avLst/>
              <a:gdLst/>
              <a:ahLst/>
              <a:cxnLst/>
              <a:rect l="l" t="t" r="r" b="b"/>
              <a:pathLst>
                <a:path w="1173" h="680">
                  <a:moveTo>
                    <a:pt x="584" y="1"/>
                  </a:moveTo>
                  <a:lnTo>
                    <a:pt x="0" y="339"/>
                  </a:lnTo>
                  <a:lnTo>
                    <a:pt x="589" y="680"/>
                  </a:lnTo>
                  <a:lnTo>
                    <a:pt x="1173" y="339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175" name="CustomShape 70"/>
            <p:cNvSpPr/>
            <p:nvPr/>
          </p:nvSpPr>
          <p:spPr>
            <a:xfrm>
              <a:off x="5672160" y="2070720"/>
              <a:ext cx="22680" cy="18720"/>
            </a:xfrm>
            <a:custGeom>
              <a:avLst/>
              <a:gdLst/>
              <a:ahLst/>
              <a:cxnLst/>
              <a:rect l="l" t="t" r="r" b="b"/>
              <a:pathLst>
                <a:path w="585" h="486">
                  <a:moveTo>
                    <a:pt x="585" y="0"/>
                  </a:moveTo>
                  <a:lnTo>
                    <a:pt x="1" y="340"/>
                  </a:lnTo>
                  <a:lnTo>
                    <a:pt x="1" y="486"/>
                  </a:lnTo>
                  <a:lnTo>
                    <a:pt x="585" y="146"/>
                  </a:lnTo>
                  <a:lnTo>
                    <a:pt x="585" y="0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176" name="CustomShape 71"/>
            <p:cNvSpPr/>
            <p:nvPr/>
          </p:nvSpPr>
          <p:spPr>
            <a:xfrm>
              <a:off x="5649120" y="2070720"/>
              <a:ext cx="22680" cy="18720"/>
            </a:xfrm>
            <a:custGeom>
              <a:avLst/>
              <a:gdLst/>
              <a:ahLst/>
              <a:cxnLst/>
              <a:rect l="l" t="t" r="r" b="b"/>
              <a:pathLst>
                <a:path w="589" h="486">
                  <a:moveTo>
                    <a:pt x="0" y="0"/>
                  </a:moveTo>
                  <a:lnTo>
                    <a:pt x="0" y="146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177" name="CustomShape 72"/>
            <p:cNvSpPr/>
            <p:nvPr/>
          </p:nvSpPr>
          <p:spPr>
            <a:xfrm>
              <a:off x="5649120" y="2057400"/>
              <a:ext cx="45720" cy="26280"/>
            </a:xfrm>
            <a:custGeom>
              <a:avLst/>
              <a:gdLst/>
              <a:ahLst/>
              <a:cxnLst/>
              <a:rect l="l" t="t" r="r" b="b"/>
              <a:pathLst>
                <a:path w="1173" h="680">
                  <a:moveTo>
                    <a:pt x="584" y="1"/>
                  </a:moveTo>
                  <a:lnTo>
                    <a:pt x="0" y="340"/>
                  </a:lnTo>
                  <a:lnTo>
                    <a:pt x="589" y="680"/>
                  </a:lnTo>
                  <a:lnTo>
                    <a:pt x="1173" y="340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178" name="CustomShape 73"/>
            <p:cNvSpPr/>
            <p:nvPr/>
          </p:nvSpPr>
          <p:spPr>
            <a:xfrm>
              <a:off x="5697720" y="2085480"/>
              <a:ext cx="22680" cy="18720"/>
            </a:xfrm>
            <a:custGeom>
              <a:avLst/>
              <a:gdLst/>
              <a:ahLst/>
              <a:cxnLst/>
              <a:rect l="l" t="t" r="r" b="b"/>
              <a:pathLst>
                <a:path w="584" h="487">
                  <a:moveTo>
                    <a:pt x="584" y="1"/>
                  </a:moveTo>
                  <a:lnTo>
                    <a:pt x="0" y="339"/>
                  </a:lnTo>
                  <a:lnTo>
                    <a:pt x="0" y="486"/>
                  </a:lnTo>
                  <a:lnTo>
                    <a:pt x="584" y="147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179" name="CustomShape 74"/>
            <p:cNvSpPr/>
            <p:nvPr/>
          </p:nvSpPr>
          <p:spPr>
            <a:xfrm>
              <a:off x="5674680" y="2085480"/>
              <a:ext cx="22680" cy="18720"/>
            </a:xfrm>
            <a:custGeom>
              <a:avLst/>
              <a:gdLst/>
              <a:ahLst/>
              <a:cxnLst/>
              <a:rect l="l" t="t" r="r" b="b"/>
              <a:pathLst>
                <a:path w="590" h="487">
                  <a:moveTo>
                    <a:pt x="1" y="1"/>
                  </a:moveTo>
                  <a:lnTo>
                    <a:pt x="1" y="147"/>
                  </a:lnTo>
                  <a:lnTo>
                    <a:pt x="589" y="486"/>
                  </a:lnTo>
                  <a:lnTo>
                    <a:pt x="589" y="33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180" name="CustomShape 75"/>
            <p:cNvSpPr/>
            <p:nvPr/>
          </p:nvSpPr>
          <p:spPr>
            <a:xfrm>
              <a:off x="5674680" y="2072160"/>
              <a:ext cx="45720" cy="26280"/>
            </a:xfrm>
            <a:custGeom>
              <a:avLst/>
              <a:gdLst/>
              <a:ahLst/>
              <a:cxnLst/>
              <a:rect l="l" t="t" r="r" b="b"/>
              <a:pathLst>
                <a:path w="1173" h="678">
                  <a:moveTo>
                    <a:pt x="586" y="0"/>
                  </a:moveTo>
                  <a:lnTo>
                    <a:pt x="1" y="340"/>
                  </a:lnTo>
                  <a:lnTo>
                    <a:pt x="589" y="678"/>
                  </a:lnTo>
                  <a:lnTo>
                    <a:pt x="1173" y="340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181" name="CustomShape 76"/>
            <p:cNvSpPr/>
            <p:nvPr/>
          </p:nvSpPr>
          <p:spPr>
            <a:xfrm>
              <a:off x="5723640" y="2100240"/>
              <a:ext cx="22680" cy="18720"/>
            </a:xfrm>
            <a:custGeom>
              <a:avLst/>
              <a:gdLst/>
              <a:ahLst/>
              <a:cxnLst/>
              <a:rect l="l" t="t" r="r" b="b"/>
              <a:pathLst>
                <a:path w="586" h="486">
                  <a:moveTo>
                    <a:pt x="586" y="0"/>
                  </a:moveTo>
                  <a:lnTo>
                    <a:pt x="1" y="340"/>
                  </a:lnTo>
                  <a:lnTo>
                    <a:pt x="1" y="486"/>
                  </a:lnTo>
                  <a:lnTo>
                    <a:pt x="584" y="146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182" name="CustomShape 77"/>
            <p:cNvSpPr/>
            <p:nvPr/>
          </p:nvSpPr>
          <p:spPr>
            <a:xfrm>
              <a:off x="5700240" y="2100240"/>
              <a:ext cx="22680" cy="18720"/>
            </a:xfrm>
            <a:custGeom>
              <a:avLst/>
              <a:gdLst/>
              <a:ahLst/>
              <a:cxnLst/>
              <a:rect l="l" t="t" r="r" b="b"/>
              <a:pathLst>
                <a:path w="589" h="486">
                  <a:moveTo>
                    <a:pt x="0" y="0"/>
                  </a:moveTo>
                  <a:lnTo>
                    <a:pt x="0" y="146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183" name="CustomShape 78"/>
            <p:cNvSpPr/>
            <p:nvPr/>
          </p:nvSpPr>
          <p:spPr>
            <a:xfrm>
              <a:off x="5700240" y="2086920"/>
              <a:ext cx="45720" cy="26280"/>
            </a:xfrm>
            <a:custGeom>
              <a:avLst/>
              <a:gdLst/>
              <a:ahLst/>
              <a:cxnLst/>
              <a:rect l="l" t="t" r="r" b="b"/>
              <a:pathLst>
                <a:path w="1174" h="680">
                  <a:moveTo>
                    <a:pt x="585" y="1"/>
                  </a:moveTo>
                  <a:lnTo>
                    <a:pt x="0" y="340"/>
                  </a:lnTo>
                  <a:lnTo>
                    <a:pt x="589" y="680"/>
                  </a:lnTo>
                  <a:lnTo>
                    <a:pt x="1174" y="340"/>
                  </a:lnTo>
                  <a:lnTo>
                    <a:pt x="585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184" name="CustomShape 79"/>
            <p:cNvSpPr/>
            <p:nvPr/>
          </p:nvSpPr>
          <p:spPr>
            <a:xfrm>
              <a:off x="5749200" y="2115000"/>
              <a:ext cx="22680" cy="18720"/>
            </a:xfrm>
            <a:custGeom>
              <a:avLst/>
              <a:gdLst/>
              <a:ahLst/>
              <a:cxnLst/>
              <a:rect l="l" t="t" r="r" b="b"/>
              <a:pathLst>
                <a:path w="587" h="487">
                  <a:moveTo>
                    <a:pt x="586" y="1"/>
                  </a:moveTo>
                  <a:lnTo>
                    <a:pt x="1" y="340"/>
                  </a:lnTo>
                  <a:lnTo>
                    <a:pt x="1" y="486"/>
                  </a:lnTo>
                  <a:lnTo>
                    <a:pt x="585" y="147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185" name="CustomShape 80"/>
            <p:cNvSpPr/>
            <p:nvPr/>
          </p:nvSpPr>
          <p:spPr>
            <a:xfrm>
              <a:off x="5725800" y="2115000"/>
              <a:ext cx="22680" cy="18720"/>
            </a:xfrm>
            <a:custGeom>
              <a:avLst/>
              <a:gdLst/>
              <a:ahLst/>
              <a:cxnLst/>
              <a:rect l="l" t="t" r="r" b="b"/>
              <a:pathLst>
                <a:path w="589" h="487">
                  <a:moveTo>
                    <a:pt x="2" y="1"/>
                  </a:moveTo>
                  <a:lnTo>
                    <a:pt x="1" y="147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2" y="1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186" name="CustomShape 81"/>
            <p:cNvSpPr/>
            <p:nvPr/>
          </p:nvSpPr>
          <p:spPr>
            <a:xfrm>
              <a:off x="5726160" y="2101680"/>
              <a:ext cx="45720" cy="26280"/>
            </a:xfrm>
            <a:custGeom>
              <a:avLst/>
              <a:gdLst/>
              <a:ahLst/>
              <a:cxnLst/>
              <a:rect l="l" t="t" r="r" b="b"/>
              <a:pathLst>
                <a:path w="1173" h="680">
                  <a:moveTo>
                    <a:pt x="584" y="0"/>
                  </a:moveTo>
                  <a:lnTo>
                    <a:pt x="0" y="340"/>
                  </a:lnTo>
                  <a:lnTo>
                    <a:pt x="587" y="679"/>
                  </a:lnTo>
                  <a:lnTo>
                    <a:pt x="1172" y="340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187" name="CustomShape 82"/>
            <p:cNvSpPr/>
            <p:nvPr/>
          </p:nvSpPr>
          <p:spPr>
            <a:xfrm>
              <a:off x="5774760" y="2129760"/>
              <a:ext cx="22680" cy="18720"/>
            </a:xfrm>
            <a:custGeom>
              <a:avLst/>
              <a:gdLst/>
              <a:ahLst/>
              <a:cxnLst/>
              <a:rect l="l" t="t" r="r" b="b"/>
              <a:pathLst>
                <a:path w="586" h="486">
                  <a:moveTo>
                    <a:pt x="586" y="0"/>
                  </a:moveTo>
                  <a:lnTo>
                    <a:pt x="2" y="340"/>
                  </a:lnTo>
                  <a:lnTo>
                    <a:pt x="0" y="486"/>
                  </a:lnTo>
                  <a:lnTo>
                    <a:pt x="586" y="146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188" name="CustomShape 83"/>
            <p:cNvSpPr/>
            <p:nvPr/>
          </p:nvSpPr>
          <p:spPr>
            <a:xfrm>
              <a:off x="5751720" y="2129760"/>
              <a:ext cx="23040" cy="18720"/>
            </a:xfrm>
            <a:custGeom>
              <a:avLst/>
              <a:gdLst/>
              <a:ahLst/>
              <a:cxnLst/>
              <a:rect l="l" t="t" r="r" b="b"/>
              <a:pathLst>
                <a:path w="591" h="486">
                  <a:moveTo>
                    <a:pt x="2" y="0"/>
                  </a:moveTo>
                  <a:lnTo>
                    <a:pt x="1" y="146"/>
                  </a:lnTo>
                  <a:lnTo>
                    <a:pt x="589" y="486"/>
                  </a:lnTo>
                  <a:lnTo>
                    <a:pt x="591" y="34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189" name="CustomShape 84"/>
            <p:cNvSpPr/>
            <p:nvPr/>
          </p:nvSpPr>
          <p:spPr>
            <a:xfrm>
              <a:off x="5751720" y="2116440"/>
              <a:ext cx="45720" cy="26280"/>
            </a:xfrm>
            <a:custGeom>
              <a:avLst/>
              <a:gdLst/>
              <a:ahLst/>
              <a:cxnLst/>
              <a:rect l="l" t="t" r="r" b="b"/>
              <a:pathLst>
                <a:path w="1173" h="680">
                  <a:moveTo>
                    <a:pt x="584" y="1"/>
                  </a:moveTo>
                  <a:lnTo>
                    <a:pt x="0" y="340"/>
                  </a:lnTo>
                  <a:lnTo>
                    <a:pt x="589" y="680"/>
                  </a:lnTo>
                  <a:lnTo>
                    <a:pt x="1173" y="340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190" name="CustomShape 85"/>
            <p:cNvSpPr/>
            <p:nvPr/>
          </p:nvSpPr>
          <p:spPr>
            <a:xfrm>
              <a:off x="5800320" y="2144520"/>
              <a:ext cx="22680" cy="18720"/>
            </a:xfrm>
            <a:custGeom>
              <a:avLst/>
              <a:gdLst/>
              <a:ahLst/>
              <a:cxnLst/>
              <a:rect l="l" t="t" r="r" b="b"/>
              <a:pathLst>
                <a:path w="586" h="487">
                  <a:moveTo>
                    <a:pt x="586" y="1"/>
                  </a:moveTo>
                  <a:lnTo>
                    <a:pt x="2" y="340"/>
                  </a:lnTo>
                  <a:lnTo>
                    <a:pt x="1" y="486"/>
                  </a:lnTo>
                  <a:lnTo>
                    <a:pt x="586" y="147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191" name="CustomShape 86"/>
            <p:cNvSpPr/>
            <p:nvPr/>
          </p:nvSpPr>
          <p:spPr>
            <a:xfrm>
              <a:off x="5777280" y="2144520"/>
              <a:ext cx="22680" cy="18720"/>
            </a:xfrm>
            <a:custGeom>
              <a:avLst/>
              <a:gdLst/>
              <a:ahLst/>
              <a:cxnLst/>
              <a:rect l="l" t="t" r="r" b="b"/>
              <a:pathLst>
                <a:path w="590" h="487">
                  <a:moveTo>
                    <a:pt x="1" y="1"/>
                  </a:moveTo>
                  <a:lnTo>
                    <a:pt x="1" y="147"/>
                  </a:lnTo>
                  <a:lnTo>
                    <a:pt x="588" y="486"/>
                  </a:lnTo>
                  <a:lnTo>
                    <a:pt x="589" y="34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192" name="CustomShape 87"/>
            <p:cNvSpPr/>
            <p:nvPr/>
          </p:nvSpPr>
          <p:spPr>
            <a:xfrm>
              <a:off x="5777280" y="2131200"/>
              <a:ext cx="45720" cy="26280"/>
            </a:xfrm>
            <a:custGeom>
              <a:avLst/>
              <a:gdLst/>
              <a:ahLst/>
              <a:cxnLst/>
              <a:rect l="l" t="t" r="r" b="b"/>
              <a:pathLst>
                <a:path w="1173" h="680">
                  <a:moveTo>
                    <a:pt x="585" y="0"/>
                  </a:moveTo>
                  <a:lnTo>
                    <a:pt x="1" y="340"/>
                  </a:lnTo>
                  <a:lnTo>
                    <a:pt x="589" y="679"/>
                  </a:lnTo>
                  <a:lnTo>
                    <a:pt x="1173" y="340"/>
                  </a:lnTo>
                  <a:lnTo>
                    <a:pt x="585" y="0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193" name="CustomShape 88"/>
            <p:cNvSpPr/>
            <p:nvPr/>
          </p:nvSpPr>
          <p:spPr>
            <a:xfrm>
              <a:off x="5646600" y="2085480"/>
              <a:ext cx="22680" cy="18720"/>
            </a:xfrm>
            <a:custGeom>
              <a:avLst/>
              <a:gdLst/>
              <a:ahLst/>
              <a:cxnLst/>
              <a:rect l="l" t="t" r="r" b="b"/>
              <a:pathLst>
                <a:path w="586" h="487">
                  <a:moveTo>
                    <a:pt x="586" y="1"/>
                  </a:moveTo>
                  <a:lnTo>
                    <a:pt x="2" y="339"/>
                  </a:lnTo>
                  <a:lnTo>
                    <a:pt x="0" y="486"/>
                  </a:lnTo>
                  <a:lnTo>
                    <a:pt x="586" y="147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194" name="CustomShape 89"/>
            <p:cNvSpPr/>
            <p:nvPr/>
          </p:nvSpPr>
          <p:spPr>
            <a:xfrm>
              <a:off x="5623560" y="2085480"/>
              <a:ext cx="22680" cy="18720"/>
            </a:xfrm>
            <a:custGeom>
              <a:avLst/>
              <a:gdLst/>
              <a:ahLst/>
              <a:cxnLst/>
              <a:rect l="l" t="t" r="r" b="b"/>
              <a:pathLst>
                <a:path w="590" h="487">
                  <a:moveTo>
                    <a:pt x="1" y="1"/>
                  </a:moveTo>
                  <a:lnTo>
                    <a:pt x="1" y="147"/>
                  </a:lnTo>
                  <a:lnTo>
                    <a:pt x="587" y="486"/>
                  </a:lnTo>
                  <a:lnTo>
                    <a:pt x="589" y="33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195" name="CustomShape 90"/>
            <p:cNvSpPr/>
            <p:nvPr/>
          </p:nvSpPr>
          <p:spPr>
            <a:xfrm>
              <a:off x="5623560" y="2072160"/>
              <a:ext cx="45720" cy="26280"/>
            </a:xfrm>
            <a:custGeom>
              <a:avLst/>
              <a:gdLst/>
              <a:ahLst/>
              <a:cxnLst/>
              <a:rect l="l" t="t" r="r" b="b"/>
              <a:pathLst>
                <a:path w="1173" h="678">
                  <a:moveTo>
                    <a:pt x="584" y="0"/>
                  </a:moveTo>
                  <a:lnTo>
                    <a:pt x="1" y="340"/>
                  </a:lnTo>
                  <a:lnTo>
                    <a:pt x="589" y="678"/>
                  </a:lnTo>
                  <a:lnTo>
                    <a:pt x="1173" y="340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196" name="CustomShape 91"/>
            <p:cNvSpPr/>
            <p:nvPr/>
          </p:nvSpPr>
          <p:spPr>
            <a:xfrm>
              <a:off x="5672160" y="2100240"/>
              <a:ext cx="22680" cy="18720"/>
            </a:xfrm>
            <a:custGeom>
              <a:avLst/>
              <a:gdLst/>
              <a:ahLst/>
              <a:cxnLst/>
              <a:rect l="l" t="t" r="r" b="b"/>
              <a:pathLst>
                <a:path w="587" h="486">
                  <a:moveTo>
                    <a:pt x="586" y="0"/>
                  </a:moveTo>
                  <a:lnTo>
                    <a:pt x="2" y="340"/>
                  </a:lnTo>
                  <a:lnTo>
                    <a:pt x="1" y="486"/>
                  </a:lnTo>
                  <a:lnTo>
                    <a:pt x="586" y="146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197" name="CustomShape 92"/>
            <p:cNvSpPr/>
            <p:nvPr/>
          </p:nvSpPr>
          <p:spPr>
            <a:xfrm>
              <a:off x="5649120" y="2100240"/>
              <a:ext cx="22680" cy="18720"/>
            </a:xfrm>
            <a:custGeom>
              <a:avLst/>
              <a:gdLst/>
              <a:ahLst/>
              <a:cxnLst/>
              <a:rect l="l" t="t" r="r" b="b"/>
              <a:pathLst>
                <a:path w="589" h="486">
                  <a:moveTo>
                    <a:pt x="0" y="0"/>
                  </a:moveTo>
                  <a:lnTo>
                    <a:pt x="0" y="146"/>
                  </a:lnTo>
                  <a:lnTo>
                    <a:pt x="587" y="486"/>
                  </a:lnTo>
                  <a:lnTo>
                    <a:pt x="588" y="3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198" name="CustomShape 93"/>
            <p:cNvSpPr/>
            <p:nvPr/>
          </p:nvSpPr>
          <p:spPr>
            <a:xfrm>
              <a:off x="5649120" y="2086920"/>
              <a:ext cx="45720" cy="26280"/>
            </a:xfrm>
            <a:custGeom>
              <a:avLst/>
              <a:gdLst/>
              <a:ahLst/>
              <a:cxnLst/>
              <a:rect l="l" t="t" r="r" b="b"/>
              <a:pathLst>
                <a:path w="1173" h="680">
                  <a:moveTo>
                    <a:pt x="584" y="1"/>
                  </a:moveTo>
                  <a:lnTo>
                    <a:pt x="0" y="340"/>
                  </a:lnTo>
                  <a:lnTo>
                    <a:pt x="588" y="680"/>
                  </a:lnTo>
                  <a:lnTo>
                    <a:pt x="1172" y="340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199" name="CustomShape 94"/>
            <p:cNvSpPr/>
            <p:nvPr/>
          </p:nvSpPr>
          <p:spPr>
            <a:xfrm>
              <a:off x="5698080" y="2115000"/>
              <a:ext cx="22680" cy="18720"/>
            </a:xfrm>
            <a:custGeom>
              <a:avLst/>
              <a:gdLst/>
              <a:ahLst/>
              <a:cxnLst/>
              <a:rect l="l" t="t" r="r" b="b"/>
              <a:pathLst>
                <a:path w="585" h="487">
                  <a:moveTo>
                    <a:pt x="585" y="1"/>
                  </a:moveTo>
                  <a:lnTo>
                    <a:pt x="1" y="340"/>
                  </a:lnTo>
                  <a:lnTo>
                    <a:pt x="1" y="486"/>
                  </a:lnTo>
                  <a:lnTo>
                    <a:pt x="585" y="147"/>
                  </a:lnTo>
                  <a:lnTo>
                    <a:pt x="585" y="1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200" name="CustomShape 95"/>
            <p:cNvSpPr/>
            <p:nvPr/>
          </p:nvSpPr>
          <p:spPr>
            <a:xfrm>
              <a:off x="5675040" y="2115000"/>
              <a:ext cx="22680" cy="18720"/>
            </a:xfrm>
            <a:custGeom>
              <a:avLst/>
              <a:gdLst/>
              <a:ahLst/>
              <a:cxnLst/>
              <a:rect l="l" t="t" r="r" b="b"/>
              <a:pathLst>
                <a:path w="589" h="487">
                  <a:moveTo>
                    <a:pt x="0" y="1"/>
                  </a:moveTo>
                  <a:lnTo>
                    <a:pt x="0" y="147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201" name="CustomShape 96"/>
            <p:cNvSpPr/>
            <p:nvPr/>
          </p:nvSpPr>
          <p:spPr>
            <a:xfrm>
              <a:off x="5675040" y="2101680"/>
              <a:ext cx="45720" cy="26280"/>
            </a:xfrm>
            <a:custGeom>
              <a:avLst/>
              <a:gdLst/>
              <a:ahLst/>
              <a:cxnLst/>
              <a:rect l="l" t="t" r="r" b="b"/>
              <a:pathLst>
                <a:path w="1173" h="680">
                  <a:moveTo>
                    <a:pt x="584" y="0"/>
                  </a:moveTo>
                  <a:lnTo>
                    <a:pt x="0" y="340"/>
                  </a:lnTo>
                  <a:lnTo>
                    <a:pt x="589" y="679"/>
                  </a:lnTo>
                  <a:lnTo>
                    <a:pt x="1173" y="340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202" name="CustomShape 97"/>
            <p:cNvSpPr/>
            <p:nvPr/>
          </p:nvSpPr>
          <p:spPr>
            <a:xfrm>
              <a:off x="5723640" y="2129760"/>
              <a:ext cx="22680" cy="18720"/>
            </a:xfrm>
            <a:custGeom>
              <a:avLst/>
              <a:gdLst/>
              <a:ahLst/>
              <a:cxnLst/>
              <a:rect l="l" t="t" r="r" b="b"/>
              <a:pathLst>
                <a:path w="584" h="486">
                  <a:moveTo>
                    <a:pt x="584" y="0"/>
                  </a:moveTo>
                  <a:lnTo>
                    <a:pt x="0" y="340"/>
                  </a:lnTo>
                  <a:lnTo>
                    <a:pt x="0" y="486"/>
                  </a:lnTo>
                  <a:lnTo>
                    <a:pt x="584" y="146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203" name="CustomShape 98"/>
            <p:cNvSpPr/>
            <p:nvPr/>
          </p:nvSpPr>
          <p:spPr>
            <a:xfrm>
              <a:off x="5700600" y="2129760"/>
              <a:ext cx="22680" cy="18720"/>
            </a:xfrm>
            <a:custGeom>
              <a:avLst/>
              <a:gdLst/>
              <a:ahLst/>
              <a:cxnLst/>
              <a:rect l="l" t="t" r="r" b="b"/>
              <a:pathLst>
                <a:path w="590" h="486">
                  <a:moveTo>
                    <a:pt x="1" y="0"/>
                  </a:moveTo>
                  <a:lnTo>
                    <a:pt x="1" y="146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204" name="CustomShape 99"/>
            <p:cNvSpPr/>
            <p:nvPr/>
          </p:nvSpPr>
          <p:spPr>
            <a:xfrm>
              <a:off x="5700600" y="2116440"/>
              <a:ext cx="45720" cy="26280"/>
            </a:xfrm>
            <a:custGeom>
              <a:avLst/>
              <a:gdLst/>
              <a:ahLst/>
              <a:cxnLst/>
              <a:rect l="l" t="t" r="r" b="b"/>
              <a:pathLst>
                <a:path w="1173" h="680">
                  <a:moveTo>
                    <a:pt x="586" y="1"/>
                  </a:moveTo>
                  <a:lnTo>
                    <a:pt x="1" y="340"/>
                  </a:lnTo>
                  <a:lnTo>
                    <a:pt x="589" y="680"/>
                  </a:lnTo>
                  <a:lnTo>
                    <a:pt x="1173" y="3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205" name="CustomShape 100"/>
            <p:cNvSpPr/>
            <p:nvPr/>
          </p:nvSpPr>
          <p:spPr>
            <a:xfrm>
              <a:off x="5749200" y="2144520"/>
              <a:ext cx="22680" cy="18720"/>
            </a:xfrm>
            <a:custGeom>
              <a:avLst/>
              <a:gdLst/>
              <a:ahLst/>
              <a:cxnLst/>
              <a:rect l="l" t="t" r="r" b="b"/>
              <a:pathLst>
                <a:path w="585" h="487">
                  <a:moveTo>
                    <a:pt x="584" y="1"/>
                  </a:moveTo>
                  <a:lnTo>
                    <a:pt x="1" y="340"/>
                  </a:lnTo>
                  <a:lnTo>
                    <a:pt x="1" y="486"/>
                  </a:lnTo>
                  <a:lnTo>
                    <a:pt x="584" y="147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206" name="CustomShape 101"/>
            <p:cNvSpPr/>
            <p:nvPr/>
          </p:nvSpPr>
          <p:spPr>
            <a:xfrm>
              <a:off x="5726160" y="2144520"/>
              <a:ext cx="22680" cy="18720"/>
            </a:xfrm>
            <a:custGeom>
              <a:avLst/>
              <a:gdLst/>
              <a:ahLst/>
              <a:cxnLst/>
              <a:rect l="l" t="t" r="r" b="b"/>
              <a:pathLst>
                <a:path w="589" h="487">
                  <a:moveTo>
                    <a:pt x="0" y="1"/>
                  </a:moveTo>
                  <a:lnTo>
                    <a:pt x="0" y="147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207" name="CustomShape 102"/>
            <p:cNvSpPr/>
            <p:nvPr/>
          </p:nvSpPr>
          <p:spPr>
            <a:xfrm>
              <a:off x="5726160" y="2131200"/>
              <a:ext cx="45720" cy="26280"/>
            </a:xfrm>
            <a:custGeom>
              <a:avLst/>
              <a:gdLst/>
              <a:ahLst/>
              <a:cxnLst/>
              <a:rect l="l" t="t" r="r" b="b"/>
              <a:pathLst>
                <a:path w="1173" h="680">
                  <a:moveTo>
                    <a:pt x="585" y="0"/>
                  </a:moveTo>
                  <a:lnTo>
                    <a:pt x="0" y="340"/>
                  </a:lnTo>
                  <a:lnTo>
                    <a:pt x="589" y="679"/>
                  </a:lnTo>
                  <a:lnTo>
                    <a:pt x="1172" y="340"/>
                  </a:lnTo>
                  <a:lnTo>
                    <a:pt x="585" y="0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208" name="CustomShape 103"/>
            <p:cNvSpPr/>
            <p:nvPr/>
          </p:nvSpPr>
          <p:spPr>
            <a:xfrm>
              <a:off x="5774760" y="2159280"/>
              <a:ext cx="22680" cy="18720"/>
            </a:xfrm>
            <a:custGeom>
              <a:avLst/>
              <a:gdLst/>
              <a:ahLst/>
              <a:cxnLst/>
              <a:rect l="l" t="t" r="r" b="b"/>
              <a:pathLst>
                <a:path w="587" h="487">
                  <a:moveTo>
                    <a:pt x="586" y="1"/>
                  </a:moveTo>
                  <a:lnTo>
                    <a:pt x="1" y="341"/>
                  </a:lnTo>
                  <a:lnTo>
                    <a:pt x="1" y="486"/>
                  </a:lnTo>
                  <a:lnTo>
                    <a:pt x="585" y="147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209" name="CustomShape 104"/>
            <p:cNvSpPr/>
            <p:nvPr/>
          </p:nvSpPr>
          <p:spPr>
            <a:xfrm>
              <a:off x="5751720" y="2159280"/>
              <a:ext cx="22680" cy="18720"/>
            </a:xfrm>
            <a:custGeom>
              <a:avLst/>
              <a:gdLst/>
              <a:ahLst/>
              <a:cxnLst/>
              <a:rect l="l" t="t" r="r" b="b"/>
              <a:pathLst>
                <a:path w="589" h="487">
                  <a:moveTo>
                    <a:pt x="1" y="1"/>
                  </a:moveTo>
                  <a:lnTo>
                    <a:pt x="1" y="147"/>
                  </a:lnTo>
                  <a:lnTo>
                    <a:pt x="589" y="486"/>
                  </a:lnTo>
                  <a:lnTo>
                    <a:pt x="589" y="34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210" name="CustomShape 105"/>
            <p:cNvSpPr/>
            <p:nvPr/>
          </p:nvSpPr>
          <p:spPr>
            <a:xfrm>
              <a:off x="5751720" y="2145960"/>
              <a:ext cx="45720" cy="26280"/>
            </a:xfrm>
            <a:custGeom>
              <a:avLst/>
              <a:gdLst/>
              <a:ahLst/>
              <a:cxnLst/>
              <a:rect l="l" t="t" r="r" b="b"/>
              <a:pathLst>
                <a:path w="1175" h="680">
                  <a:moveTo>
                    <a:pt x="586" y="0"/>
                  </a:moveTo>
                  <a:lnTo>
                    <a:pt x="1" y="340"/>
                  </a:lnTo>
                  <a:lnTo>
                    <a:pt x="589" y="680"/>
                  </a:lnTo>
                  <a:lnTo>
                    <a:pt x="1174" y="340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211" name="CustomShape 106"/>
            <p:cNvSpPr/>
            <p:nvPr/>
          </p:nvSpPr>
          <p:spPr>
            <a:xfrm>
              <a:off x="5621400" y="2100240"/>
              <a:ext cx="22680" cy="18720"/>
            </a:xfrm>
            <a:custGeom>
              <a:avLst/>
              <a:gdLst/>
              <a:ahLst/>
              <a:cxnLst/>
              <a:rect l="l" t="t" r="r" b="b"/>
              <a:pathLst>
                <a:path w="585" h="486">
                  <a:moveTo>
                    <a:pt x="585" y="0"/>
                  </a:moveTo>
                  <a:lnTo>
                    <a:pt x="1" y="340"/>
                  </a:lnTo>
                  <a:lnTo>
                    <a:pt x="1" y="486"/>
                  </a:lnTo>
                  <a:lnTo>
                    <a:pt x="585" y="146"/>
                  </a:lnTo>
                  <a:lnTo>
                    <a:pt x="585" y="0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212" name="CustomShape 107"/>
            <p:cNvSpPr/>
            <p:nvPr/>
          </p:nvSpPr>
          <p:spPr>
            <a:xfrm>
              <a:off x="5598000" y="2100240"/>
              <a:ext cx="22680" cy="18720"/>
            </a:xfrm>
            <a:custGeom>
              <a:avLst/>
              <a:gdLst/>
              <a:ahLst/>
              <a:cxnLst/>
              <a:rect l="l" t="t" r="r" b="b"/>
              <a:pathLst>
                <a:path w="589" h="486">
                  <a:moveTo>
                    <a:pt x="0" y="0"/>
                  </a:moveTo>
                  <a:lnTo>
                    <a:pt x="0" y="146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213" name="CustomShape 108"/>
            <p:cNvSpPr/>
            <p:nvPr/>
          </p:nvSpPr>
          <p:spPr>
            <a:xfrm>
              <a:off x="5598000" y="2086920"/>
              <a:ext cx="45720" cy="26280"/>
            </a:xfrm>
            <a:custGeom>
              <a:avLst/>
              <a:gdLst/>
              <a:ahLst/>
              <a:cxnLst/>
              <a:rect l="l" t="t" r="r" b="b"/>
              <a:pathLst>
                <a:path w="1173" h="680">
                  <a:moveTo>
                    <a:pt x="586" y="1"/>
                  </a:moveTo>
                  <a:lnTo>
                    <a:pt x="0" y="340"/>
                  </a:lnTo>
                  <a:lnTo>
                    <a:pt x="589" y="680"/>
                  </a:lnTo>
                  <a:lnTo>
                    <a:pt x="1173" y="3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214" name="CustomShape 109"/>
            <p:cNvSpPr/>
            <p:nvPr/>
          </p:nvSpPr>
          <p:spPr>
            <a:xfrm>
              <a:off x="5723640" y="2159280"/>
              <a:ext cx="22680" cy="18720"/>
            </a:xfrm>
            <a:custGeom>
              <a:avLst/>
              <a:gdLst/>
              <a:ahLst/>
              <a:cxnLst/>
              <a:rect l="l" t="t" r="r" b="b"/>
              <a:pathLst>
                <a:path w="586" h="487">
                  <a:moveTo>
                    <a:pt x="586" y="1"/>
                  </a:moveTo>
                  <a:lnTo>
                    <a:pt x="2" y="341"/>
                  </a:lnTo>
                  <a:lnTo>
                    <a:pt x="0" y="486"/>
                  </a:lnTo>
                  <a:lnTo>
                    <a:pt x="586" y="147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215" name="CustomShape 110"/>
            <p:cNvSpPr/>
            <p:nvPr/>
          </p:nvSpPr>
          <p:spPr>
            <a:xfrm>
              <a:off x="5623920" y="2115000"/>
              <a:ext cx="99720" cy="63360"/>
            </a:xfrm>
            <a:custGeom>
              <a:avLst/>
              <a:gdLst/>
              <a:ahLst/>
              <a:cxnLst/>
              <a:rect l="l" t="t" r="r" b="b"/>
              <a:pathLst>
                <a:path w="2545" h="1616">
                  <a:moveTo>
                    <a:pt x="2" y="1"/>
                  </a:moveTo>
                  <a:lnTo>
                    <a:pt x="1" y="147"/>
                  </a:lnTo>
                  <a:lnTo>
                    <a:pt x="2543" y="1615"/>
                  </a:lnTo>
                  <a:lnTo>
                    <a:pt x="2545" y="1470"/>
                  </a:lnTo>
                  <a:lnTo>
                    <a:pt x="2" y="1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216" name="CustomShape 111"/>
            <p:cNvSpPr/>
            <p:nvPr/>
          </p:nvSpPr>
          <p:spPr>
            <a:xfrm>
              <a:off x="5623920" y="2101680"/>
              <a:ext cx="122760" cy="70920"/>
            </a:xfrm>
            <a:custGeom>
              <a:avLst/>
              <a:gdLst/>
              <a:ahLst/>
              <a:cxnLst/>
              <a:rect l="l" t="t" r="r" b="b"/>
              <a:pathLst>
                <a:path w="3127" h="1809">
                  <a:moveTo>
                    <a:pt x="584" y="0"/>
                  </a:moveTo>
                  <a:lnTo>
                    <a:pt x="0" y="340"/>
                  </a:lnTo>
                  <a:lnTo>
                    <a:pt x="2543" y="1809"/>
                  </a:lnTo>
                  <a:lnTo>
                    <a:pt x="3127" y="1469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217" name="CustomShape 112"/>
            <p:cNvSpPr/>
            <p:nvPr/>
          </p:nvSpPr>
          <p:spPr>
            <a:xfrm>
              <a:off x="5749560" y="2174400"/>
              <a:ext cx="22680" cy="18720"/>
            </a:xfrm>
            <a:custGeom>
              <a:avLst/>
              <a:gdLst/>
              <a:ahLst/>
              <a:cxnLst/>
              <a:rect l="l" t="t" r="r" b="b"/>
              <a:pathLst>
                <a:path w="584" h="486">
                  <a:moveTo>
                    <a:pt x="584" y="0"/>
                  </a:moveTo>
                  <a:lnTo>
                    <a:pt x="0" y="340"/>
                  </a:lnTo>
                  <a:lnTo>
                    <a:pt x="0" y="486"/>
                  </a:lnTo>
                  <a:lnTo>
                    <a:pt x="584" y="146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rgbClr val="212E5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218" name="CustomShape 113"/>
            <p:cNvSpPr/>
            <p:nvPr/>
          </p:nvSpPr>
          <p:spPr>
            <a:xfrm>
              <a:off x="5726160" y="2174400"/>
              <a:ext cx="22680" cy="18720"/>
            </a:xfrm>
            <a:custGeom>
              <a:avLst/>
              <a:gdLst/>
              <a:ahLst/>
              <a:cxnLst/>
              <a:rect l="l" t="t" r="r" b="b"/>
              <a:pathLst>
                <a:path w="590" h="486">
                  <a:moveTo>
                    <a:pt x="1" y="0"/>
                  </a:moveTo>
                  <a:lnTo>
                    <a:pt x="1" y="146"/>
                  </a:lnTo>
                  <a:lnTo>
                    <a:pt x="589" y="486"/>
                  </a:lnTo>
                  <a:lnTo>
                    <a:pt x="589" y="34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9338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219" name="CustomShape 114"/>
            <p:cNvSpPr/>
            <p:nvPr/>
          </p:nvSpPr>
          <p:spPr>
            <a:xfrm>
              <a:off x="5726160" y="2160720"/>
              <a:ext cx="45720" cy="26280"/>
            </a:xfrm>
            <a:custGeom>
              <a:avLst/>
              <a:gdLst/>
              <a:ahLst/>
              <a:cxnLst/>
              <a:rect l="l" t="t" r="r" b="b"/>
              <a:pathLst>
                <a:path w="1173" h="680">
                  <a:moveTo>
                    <a:pt x="585" y="1"/>
                  </a:moveTo>
                  <a:lnTo>
                    <a:pt x="1" y="340"/>
                  </a:lnTo>
                  <a:lnTo>
                    <a:pt x="589" y="680"/>
                  </a:lnTo>
                  <a:lnTo>
                    <a:pt x="1173" y="340"/>
                  </a:lnTo>
                  <a:lnTo>
                    <a:pt x="585" y="1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220" name="CustomShape 115"/>
            <p:cNvSpPr/>
            <p:nvPr/>
          </p:nvSpPr>
          <p:spPr>
            <a:xfrm>
              <a:off x="5725080" y="1821960"/>
              <a:ext cx="262080" cy="324000"/>
            </a:xfrm>
            <a:custGeom>
              <a:avLst/>
              <a:gdLst/>
              <a:ahLst/>
              <a:cxnLst/>
              <a:rect l="l" t="t" r="r" b="b"/>
              <a:pathLst>
                <a:path w="6676" h="8245">
                  <a:moveTo>
                    <a:pt x="2182" y="1123"/>
                  </a:moveTo>
                  <a:lnTo>
                    <a:pt x="5766" y="3193"/>
                  </a:lnTo>
                  <a:lnTo>
                    <a:pt x="5757" y="6247"/>
                  </a:lnTo>
                  <a:lnTo>
                    <a:pt x="2173" y="4178"/>
                  </a:lnTo>
                  <a:lnTo>
                    <a:pt x="2182" y="1123"/>
                  </a:lnTo>
                  <a:close/>
                  <a:moveTo>
                    <a:pt x="1486" y="0"/>
                  </a:moveTo>
                  <a:lnTo>
                    <a:pt x="1472" y="5247"/>
                  </a:lnTo>
                  <a:lnTo>
                    <a:pt x="1" y="4397"/>
                  </a:lnTo>
                  <a:lnTo>
                    <a:pt x="1" y="4397"/>
                  </a:lnTo>
                  <a:lnTo>
                    <a:pt x="6662" y="8244"/>
                  </a:lnTo>
                  <a:lnTo>
                    <a:pt x="6676" y="2996"/>
                  </a:lnTo>
                  <a:lnTo>
                    <a:pt x="1486" y="0"/>
                  </a:lnTo>
                  <a:close/>
                </a:path>
              </a:pathLst>
            </a:custGeom>
            <a:solidFill>
              <a:srgbClr val="42589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221" name="CustomShape 116"/>
            <p:cNvSpPr/>
            <p:nvPr/>
          </p:nvSpPr>
          <p:spPr>
            <a:xfrm>
              <a:off x="5725080" y="1788480"/>
              <a:ext cx="57960" cy="239400"/>
            </a:xfrm>
            <a:custGeom>
              <a:avLst/>
              <a:gdLst/>
              <a:ahLst/>
              <a:cxnLst/>
              <a:rect l="l" t="t" r="r" b="b"/>
              <a:pathLst>
                <a:path w="1486" h="6097">
                  <a:moveTo>
                    <a:pt x="163" y="282"/>
                  </a:moveTo>
                  <a:lnTo>
                    <a:pt x="719" y="604"/>
                  </a:lnTo>
                  <a:lnTo>
                    <a:pt x="718" y="1222"/>
                  </a:lnTo>
                  <a:lnTo>
                    <a:pt x="160" y="899"/>
                  </a:lnTo>
                  <a:lnTo>
                    <a:pt x="163" y="282"/>
                  </a:lnTo>
                  <a:close/>
                  <a:moveTo>
                    <a:pt x="781" y="639"/>
                  </a:moveTo>
                  <a:lnTo>
                    <a:pt x="1337" y="961"/>
                  </a:lnTo>
                  <a:lnTo>
                    <a:pt x="1335" y="1578"/>
                  </a:lnTo>
                  <a:lnTo>
                    <a:pt x="779" y="1256"/>
                  </a:lnTo>
                  <a:lnTo>
                    <a:pt x="781" y="639"/>
                  </a:lnTo>
                  <a:close/>
                  <a:moveTo>
                    <a:pt x="160" y="970"/>
                  </a:moveTo>
                  <a:lnTo>
                    <a:pt x="718" y="1291"/>
                  </a:lnTo>
                  <a:lnTo>
                    <a:pt x="716" y="1908"/>
                  </a:lnTo>
                  <a:lnTo>
                    <a:pt x="158" y="1587"/>
                  </a:lnTo>
                  <a:lnTo>
                    <a:pt x="160" y="970"/>
                  </a:lnTo>
                  <a:close/>
                  <a:moveTo>
                    <a:pt x="779" y="1326"/>
                  </a:moveTo>
                  <a:lnTo>
                    <a:pt x="1335" y="1649"/>
                  </a:lnTo>
                  <a:lnTo>
                    <a:pt x="1334" y="2266"/>
                  </a:lnTo>
                  <a:lnTo>
                    <a:pt x="777" y="1944"/>
                  </a:lnTo>
                  <a:lnTo>
                    <a:pt x="779" y="1326"/>
                  </a:lnTo>
                  <a:close/>
                  <a:moveTo>
                    <a:pt x="158" y="1658"/>
                  </a:moveTo>
                  <a:lnTo>
                    <a:pt x="714" y="1979"/>
                  </a:lnTo>
                  <a:lnTo>
                    <a:pt x="713" y="2597"/>
                  </a:lnTo>
                  <a:lnTo>
                    <a:pt x="157" y="2274"/>
                  </a:lnTo>
                  <a:lnTo>
                    <a:pt x="158" y="1658"/>
                  </a:lnTo>
                  <a:close/>
                  <a:moveTo>
                    <a:pt x="776" y="2014"/>
                  </a:moveTo>
                  <a:lnTo>
                    <a:pt x="1334" y="2336"/>
                  </a:lnTo>
                  <a:lnTo>
                    <a:pt x="1332" y="2953"/>
                  </a:lnTo>
                  <a:lnTo>
                    <a:pt x="774" y="2632"/>
                  </a:lnTo>
                  <a:lnTo>
                    <a:pt x="776" y="2014"/>
                  </a:lnTo>
                  <a:close/>
                  <a:moveTo>
                    <a:pt x="157" y="2345"/>
                  </a:moveTo>
                  <a:lnTo>
                    <a:pt x="713" y="2667"/>
                  </a:lnTo>
                  <a:lnTo>
                    <a:pt x="711" y="3285"/>
                  </a:lnTo>
                  <a:lnTo>
                    <a:pt x="154" y="2962"/>
                  </a:lnTo>
                  <a:lnTo>
                    <a:pt x="157" y="2345"/>
                  </a:lnTo>
                  <a:close/>
                  <a:moveTo>
                    <a:pt x="774" y="2701"/>
                  </a:moveTo>
                  <a:lnTo>
                    <a:pt x="1332" y="3024"/>
                  </a:lnTo>
                  <a:lnTo>
                    <a:pt x="1329" y="3641"/>
                  </a:lnTo>
                  <a:lnTo>
                    <a:pt x="773" y="3319"/>
                  </a:lnTo>
                  <a:lnTo>
                    <a:pt x="774" y="2701"/>
                  </a:lnTo>
                  <a:close/>
                  <a:moveTo>
                    <a:pt x="154" y="3033"/>
                  </a:moveTo>
                  <a:lnTo>
                    <a:pt x="711" y="3354"/>
                  </a:lnTo>
                  <a:lnTo>
                    <a:pt x="710" y="3972"/>
                  </a:lnTo>
                  <a:lnTo>
                    <a:pt x="152" y="3651"/>
                  </a:lnTo>
                  <a:lnTo>
                    <a:pt x="154" y="3033"/>
                  </a:lnTo>
                  <a:close/>
                  <a:moveTo>
                    <a:pt x="773" y="3389"/>
                  </a:moveTo>
                  <a:lnTo>
                    <a:pt x="1329" y="3712"/>
                  </a:lnTo>
                  <a:lnTo>
                    <a:pt x="1327" y="4330"/>
                  </a:lnTo>
                  <a:lnTo>
                    <a:pt x="771" y="4007"/>
                  </a:lnTo>
                  <a:lnTo>
                    <a:pt x="773" y="3389"/>
                  </a:lnTo>
                  <a:close/>
                  <a:moveTo>
                    <a:pt x="876" y="4807"/>
                  </a:moveTo>
                  <a:lnTo>
                    <a:pt x="876" y="4992"/>
                  </a:lnTo>
                  <a:lnTo>
                    <a:pt x="714" y="4900"/>
                  </a:lnTo>
                  <a:lnTo>
                    <a:pt x="714" y="5084"/>
                  </a:lnTo>
                  <a:lnTo>
                    <a:pt x="1037" y="5270"/>
                  </a:lnTo>
                  <a:lnTo>
                    <a:pt x="1037" y="4900"/>
                  </a:lnTo>
                  <a:lnTo>
                    <a:pt x="876" y="4807"/>
                  </a:lnTo>
                  <a:close/>
                  <a:moveTo>
                    <a:pt x="321" y="4028"/>
                  </a:moveTo>
                  <a:lnTo>
                    <a:pt x="877" y="4351"/>
                  </a:lnTo>
                  <a:lnTo>
                    <a:pt x="877" y="4671"/>
                  </a:lnTo>
                  <a:lnTo>
                    <a:pt x="1155" y="4832"/>
                  </a:lnTo>
                  <a:lnTo>
                    <a:pt x="1154" y="5473"/>
                  </a:lnTo>
                  <a:lnTo>
                    <a:pt x="598" y="5150"/>
                  </a:lnTo>
                  <a:lnTo>
                    <a:pt x="599" y="4830"/>
                  </a:lnTo>
                  <a:lnTo>
                    <a:pt x="320" y="4669"/>
                  </a:lnTo>
                  <a:lnTo>
                    <a:pt x="318" y="4669"/>
                  </a:lnTo>
                  <a:lnTo>
                    <a:pt x="321" y="4028"/>
                  </a:lnTo>
                  <a:close/>
                  <a:moveTo>
                    <a:pt x="15" y="0"/>
                  </a:moveTo>
                  <a:lnTo>
                    <a:pt x="0" y="5247"/>
                  </a:lnTo>
                  <a:lnTo>
                    <a:pt x="1470" y="6096"/>
                  </a:lnTo>
                  <a:lnTo>
                    <a:pt x="1486" y="848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605C7A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222" name="CustomShape 117"/>
            <p:cNvSpPr/>
            <p:nvPr/>
          </p:nvSpPr>
          <p:spPr>
            <a:xfrm>
              <a:off x="5731560" y="1799640"/>
              <a:ext cx="21600" cy="36720"/>
            </a:xfrm>
            <a:custGeom>
              <a:avLst/>
              <a:gdLst/>
              <a:ahLst/>
              <a:cxnLst/>
              <a:rect l="l" t="t" r="r" b="b"/>
              <a:pathLst>
                <a:path w="559" h="939">
                  <a:moveTo>
                    <a:pt x="2" y="0"/>
                  </a:moveTo>
                  <a:lnTo>
                    <a:pt x="1" y="618"/>
                  </a:lnTo>
                  <a:lnTo>
                    <a:pt x="557" y="939"/>
                  </a:lnTo>
                  <a:lnTo>
                    <a:pt x="559" y="321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706B8B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223" name="CustomShape 118"/>
            <p:cNvSpPr/>
            <p:nvPr/>
          </p:nvSpPr>
          <p:spPr>
            <a:xfrm>
              <a:off x="5755680" y="1813680"/>
              <a:ext cx="21600" cy="36720"/>
            </a:xfrm>
            <a:custGeom>
              <a:avLst/>
              <a:gdLst/>
              <a:ahLst/>
              <a:cxnLst/>
              <a:rect l="l" t="t" r="r" b="b"/>
              <a:pathLst>
                <a:path w="560" h="941">
                  <a:moveTo>
                    <a:pt x="2" y="0"/>
                  </a:moveTo>
                  <a:lnTo>
                    <a:pt x="0" y="618"/>
                  </a:lnTo>
                  <a:lnTo>
                    <a:pt x="558" y="941"/>
                  </a:lnTo>
                  <a:lnTo>
                    <a:pt x="560" y="323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706B8B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224" name="CustomShape 119"/>
            <p:cNvSpPr/>
            <p:nvPr/>
          </p:nvSpPr>
          <p:spPr>
            <a:xfrm>
              <a:off x="5731200" y="1826640"/>
              <a:ext cx="21600" cy="36720"/>
            </a:xfrm>
            <a:custGeom>
              <a:avLst/>
              <a:gdLst/>
              <a:ahLst/>
              <a:cxnLst/>
              <a:rect l="l" t="t" r="r" b="b"/>
              <a:pathLst>
                <a:path w="560" h="941">
                  <a:moveTo>
                    <a:pt x="2" y="1"/>
                  </a:moveTo>
                  <a:lnTo>
                    <a:pt x="1" y="618"/>
                  </a:lnTo>
                  <a:lnTo>
                    <a:pt x="558" y="941"/>
                  </a:lnTo>
                  <a:lnTo>
                    <a:pt x="560" y="323"/>
                  </a:lnTo>
                  <a:lnTo>
                    <a:pt x="2" y="1"/>
                  </a:lnTo>
                  <a:close/>
                </a:path>
              </a:pathLst>
            </a:custGeom>
            <a:solidFill>
              <a:srgbClr val="706B8B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225" name="CustomShape 120"/>
            <p:cNvSpPr/>
            <p:nvPr/>
          </p:nvSpPr>
          <p:spPr>
            <a:xfrm>
              <a:off x="5755680" y="1840680"/>
              <a:ext cx="21600" cy="36720"/>
            </a:xfrm>
            <a:custGeom>
              <a:avLst/>
              <a:gdLst/>
              <a:ahLst/>
              <a:cxnLst/>
              <a:rect l="l" t="t" r="r" b="b"/>
              <a:pathLst>
                <a:path w="561" h="940">
                  <a:moveTo>
                    <a:pt x="2" y="1"/>
                  </a:moveTo>
                  <a:lnTo>
                    <a:pt x="1" y="618"/>
                  </a:lnTo>
                  <a:lnTo>
                    <a:pt x="557" y="939"/>
                  </a:lnTo>
                  <a:lnTo>
                    <a:pt x="560" y="322"/>
                  </a:lnTo>
                  <a:lnTo>
                    <a:pt x="2" y="1"/>
                  </a:lnTo>
                  <a:close/>
                </a:path>
              </a:pathLst>
            </a:custGeom>
            <a:solidFill>
              <a:srgbClr val="706B8B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226" name="CustomShape 121"/>
            <p:cNvSpPr/>
            <p:nvPr/>
          </p:nvSpPr>
          <p:spPr>
            <a:xfrm>
              <a:off x="5731200" y="1853640"/>
              <a:ext cx="21600" cy="36720"/>
            </a:xfrm>
            <a:custGeom>
              <a:avLst/>
              <a:gdLst/>
              <a:ahLst/>
              <a:cxnLst/>
              <a:rect l="l" t="t" r="r" b="b"/>
              <a:pathLst>
                <a:path w="560" h="939">
                  <a:moveTo>
                    <a:pt x="2" y="0"/>
                  </a:moveTo>
                  <a:lnTo>
                    <a:pt x="0" y="618"/>
                  </a:lnTo>
                  <a:lnTo>
                    <a:pt x="558" y="939"/>
                  </a:lnTo>
                  <a:lnTo>
                    <a:pt x="559" y="323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706B8B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227" name="CustomShape 122"/>
            <p:cNvSpPr/>
            <p:nvPr/>
          </p:nvSpPr>
          <p:spPr>
            <a:xfrm>
              <a:off x="5755680" y="1867680"/>
              <a:ext cx="21600" cy="36720"/>
            </a:xfrm>
            <a:custGeom>
              <a:avLst/>
              <a:gdLst/>
              <a:ahLst/>
              <a:cxnLst/>
              <a:rect l="l" t="t" r="r" b="b"/>
              <a:pathLst>
                <a:path w="561" h="941">
                  <a:moveTo>
                    <a:pt x="4" y="0"/>
                  </a:moveTo>
                  <a:lnTo>
                    <a:pt x="1" y="618"/>
                  </a:lnTo>
                  <a:lnTo>
                    <a:pt x="558" y="941"/>
                  </a:lnTo>
                  <a:lnTo>
                    <a:pt x="560" y="323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706B8B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228" name="CustomShape 123"/>
            <p:cNvSpPr/>
            <p:nvPr/>
          </p:nvSpPr>
          <p:spPr>
            <a:xfrm>
              <a:off x="5731200" y="1880640"/>
              <a:ext cx="21600" cy="36720"/>
            </a:xfrm>
            <a:custGeom>
              <a:avLst/>
              <a:gdLst/>
              <a:ahLst/>
              <a:cxnLst/>
              <a:rect l="l" t="t" r="r" b="b"/>
              <a:pathLst>
                <a:path w="560" h="939">
                  <a:moveTo>
                    <a:pt x="2" y="0"/>
                  </a:moveTo>
                  <a:lnTo>
                    <a:pt x="1" y="618"/>
                  </a:lnTo>
                  <a:lnTo>
                    <a:pt x="557" y="939"/>
                  </a:lnTo>
                  <a:lnTo>
                    <a:pt x="560" y="321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706B8B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229" name="CustomShape 124"/>
            <p:cNvSpPr/>
            <p:nvPr/>
          </p:nvSpPr>
          <p:spPr>
            <a:xfrm>
              <a:off x="5755680" y="1894680"/>
              <a:ext cx="21600" cy="36720"/>
            </a:xfrm>
            <a:custGeom>
              <a:avLst/>
              <a:gdLst/>
              <a:ahLst/>
              <a:cxnLst/>
              <a:rect l="l" t="t" r="r" b="b"/>
              <a:pathLst>
                <a:path w="560" h="940">
                  <a:moveTo>
                    <a:pt x="2" y="1"/>
                  </a:moveTo>
                  <a:lnTo>
                    <a:pt x="0" y="618"/>
                  </a:lnTo>
                  <a:lnTo>
                    <a:pt x="558" y="939"/>
                  </a:lnTo>
                  <a:lnTo>
                    <a:pt x="559" y="323"/>
                  </a:lnTo>
                  <a:lnTo>
                    <a:pt x="2" y="1"/>
                  </a:lnTo>
                  <a:close/>
                </a:path>
              </a:pathLst>
            </a:custGeom>
            <a:solidFill>
              <a:srgbClr val="706B8B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230" name="CustomShape 125"/>
            <p:cNvSpPr/>
            <p:nvPr/>
          </p:nvSpPr>
          <p:spPr>
            <a:xfrm>
              <a:off x="5731200" y="1907640"/>
              <a:ext cx="21600" cy="36720"/>
            </a:xfrm>
            <a:custGeom>
              <a:avLst/>
              <a:gdLst/>
              <a:ahLst/>
              <a:cxnLst/>
              <a:rect l="l" t="t" r="r" b="b"/>
              <a:pathLst>
                <a:path w="560" h="942">
                  <a:moveTo>
                    <a:pt x="4" y="1"/>
                  </a:moveTo>
                  <a:lnTo>
                    <a:pt x="1" y="619"/>
                  </a:lnTo>
                  <a:lnTo>
                    <a:pt x="558" y="941"/>
                  </a:lnTo>
                  <a:lnTo>
                    <a:pt x="560" y="324"/>
                  </a:lnTo>
                  <a:lnTo>
                    <a:pt x="4" y="1"/>
                  </a:lnTo>
                  <a:close/>
                </a:path>
              </a:pathLst>
            </a:custGeom>
            <a:solidFill>
              <a:srgbClr val="706B8B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231" name="CustomShape 126"/>
            <p:cNvSpPr/>
            <p:nvPr/>
          </p:nvSpPr>
          <p:spPr>
            <a:xfrm>
              <a:off x="5755320" y="1921680"/>
              <a:ext cx="21600" cy="36720"/>
            </a:xfrm>
            <a:custGeom>
              <a:avLst/>
              <a:gdLst/>
              <a:ahLst/>
              <a:cxnLst/>
              <a:rect l="l" t="t" r="r" b="b"/>
              <a:pathLst>
                <a:path w="560" h="940">
                  <a:moveTo>
                    <a:pt x="2" y="1"/>
                  </a:moveTo>
                  <a:lnTo>
                    <a:pt x="1" y="618"/>
                  </a:lnTo>
                  <a:lnTo>
                    <a:pt x="558" y="940"/>
                  </a:lnTo>
                  <a:lnTo>
                    <a:pt x="560" y="322"/>
                  </a:lnTo>
                  <a:lnTo>
                    <a:pt x="2" y="1"/>
                  </a:lnTo>
                  <a:close/>
                </a:path>
              </a:pathLst>
            </a:custGeom>
            <a:solidFill>
              <a:srgbClr val="706B8B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232" name="CustomShape 127"/>
            <p:cNvSpPr/>
            <p:nvPr/>
          </p:nvSpPr>
          <p:spPr>
            <a:xfrm>
              <a:off x="5748840" y="1972080"/>
              <a:ext cx="21600" cy="31320"/>
            </a:xfrm>
            <a:custGeom>
              <a:avLst/>
              <a:gdLst/>
              <a:ahLst/>
              <a:cxnLst/>
              <a:rect l="l" t="t" r="r" b="b"/>
              <a:pathLst>
                <a:path w="560" h="801">
                  <a:moveTo>
                    <a:pt x="281" y="0"/>
                  </a:moveTo>
                  <a:lnTo>
                    <a:pt x="280" y="135"/>
                  </a:lnTo>
                  <a:lnTo>
                    <a:pt x="441" y="228"/>
                  </a:lnTo>
                  <a:lnTo>
                    <a:pt x="440" y="598"/>
                  </a:lnTo>
                  <a:lnTo>
                    <a:pt x="118" y="412"/>
                  </a:lnTo>
                  <a:lnTo>
                    <a:pt x="118" y="228"/>
                  </a:lnTo>
                  <a:lnTo>
                    <a:pt x="2" y="160"/>
                  </a:lnTo>
                  <a:lnTo>
                    <a:pt x="0" y="479"/>
                  </a:lnTo>
                  <a:lnTo>
                    <a:pt x="558" y="801"/>
                  </a:lnTo>
                  <a:lnTo>
                    <a:pt x="559" y="161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29428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233" name="CustomShape 128"/>
            <p:cNvSpPr/>
            <p:nvPr/>
          </p:nvSpPr>
          <p:spPr>
            <a:xfrm>
              <a:off x="5737680" y="1946880"/>
              <a:ext cx="21600" cy="37440"/>
            </a:xfrm>
            <a:custGeom>
              <a:avLst/>
              <a:gdLst/>
              <a:ahLst/>
              <a:cxnLst/>
              <a:rect l="l" t="t" r="r" b="b"/>
              <a:pathLst>
                <a:path w="560" h="963">
                  <a:moveTo>
                    <a:pt x="3" y="1"/>
                  </a:moveTo>
                  <a:lnTo>
                    <a:pt x="0" y="642"/>
                  </a:lnTo>
                  <a:lnTo>
                    <a:pt x="280" y="803"/>
                  </a:lnTo>
                  <a:lnTo>
                    <a:pt x="396" y="871"/>
                  </a:lnTo>
                  <a:lnTo>
                    <a:pt x="558" y="963"/>
                  </a:lnTo>
                  <a:lnTo>
                    <a:pt x="558" y="778"/>
                  </a:lnTo>
                  <a:lnTo>
                    <a:pt x="559" y="643"/>
                  </a:lnTo>
                  <a:lnTo>
                    <a:pt x="559" y="322"/>
                  </a:lnTo>
                  <a:lnTo>
                    <a:pt x="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234" name="CustomShape 129"/>
            <p:cNvSpPr/>
            <p:nvPr/>
          </p:nvSpPr>
          <p:spPr>
            <a:xfrm>
              <a:off x="5810760" y="1866240"/>
              <a:ext cx="141120" cy="201240"/>
            </a:xfrm>
            <a:custGeom>
              <a:avLst/>
              <a:gdLst/>
              <a:ahLst/>
              <a:cxnLst/>
              <a:rect l="l" t="t" r="r" b="b"/>
              <a:pathLst>
                <a:path w="3593" h="5122">
                  <a:moveTo>
                    <a:pt x="767" y="1435"/>
                  </a:moveTo>
                  <a:cubicBezTo>
                    <a:pt x="779" y="1435"/>
                    <a:pt x="792" y="1439"/>
                    <a:pt x="805" y="1447"/>
                  </a:cubicBezTo>
                  <a:cubicBezTo>
                    <a:pt x="851" y="1478"/>
                    <a:pt x="882" y="1527"/>
                    <a:pt x="890" y="1582"/>
                  </a:cubicBezTo>
                  <a:lnTo>
                    <a:pt x="1699" y="2049"/>
                  </a:lnTo>
                  <a:lnTo>
                    <a:pt x="1699" y="1951"/>
                  </a:lnTo>
                  <a:lnTo>
                    <a:pt x="1895" y="2065"/>
                  </a:lnTo>
                  <a:lnTo>
                    <a:pt x="1895" y="2163"/>
                  </a:lnTo>
                  <a:lnTo>
                    <a:pt x="2646" y="2596"/>
                  </a:lnTo>
                  <a:cubicBezTo>
                    <a:pt x="2650" y="2566"/>
                    <a:pt x="2668" y="2549"/>
                    <a:pt x="2692" y="2549"/>
                  </a:cubicBezTo>
                  <a:cubicBezTo>
                    <a:pt x="2703" y="2549"/>
                    <a:pt x="2716" y="2553"/>
                    <a:pt x="2730" y="2561"/>
                  </a:cubicBezTo>
                  <a:cubicBezTo>
                    <a:pt x="2781" y="2593"/>
                    <a:pt x="2813" y="2649"/>
                    <a:pt x="2816" y="2708"/>
                  </a:cubicBezTo>
                  <a:cubicBezTo>
                    <a:pt x="2816" y="2715"/>
                    <a:pt x="2815" y="2721"/>
                    <a:pt x="2815" y="2725"/>
                  </a:cubicBezTo>
                  <a:lnTo>
                    <a:pt x="3031" y="2934"/>
                  </a:lnTo>
                  <a:lnTo>
                    <a:pt x="2879" y="2917"/>
                  </a:lnTo>
                  <a:lnTo>
                    <a:pt x="2816" y="3056"/>
                  </a:lnTo>
                  <a:lnTo>
                    <a:pt x="2746" y="2765"/>
                  </a:lnTo>
                  <a:cubicBezTo>
                    <a:pt x="2740" y="2764"/>
                    <a:pt x="2735" y="2761"/>
                    <a:pt x="2730" y="2758"/>
                  </a:cubicBezTo>
                  <a:cubicBezTo>
                    <a:pt x="2683" y="2727"/>
                    <a:pt x="2652" y="2678"/>
                    <a:pt x="2646" y="2622"/>
                  </a:cubicBezTo>
                  <a:lnTo>
                    <a:pt x="2008" y="2255"/>
                  </a:lnTo>
                  <a:lnTo>
                    <a:pt x="2008" y="2255"/>
                  </a:lnTo>
                  <a:cubicBezTo>
                    <a:pt x="2375" y="2569"/>
                    <a:pt x="2658" y="3086"/>
                    <a:pt x="2704" y="3553"/>
                  </a:cubicBezTo>
                  <a:lnTo>
                    <a:pt x="2798" y="3607"/>
                  </a:lnTo>
                  <a:lnTo>
                    <a:pt x="2798" y="3831"/>
                  </a:lnTo>
                  <a:lnTo>
                    <a:pt x="2601" y="3718"/>
                  </a:lnTo>
                  <a:lnTo>
                    <a:pt x="2601" y="3493"/>
                  </a:lnTo>
                  <a:lnTo>
                    <a:pt x="2680" y="3538"/>
                  </a:lnTo>
                  <a:cubicBezTo>
                    <a:pt x="2629" y="3042"/>
                    <a:pt x="2303" y="2483"/>
                    <a:pt x="1895" y="2195"/>
                  </a:cubicBezTo>
                  <a:lnTo>
                    <a:pt x="1895" y="2289"/>
                  </a:lnTo>
                  <a:lnTo>
                    <a:pt x="1699" y="2175"/>
                  </a:lnTo>
                  <a:lnTo>
                    <a:pt x="1699" y="2083"/>
                  </a:lnTo>
                  <a:cubicBezTo>
                    <a:pt x="1592" y="2035"/>
                    <a:pt x="1491" y="2012"/>
                    <a:pt x="1398" y="2012"/>
                  </a:cubicBezTo>
                  <a:cubicBezTo>
                    <a:pt x="1138" y="2012"/>
                    <a:pt x="949" y="2195"/>
                    <a:pt x="910" y="2516"/>
                  </a:cubicBezTo>
                  <a:lnTo>
                    <a:pt x="987" y="2561"/>
                  </a:lnTo>
                  <a:lnTo>
                    <a:pt x="987" y="2785"/>
                  </a:lnTo>
                  <a:lnTo>
                    <a:pt x="790" y="2673"/>
                  </a:lnTo>
                  <a:lnTo>
                    <a:pt x="790" y="2447"/>
                  </a:lnTo>
                  <a:lnTo>
                    <a:pt x="885" y="2503"/>
                  </a:lnTo>
                  <a:cubicBezTo>
                    <a:pt x="925" y="2169"/>
                    <a:pt x="1119" y="1979"/>
                    <a:pt x="1388" y="1979"/>
                  </a:cubicBezTo>
                  <a:cubicBezTo>
                    <a:pt x="1451" y="1979"/>
                    <a:pt x="1518" y="1990"/>
                    <a:pt x="1587" y="2011"/>
                  </a:cubicBezTo>
                  <a:lnTo>
                    <a:pt x="890" y="1610"/>
                  </a:lnTo>
                  <a:cubicBezTo>
                    <a:pt x="886" y="1639"/>
                    <a:pt x="868" y="1657"/>
                    <a:pt x="843" y="1657"/>
                  </a:cubicBezTo>
                  <a:cubicBezTo>
                    <a:pt x="832" y="1657"/>
                    <a:pt x="819" y="1653"/>
                    <a:pt x="805" y="1645"/>
                  </a:cubicBezTo>
                  <a:cubicBezTo>
                    <a:pt x="755" y="1612"/>
                    <a:pt x="722" y="1558"/>
                    <a:pt x="719" y="1496"/>
                  </a:cubicBezTo>
                  <a:cubicBezTo>
                    <a:pt x="719" y="1458"/>
                    <a:pt x="739" y="1435"/>
                    <a:pt x="767" y="1435"/>
                  </a:cubicBezTo>
                  <a:close/>
                  <a:moveTo>
                    <a:pt x="8" y="0"/>
                  </a:moveTo>
                  <a:lnTo>
                    <a:pt x="0" y="3053"/>
                  </a:lnTo>
                  <a:lnTo>
                    <a:pt x="3583" y="5122"/>
                  </a:lnTo>
                  <a:lnTo>
                    <a:pt x="3592" y="2069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235" name="CustomShape 130"/>
            <p:cNvSpPr/>
            <p:nvPr/>
          </p:nvSpPr>
          <p:spPr>
            <a:xfrm>
              <a:off x="5838840" y="1922760"/>
              <a:ext cx="6480" cy="8280"/>
            </a:xfrm>
            <a:custGeom>
              <a:avLst/>
              <a:gdLst/>
              <a:ahLst/>
              <a:cxnLst/>
              <a:rect l="l" t="t" r="r" b="b"/>
              <a:pathLst>
                <a:path w="171" h="222">
                  <a:moveTo>
                    <a:pt x="47" y="1"/>
                  </a:moveTo>
                  <a:cubicBezTo>
                    <a:pt x="19" y="1"/>
                    <a:pt x="0" y="23"/>
                    <a:pt x="0" y="62"/>
                  </a:cubicBezTo>
                  <a:cubicBezTo>
                    <a:pt x="3" y="122"/>
                    <a:pt x="34" y="177"/>
                    <a:pt x="85" y="209"/>
                  </a:cubicBezTo>
                  <a:cubicBezTo>
                    <a:pt x="99" y="217"/>
                    <a:pt x="112" y="221"/>
                    <a:pt x="124" y="221"/>
                  </a:cubicBezTo>
                  <a:cubicBezTo>
                    <a:pt x="148" y="221"/>
                    <a:pt x="167" y="204"/>
                    <a:pt x="171" y="174"/>
                  </a:cubicBezTo>
                  <a:lnTo>
                    <a:pt x="85" y="125"/>
                  </a:lnTo>
                  <a:lnTo>
                    <a:pt x="85" y="97"/>
                  </a:lnTo>
                  <a:lnTo>
                    <a:pt x="171" y="145"/>
                  </a:lnTo>
                  <a:cubicBezTo>
                    <a:pt x="163" y="91"/>
                    <a:pt x="132" y="42"/>
                    <a:pt x="86" y="11"/>
                  </a:cubicBezTo>
                  <a:lnTo>
                    <a:pt x="86" y="13"/>
                  </a:lnTo>
                  <a:cubicBezTo>
                    <a:pt x="72" y="5"/>
                    <a:pt x="59" y="1"/>
                    <a:pt x="47" y="1"/>
                  </a:cubicBezTo>
                  <a:close/>
                </a:path>
              </a:pathLst>
            </a:custGeom>
            <a:solidFill>
              <a:srgbClr val="0C194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236" name="CustomShape 131"/>
            <p:cNvSpPr/>
            <p:nvPr/>
          </p:nvSpPr>
          <p:spPr>
            <a:xfrm>
              <a:off x="5914800" y="1966320"/>
              <a:ext cx="6480" cy="8280"/>
            </a:xfrm>
            <a:custGeom>
              <a:avLst/>
              <a:gdLst/>
              <a:ahLst/>
              <a:cxnLst/>
              <a:rect l="l" t="t" r="r" b="b"/>
              <a:pathLst>
                <a:path w="172" h="218">
                  <a:moveTo>
                    <a:pt x="47" y="1"/>
                  </a:moveTo>
                  <a:cubicBezTo>
                    <a:pt x="23" y="1"/>
                    <a:pt x="5" y="18"/>
                    <a:pt x="1" y="48"/>
                  </a:cubicBezTo>
                  <a:lnTo>
                    <a:pt x="68" y="87"/>
                  </a:lnTo>
                  <a:lnTo>
                    <a:pt x="68" y="87"/>
                  </a:lnTo>
                  <a:lnTo>
                    <a:pt x="65" y="77"/>
                  </a:lnTo>
                  <a:lnTo>
                    <a:pt x="87" y="96"/>
                  </a:lnTo>
                  <a:lnTo>
                    <a:pt x="104" y="107"/>
                  </a:lnTo>
                  <a:lnTo>
                    <a:pt x="104" y="113"/>
                  </a:lnTo>
                  <a:lnTo>
                    <a:pt x="170" y="176"/>
                  </a:lnTo>
                  <a:cubicBezTo>
                    <a:pt x="170" y="170"/>
                    <a:pt x="171" y="165"/>
                    <a:pt x="171" y="159"/>
                  </a:cubicBezTo>
                  <a:cubicBezTo>
                    <a:pt x="168" y="99"/>
                    <a:pt x="136" y="44"/>
                    <a:pt x="85" y="11"/>
                  </a:cubicBezTo>
                  <a:lnTo>
                    <a:pt x="85" y="13"/>
                  </a:lnTo>
                  <a:cubicBezTo>
                    <a:pt x="71" y="5"/>
                    <a:pt x="58" y="1"/>
                    <a:pt x="47" y="1"/>
                  </a:cubicBezTo>
                  <a:close/>
                  <a:moveTo>
                    <a:pt x="1" y="76"/>
                  </a:moveTo>
                  <a:lnTo>
                    <a:pt x="1" y="76"/>
                  </a:lnTo>
                  <a:cubicBezTo>
                    <a:pt x="8" y="131"/>
                    <a:pt x="39" y="179"/>
                    <a:pt x="85" y="210"/>
                  </a:cubicBezTo>
                  <a:cubicBezTo>
                    <a:pt x="90" y="213"/>
                    <a:pt x="95" y="216"/>
                    <a:pt x="101" y="217"/>
                  </a:cubicBezTo>
                  <a:lnTo>
                    <a:pt x="76" y="120"/>
                  </a:lnTo>
                  <a:lnTo>
                    <a:pt x="78" y="120"/>
                  </a:lnTo>
                  <a:lnTo>
                    <a:pt x="1" y="76"/>
                  </a:lnTo>
                  <a:close/>
                </a:path>
              </a:pathLst>
            </a:custGeom>
            <a:solidFill>
              <a:srgbClr val="0C194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237" name="CustomShape 132"/>
            <p:cNvSpPr/>
            <p:nvPr/>
          </p:nvSpPr>
          <p:spPr>
            <a:xfrm>
              <a:off x="5918760" y="1972080"/>
              <a:ext cx="7920" cy="10800"/>
            </a:xfrm>
            <a:custGeom>
              <a:avLst/>
              <a:gdLst/>
              <a:ahLst/>
              <a:cxnLst/>
              <a:rect l="l" t="t" r="r" b="b"/>
              <a:pathLst>
                <a:path w="211" h="285">
                  <a:moveTo>
                    <a:pt x="0" y="0"/>
                  </a:moveTo>
                  <a:lnTo>
                    <a:pt x="69" y="284"/>
                  </a:lnTo>
                  <a:lnTo>
                    <a:pt x="111" y="192"/>
                  </a:lnTo>
                  <a:lnTo>
                    <a:pt x="211" y="2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238" name="CustomShape 133"/>
            <p:cNvSpPr/>
            <p:nvPr/>
          </p:nvSpPr>
          <p:spPr>
            <a:xfrm>
              <a:off x="5917320" y="1969560"/>
              <a:ext cx="12240" cy="16560"/>
            </a:xfrm>
            <a:custGeom>
              <a:avLst/>
              <a:gdLst/>
              <a:ahLst/>
              <a:cxnLst/>
              <a:rect l="l" t="t" r="r" b="b"/>
              <a:pathLst>
                <a:path w="322" h="433">
                  <a:moveTo>
                    <a:pt x="0" y="0"/>
                  </a:moveTo>
                  <a:lnTo>
                    <a:pt x="3" y="11"/>
                  </a:lnTo>
                  <a:lnTo>
                    <a:pt x="23" y="22"/>
                  </a:lnTo>
                  <a:lnTo>
                    <a:pt x="2" y="2"/>
                  </a:lnTo>
                  <a:lnTo>
                    <a:pt x="0" y="0"/>
                  </a:lnTo>
                  <a:close/>
                  <a:moveTo>
                    <a:pt x="40" y="68"/>
                  </a:moveTo>
                  <a:lnTo>
                    <a:pt x="251" y="271"/>
                  </a:lnTo>
                  <a:lnTo>
                    <a:pt x="151" y="260"/>
                  </a:lnTo>
                  <a:lnTo>
                    <a:pt x="109" y="352"/>
                  </a:lnTo>
                  <a:lnTo>
                    <a:pt x="40" y="68"/>
                  </a:lnTo>
                  <a:close/>
                  <a:moveTo>
                    <a:pt x="39" y="37"/>
                  </a:moveTo>
                  <a:lnTo>
                    <a:pt x="39" y="60"/>
                  </a:lnTo>
                  <a:lnTo>
                    <a:pt x="11" y="43"/>
                  </a:lnTo>
                  <a:lnTo>
                    <a:pt x="36" y="140"/>
                  </a:lnTo>
                  <a:lnTo>
                    <a:pt x="106" y="432"/>
                  </a:lnTo>
                  <a:lnTo>
                    <a:pt x="169" y="292"/>
                  </a:lnTo>
                  <a:lnTo>
                    <a:pt x="321" y="309"/>
                  </a:lnTo>
                  <a:lnTo>
                    <a:pt x="105" y="100"/>
                  </a:lnTo>
                  <a:lnTo>
                    <a:pt x="39" y="37"/>
                  </a:lnTo>
                  <a:close/>
                </a:path>
              </a:pathLst>
            </a:custGeom>
            <a:solidFill>
              <a:srgbClr val="0C194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239" name="CustomShape 134"/>
            <p:cNvSpPr/>
            <p:nvPr/>
          </p:nvSpPr>
          <p:spPr>
            <a:xfrm>
              <a:off x="5842440" y="1926360"/>
              <a:ext cx="76320" cy="45000"/>
            </a:xfrm>
            <a:custGeom>
              <a:avLst/>
              <a:gdLst/>
              <a:ahLst/>
              <a:cxnLst/>
              <a:rect l="l" t="t" r="r" b="b"/>
              <a:pathLst>
                <a:path w="1946" h="1153">
                  <a:moveTo>
                    <a:pt x="0" y="0"/>
                  </a:moveTo>
                  <a:lnTo>
                    <a:pt x="0" y="28"/>
                  </a:lnTo>
                  <a:lnTo>
                    <a:pt x="85" y="77"/>
                  </a:lnTo>
                  <a:lnTo>
                    <a:pt x="781" y="480"/>
                  </a:lnTo>
                  <a:cubicBezTo>
                    <a:pt x="819" y="492"/>
                    <a:pt x="858" y="506"/>
                    <a:pt x="894" y="523"/>
                  </a:cubicBezTo>
                  <a:lnTo>
                    <a:pt x="894" y="516"/>
                  </a:lnTo>
                  <a:lnTo>
                    <a:pt x="85" y="49"/>
                  </a:lnTo>
                  <a:lnTo>
                    <a:pt x="0" y="0"/>
                  </a:lnTo>
                  <a:close/>
                  <a:moveTo>
                    <a:pt x="1090" y="630"/>
                  </a:moveTo>
                  <a:lnTo>
                    <a:pt x="1090" y="636"/>
                  </a:lnTo>
                  <a:cubicBezTo>
                    <a:pt x="1128" y="664"/>
                    <a:pt x="1166" y="693"/>
                    <a:pt x="1203" y="724"/>
                  </a:cubicBezTo>
                  <a:lnTo>
                    <a:pt x="1841" y="1092"/>
                  </a:lnTo>
                  <a:lnTo>
                    <a:pt x="1918" y="1135"/>
                  </a:lnTo>
                  <a:lnTo>
                    <a:pt x="1945" y="1152"/>
                  </a:lnTo>
                  <a:lnTo>
                    <a:pt x="1945" y="1123"/>
                  </a:lnTo>
                  <a:lnTo>
                    <a:pt x="1927" y="1112"/>
                  </a:lnTo>
                  <a:lnTo>
                    <a:pt x="1908" y="1102"/>
                  </a:lnTo>
                  <a:lnTo>
                    <a:pt x="1841" y="1063"/>
                  </a:lnTo>
                  <a:lnTo>
                    <a:pt x="1090" y="630"/>
                  </a:lnTo>
                  <a:close/>
                </a:path>
              </a:pathLst>
            </a:custGeom>
            <a:solidFill>
              <a:srgbClr val="0C194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240" name="CustomShape 135"/>
            <p:cNvSpPr/>
            <p:nvPr/>
          </p:nvSpPr>
          <p:spPr>
            <a:xfrm>
              <a:off x="5845320" y="1944000"/>
              <a:ext cx="71280" cy="61560"/>
            </a:xfrm>
            <a:custGeom>
              <a:avLst/>
              <a:gdLst/>
              <a:ahLst/>
              <a:cxnLst/>
              <a:rect l="l" t="t" r="r" b="b"/>
              <a:pathLst>
                <a:path w="1820" h="1574">
                  <a:moveTo>
                    <a:pt x="501" y="1"/>
                  </a:moveTo>
                  <a:cubicBezTo>
                    <a:pt x="233" y="1"/>
                    <a:pt x="39" y="190"/>
                    <a:pt x="0" y="524"/>
                  </a:cubicBezTo>
                  <a:lnTo>
                    <a:pt x="25" y="538"/>
                  </a:lnTo>
                  <a:cubicBezTo>
                    <a:pt x="63" y="215"/>
                    <a:pt x="253" y="32"/>
                    <a:pt x="513" y="32"/>
                  </a:cubicBezTo>
                  <a:cubicBezTo>
                    <a:pt x="606" y="32"/>
                    <a:pt x="707" y="55"/>
                    <a:pt x="814" y="103"/>
                  </a:cubicBezTo>
                  <a:lnTo>
                    <a:pt x="814" y="76"/>
                  </a:lnTo>
                  <a:cubicBezTo>
                    <a:pt x="778" y="59"/>
                    <a:pt x="739" y="45"/>
                    <a:pt x="701" y="33"/>
                  </a:cubicBezTo>
                  <a:cubicBezTo>
                    <a:pt x="631" y="11"/>
                    <a:pt x="564" y="1"/>
                    <a:pt x="501" y="1"/>
                  </a:cubicBezTo>
                  <a:close/>
                  <a:moveTo>
                    <a:pt x="1010" y="189"/>
                  </a:moveTo>
                  <a:lnTo>
                    <a:pt x="1010" y="217"/>
                  </a:lnTo>
                  <a:cubicBezTo>
                    <a:pt x="1418" y="506"/>
                    <a:pt x="1744" y="1062"/>
                    <a:pt x="1795" y="1560"/>
                  </a:cubicBezTo>
                  <a:lnTo>
                    <a:pt x="1819" y="1573"/>
                  </a:lnTo>
                  <a:cubicBezTo>
                    <a:pt x="1773" y="1108"/>
                    <a:pt x="1490" y="589"/>
                    <a:pt x="1123" y="277"/>
                  </a:cubicBezTo>
                  <a:cubicBezTo>
                    <a:pt x="1086" y="245"/>
                    <a:pt x="1048" y="215"/>
                    <a:pt x="1010" y="189"/>
                  </a:cubicBezTo>
                  <a:close/>
                </a:path>
              </a:pathLst>
            </a:custGeom>
            <a:solidFill>
              <a:srgbClr val="0C194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241" name="CustomShape 136"/>
            <p:cNvSpPr/>
            <p:nvPr/>
          </p:nvSpPr>
          <p:spPr>
            <a:xfrm>
              <a:off x="5878440" y="1944720"/>
              <a:ext cx="5400" cy="9720"/>
            </a:xfrm>
            <a:custGeom>
              <a:avLst/>
              <a:gdLst/>
              <a:ahLst/>
              <a:cxnLst/>
              <a:rect l="l" t="t" r="r" b="b"/>
              <a:pathLst>
                <a:path w="150" h="254">
                  <a:moveTo>
                    <a:pt x="2" y="0"/>
                  </a:moveTo>
                  <a:lnTo>
                    <a:pt x="1" y="169"/>
                  </a:lnTo>
                  <a:lnTo>
                    <a:pt x="148" y="254"/>
                  </a:lnTo>
                  <a:lnTo>
                    <a:pt x="150" y="85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242" name="CustomShape 137"/>
            <p:cNvSpPr/>
            <p:nvPr/>
          </p:nvSpPr>
          <p:spPr>
            <a:xfrm>
              <a:off x="5877360" y="1942920"/>
              <a:ext cx="7560" cy="12960"/>
            </a:xfrm>
            <a:custGeom>
              <a:avLst/>
              <a:gdLst/>
              <a:ahLst/>
              <a:cxnLst/>
              <a:rect l="l" t="t" r="r" b="b"/>
              <a:pathLst>
                <a:path w="197" h="339">
                  <a:moveTo>
                    <a:pt x="24" y="43"/>
                  </a:moveTo>
                  <a:lnTo>
                    <a:pt x="170" y="128"/>
                  </a:lnTo>
                  <a:lnTo>
                    <a:pt x="170" y="297"/>
                  </a:lnTo>
                  <a:lnTo>
                    <a:pt x="24" y="212"/>
                  </a:lnTo>
                  <a:lnTo>
                    <a:pt x="24" y="43"/>
                  </a:lnTo>
                  <a:close/>
                  <a:moveTo>
                    <a:pt x="1" y="0"/>
                  </a:moveTo>
                  <a:lnTo>
                    <a:pt x="1" y="98"/>
                  </a:lnTo>
                  <a:lnTo>
                    <a:pt x="1" y="134"/>
                  </a:lnTo>
                  <a:lnTo>
                    <a:pt x="1" y="226"/>
                  </a:lnTo>
                  <a:lnTo>
                    <a:pt x="196" y="338"/>
                  </a:lnTo>
                  <a:lnTo>
                    <a:pt x="196" y="1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C194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243" name="CustomShape 138"/>
            <p:cNvSpPr/>
            <p:nvPr/>
          </p:nvSpPr>
          <p:spPr>
            <a:xfrm>
              <a:off x="5842800" y="1964160"/>
              <a:ext cx="5400" cy="9720"/>
            </a:xfrm>
            <a:custGeom>
              <a:avLst/>
              <a:gdLst/>
              <a:ahLst/>
              <a:cxnLst/>
              <a:rect l="l" t="t" r="r" b="b"/>
              <a:pathLst>
                <a:path w="148" h="256">
                  <a:moveTo>
                    <a:pt x="2" y="0"/>
                  </a:moveTo>
                  <a:lnTo>
                    <a:pt x="0" y="169"/>
                  </a:lnTo>
                  <a:lnTo>
                    <a:pt x="148" y="255"/>
                  </a:lnTo>
                  <a:lnTo>
                    <a:pt x="148" y="86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244" name="CustomShape 139"/>
            <p:cNvSpPr/>
            <p:nvPr/>
          </p:nvSpPr>
          <p:spPr>
            <a:xfrm>
              <a:off x="5841720" y="1962360"/>
              <a:ext cx="7560" cy="12960"/>
            </a:xfrm>
            <a:custGeom>
              <a:avLst/>
              <a:gdLst/>
              <a:ahLst/>
              <a:cxnLst/>
              <a:rect l="l" t="t" r="r" b="b"/>
              <a:pathLst>
                <a:path w="198" h="339">
                  <a:moveTo>
                    <a:pt x="24" y="42"/>
                  </a:moveTo>
                  <a:lnTo>
                    <a:pt x="172" y="128"/>
                  </a:lnTo>
                  <a:lnTo>
                    <a:pt x="172" y="297"/>
                  </a:lnTo>
                  <a:lnTo>
                    <a:pt x="24" y="211"/>
                  </a:lnTo>
                  <a:lnTo>
                    <a:pt x="24" y="42"/>
                  </a:lnTo>
                  <a:close/>
                  <a:moveTo>
                    <a:pt x="1" y="1"/>
                  </a:moveTo>
                  <a:lnTo>
                    <a:pt x="1" y="225"/>
                  </a:lnTo>
                  <a:lnTo>
                    <a:pt x="198" y="339"/>
                  </a:lnTo>
                  <a:lnTo>
                    <a:pt x="198" y="114"/>
                  </a:lnTo>
                  <a:lnTo>
                    <a:pt x="121" y="70"/>
                  </a:lnTo>
                  <a:lnTo>
                    <a:pt x="96" y="5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C194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245" name="CustomShape 140"/>
            <p:cNvSpPr/>
            <p:nvPr/>
          </p:nvSpPr>
          <p:spPr>
            <a:xfrm>
              <a:off x="5914080" y="2005200"/>
              <a:ext cx="5400" cy="9720"/>
            </a:xfrm>
            <a:custGeom>
              <a:avLst/>
              <a:gdLst/>
              <a:ahLst/>
              <a:cxnLst/>
              <a:rect l="l" t="t" r="r" b="b"/>
              <a:pathLst>
                <a:path w="149" h="254">
                  <a:moveTo>
                    <a:pt x="1" y="0"/>
                  </a:moveTo>
                  <a:lnTo>
                    <a:pt x="1" y="169"/>
                  </a:lnTo>
                  <a:lnTo>
                    <a:pt x="147" y="254"/>
                  </a:lnTo>
                  <a:lnTo>
                    <a:pt x="148" y="8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246" name="CustomShape 141"/>
            <p:cNvSpPr/>
            <p:nvPr/>
          </p:nvSpPr>
          <p:spPr>
            <a:xfrm>
              <a:off x="5913000" y="2003760"/>
              <a:ext cx="7560" cy="12960"/>
            </a:xfrm>
            <a:custGeom>
              <a:avLst/>
              <a:gdLst/>
              <a:ahLst/>
              <a:cxnLst/>
              <a:rect l="l" t="t" r="r" b="b"/>
              <a:pathLst>
                <a:path w="198" h="338">
                  <a:moveTo>
                    <a:pt x="24" y="41"/>
                  </a:moveTo>
                  <a:lnTo>
                    <a:pt x="171" y="126"/>
                  </a:lnTo>
                  <a:lnTo>
                    <a:pt x="171" y="295"/>
                  </a:lnTo>
                  <a:lnTo>
                    <a:pt x="24" y="210"/>
                  </a:lnTo>
                  <a:lnTo>
                    <a:pt x="24" y="41"/>
                  </a:lnTo>
                  <a:close/>
                  <a:moveTo>
                    <a:pt x="1" y="0"/>
                  </a:moveTo>
                  <a:lnTo>
                    <a:pt x="1" y="224"/>
                  </a:lnTo>
                  <a:lnTo>
                    <a:pt x="197" y="338"/>
                  </a:lnTo>
                  <a:lnTo>
                    <a:pt x="197" y="112"/>
                  </a:lnTo>
                  <a:lnTo>
                    <a:pt x="104" y="58"/>
                  </a:lnTo>
                  <a:lnTo>
                    <a:pt x="79" y="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C194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sp>
        <p:nvSpPr>
          <p:cNvPr id="1247" name="CustomShape 142"/>
          <p:cNvSpPr/>
          <p:nvPr/>
        </p:nvSpPr>
        <p:spPr>
          <a:xfrm>
            <a:off x="311760" y="341280"/>
            <a:ext cx="8520120" cy="572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/>
          <a:lstStyle/>
          <a:p>
            <a:pPr>
              <a:lnSpc>
                <a:spcPct val="100000"/>
              </a:lnSpc>
            </a:pPr>
            <a:r>
              <a:rPr lang="en-US" sz="3600" b="0" strike="noStrike" spc="-1">
                <a:solidFill>
                  <a:srgbClr val="96C7FE"/>
                </a:solidFill>
                <a:latin typeface="Dosis ExtraLight"/>
                <a:ea typeface="Dosis ExtraLight"/>
              </a:rPr>
              <a:t>ALAT DAN BAHAN</a:t>
            </a:r>
            <a:endParaRPr lang="en-US" sz="3600" b="0" strike="noStrike" spc="-1">
              <a:latin typeface="Arial"/>
            </a:endParaRPr>
          </a:p>
        </p:txBody>
      </p:sp>
      <p:pic>
        <p:nvPicPr>
          <p:cNvPr id="1248" name="Picture 252"/>
          <p:cNvPicPr/>
          <p:nvPr/>
        </p:nvPicPr>
        <p:blipFill>
          <a:blip r:embed="rId2"/>
          <a:stretch/>
        </p:blipFill>
        <p:spPr>
          <a:xfrm>
            <a:off x="8046000" y="-19080"/>
            <a:ext cx="1007640" cy="1106640"/>
          </a:xfrm>
          <a:prstGeom prst="rect">
            <a:avLst/>
          </a:prstGeom>
          <a:ln>
            <a:noFill/>
          </a:ln>
        </p:spPr>
      </p:pic>
      <p:grpSp>
        <p:nvGrpSpPr>
          <p:cNvPr id="1249" name="Group 143"/>
          <p:cNvGrpSpPr/>
          <p:nvPr/>
        </p:nvGrpSpPr>
        <p:grpSpPr>
          <a:xfrm>
            <a:off x="2910600" y="1776600"/>
            <a:ext cx="322560" cy="590040"/>
            <a:chOff x="2910600" y="1776600"/>
            <a:chExt cx="322560" cy="590040"/>
          </a:xfrm>
        </p:grpSpPr>
        <p:grpSp>
          <p:nvGrpSpPr>
            <p:cNvPr id="1250" name="Group 144"/>
            <p:cNvGrpSpPr/>
            <p:nvPr/>
          </p:nvGrpSpPr>
          <p:grpSpPr>
            <a:xfrm>
              <a:off x="2910600" y="1776600"/>
              <a:ext cx="322560" cy="590040"/>
              <a:chOff x="2910600" y="1776600"/>
              <a:chExt cx="322560" cy="590040"/>
            </a:xfrm>
          </p:grpSpPr>
          <p:sp>
            <p:nvSpPr>
              <p:cNvPr id="1251" name="CustomShape 145"/>
              <p:cNvSpPr/>
              <p:nvPr/>
            </p:nvSpPr>
            <p:spPr>
              <a:xfrm>
                <a:off x="2940480" y="1776600"/>
                <a:ext cx="292680" cy="590040"/>
              </a:xfrm>
              <a:custGeom>
                <a:avLst/>
                <a:gdLst/>
                <a:ahLst/>
                <a:cxnLst/>
                <a:rect l="l" t="t" r="r" b="b"/>
                <a:pathLst>
                  <a:path w="34554" h="71434">
                    <a:moveTo>
                      <a:pt x="1575" y="0"/>
                    </a:moveTo>
                    <a:cubicBezTo>
                      <a:pt x="706" y="0"/>
                      <a:pt x="1" y="689"/>
                      <a:pt x="1" y="1557"/>
                    </a:cubicBezTo>
                    <a:lnTo>
                      <a:pt x="1" y="69876"/>
                    </a:lnTo>
                    <a:cubicBezTo>
                      <a:pt x="1" y="70728"/>
                      <a:pt x="706" y="71433"/>
                      <a:pt x="1575" y="71433"/>
                    </a:cubicBezTo>
                    <a:lnTo>
                      <a:pt x="32980" y="71433"/>
                    </a:lnTo>
                    <a:cubicBezTo>
                      <a:pt x="33849" y="71433"/>
                      <a:pt x="34554" y="70728"/>
                      <a:pt x="34554" y="69876"/>
                    </a:cubicBezTo>
                    <a:lnTo>
                      <a:pt x="34554" y="1557"/>
                    </a:lnTo>
                    <a:cubicBezTo>
                      <a:pt x="34554" y="689"/>
                      <a:pt x="33849" y="0"/>
                      <a:pt x="329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1252" name="CustomShape 146"/>
              <p:cNvSpPr/>
              <p:nvPr/>
            </p:nvSpPr>
            <p:spPr>
              <a:xfrm>
                <a:off x="2910600" y="1776600"/>
                <a:ext cx="294480" cy="590040"/>
              </a:xfrm>
              <a:custGeom>
                <a:avLst/>
                <a:gdLst/>
                <a:ahLst/>
                <a:cxnLst/>
                <a:rect l="l" t="t" r="r" b="b"/>
                <a:pathLst>
                  <a:path w="34735" h="71451">
                    <a:moveTo>
                      <a:pt x="1787" y="1"/>
                    </a:moveTo>
                    <a:cubicBezTo>
                      <a:pt x="804" y="1"/>
                      <a:pt x="1" y="1115"/>
                      <a:pt x="1" y="2492"/>
                    </a:cubicBezTo>
                    <a:lnTo>
                      <a:pt x="1" y="68975"/>
                    </a:lnTo>
                    <a:cubicBezTo>
                      <a:pt x="1" y="70336"/>
                      <a:pt x="804" y="71450"/>
                      <a:pt x="1787" y="71450"/>
                    </a:cubicBezTo>
                    <a:lnTo>
                      <a:pt x="34734" y="71450"/>
                    </a:lnTo>
                    <a:lnTo>
                      <a:pt x="3473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1253" name="CustomShape 147"/>
              <p:cNvSpPr/>
              <p:nvPr/>
            </p:nvSpPr>
            <p:spPr>
              <a:xfrm>
                <a:off x="2936520" y="1808280"/>
                <a:ext cx="275760" cy="494280"/>
              </a:xfrm>
              <a:custGeom>
                <a:avLst/>
                <a:gdLst/>
                <a:ahLst/>
                <a:cxnLst/>
                <a:rect l="l" t="t" r="r" b="b"/>
                <a:pathLst>
                  <a:path w="32538" h="60944">
                    <a:moveTo>
                      <a:pt x="427" y="0"/>
                    </a:moveTo>
                    <a:cubicBezTo>
                      <a:pt x="198" y="0"/>
                      <a:pt x="1" y="197"/>
                      <a:pt x="1" y="426"/>
                    </a:cubicBezTo>
                    <a:lnTo>
                      <a:pt x="1" y="60533"/>
                    </a:lnTo>
                    <a:cubicBezTo>
                      <a:pt x="1" y="60763"/>
                      <a:pt x="198" y="60943"/>
                      <a:pt x="427" y="60943"/>
                    </a:cubicBezTo>
                    <a:lnTo>
                      <a:pt x="32128" y="60943"/>
                    </a:lnTo>
                    <a:cubicBezTo>
                      <a:pt x="32357" y="60943"/>
                      <a:pt x="32538" y="60763"/>
                      <a:pt x="32538" y="60533"/>
                    </a:cubicBezTo>
                    <a:lnTo>
                      <a:pt x="32538" y="426"/>
                    </a:lnTo>
                    <a:cubicBezTo>
                      <a:pt x="32538" y="197"/>
                      <a:pt x="32357" y="0"/>
                      <a:pt x="3212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1254" name="CustomShape 148"/>
              <p:cNvSpPr/>
              <p:nvPr/>
            </p:nvSpPr>
            <p:spPr>
              <a:xfrm>
                <a:off x="3059640" y="2318400"/>
                <a:ext cx="32400" cy="27720"/>
              </a:xfrm>
              <a:custGeom>
                <a:avLst/>
                <a:gdLst/>
                <a:ahLst/>
                <a:cxnLst/>
                <a:rect l="l" t="t" r="r" b="b"/>
                <a:pathLst>
                  <a:path w="3870" h="3326">
                    <a:moveTo>
                      <a:pt x="2214" y="358"/>
                    </a:moveTo>
                    <a:lnTo>
                      <a:pt x="2214" y="375"/>
                    </a:lnTo>
                    <a:cubicBezTo>
                      <a:pt x="2935" y="375"/>
                      <a:pt x="3509" y="948"/>
                      <a:pt x="3525" y="1670"/>
                    </a:cubicBezTo>
                    <a:cubicBezTo>
                      <a:pt x="3525" y="2456"/>
                      <a:pt x="2882" y="2973"/>
                      <a:pt x="2212" y="2973"/>
                    </a:cubicBezTo>
                    <a:cubicBezTo>
                      <a:pt x="1890" y="2973"/>
                      <a:pt x="1562" y="2853"/>
                      <a:pt x="1296" y="2587"/>
                    </a:cubicBezTo>
                    <a:cubicBezTo>
                      <a:pt x="476" y="1768"/>
                      <a:pt x="1066" y="358"/>
                      <a:pt x="2214" y="358"/>
                    </a:cubicBezTo>
                    <a:close/>
                    <a:moveTo>
                      <a:pt x="2197" y="1"/>
                    </a:moveTo>
                    <a:cubicBezTo>
                      <a:pt x="1793" y="1"/>
                      <a:pt x="1383" y="152"/>
                      <a:pt x="1050" y="489"/>
                    </a:cubicBezTo>
                    <a:cubicBezTo>
                      <a:pt x="1" y="1538"/>
                      <a:pt x="739" y="3325"/>
                      <a:pt x="2214" y="3325"/>
                    </a:cubicBezTo>
                    <a:cubicBezTo>
                      <a:pt x="3132" y="3325"/>
                      <a:pt x="3869" y="2587"/>
                      <a:pt x="3869" y="1670"/>
                    </a:cubicBezTo>
                    <a:cubicBezTo>
                      <a:pt x="3869" y="669"/>
                      <a:pt x="3048" y="1"/>
                      <a:pt x="219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1255" name="CustomShape 149"/>
              <p:cNvSpPr/>
              <p:nvPr/>
            </p:nvSpPr>
            <p:spPr>
              <a:xfrm>
                <a:off x="2980800" y="2331000"/>
                <a:ext cx="27720" cy="288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361">
                    <a:moveTo>
                      <a:pt x="1" y="0"/>
                    </a:moveTo>
                    <a:lnTo>
                      <a:pt x="1" y="361"/>
                    </a:lnTo>
                    <a:lnTo>
                      <a:pt x="3312" y="361"/>
                    </a:lnTo>
                    <a:lnTo>
                      <a:pt x="331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1256" name="CustomShape 150"/>
              <p:cNvSpPr/>
              <p:nvPr/>
            </p:nvSpPr>
            <p:spPr>
              <a:xfrm>
                <a:off x="3147840" y="2324160"/>
                <a:ext cx="20160" cy="16200"/>
              </a:xfrm>
              <a:custGeom>
                <a:avLst/>
                <a:gdLst/>
                <a:ahLst/>
                <a:cxnLst/>
                <a:rect l="l" t="t" r="r" b="b"/>
                <a:pathLst>
                  <a:path w="2427" h="1951">
                    <a:moveTo>
                      <a:pt x="2328" y="0"/>
                    </a:moveTo>
                    <a:lnTo>
                      <a:pt x="328" y="656"/>
                    </a:lnTo>
                    <a:cubicBezTo>
                      <a:pt x="148" y="688"/>
                      <a:pt x="0" y="836"/>
                      <a:pt x="0" y="1033"/>
                    </a:cubicBezTo>
                    <a:cubicBezTo>
                      <a:pt x="0" y="1197"/>
                      <a:pt x="132" y="1328"/>
                      <a:pt x="361" y="1393"/>
                    </a:cubicBezTo>
                    <a:lnTo>
                      <a:pt x="2328" y="1951"/>
                    </a:lnTo>
                    <a:lnTo>
                      <a:pt x="2426" y="1606"/>
                    </a:lnTo>
                    <a:lnTo>
                      <a:pt x="459" y="1049"/>
                    </a:lnTo>
                    <a:cubicBezTo>
                      <a:pt x="427" y="1049"/>
                      <a:pt x="394" y="1033"/>
                      <a:pt x="377" y="1016"/>
                    </a:cubicBezTo>
                    <a:lnTo>
                      <a:pt x="427" y="1000"/>
                    </a:lnTo>
                    <a:lnTo>
                      <a:pt x="2426" y="344"/>
                    </a:lnTo>
                    <a:lnTo>
                      <a:pt x="232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1257" name="CustomShape 151"/>
              <p:cNvSpPr/>
              <p:nvPr/>
            </p:nvSpPr>
            <p:spPr>
              <a:xfrm>
                <a:off x="3035880" y="1790280"/>
                <a:ext cx="80280" cy="468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574">
                    <a:moveTo>
                      <a:pt x="164" y="0"/>
                    </a:moveTo>
                    <a:cubicBezTo>
                      <a:pt x="82" y="0"/>
                      <a:pt x="0" y="82"/>
                      <a:pt x="0" y="164"/>
                    </a:cubicBezTo>
                    <a:lnTo>
                      <a:pt x="0" y="410"/>
                    </a:lnTo>
                    <a:cubicBezTo>
                      <a:pt x="0" y="492"/>
                      <a:pt x="82" y="574"/>
                      <a:pt x="164" y="574"/>
                    </a:cubicBezTo>
                    <a:lnTo>
                      <a:pt x="9359" y="574"/>
                    </a:lnTo>
                    <a:cubicBezTo>
                      <a:pt x="9458" y="574"/>
                      <a:pt x="9523" y="492"/>
                      <a:pt x="9523" y="410"/>
                    </a:cubicBezTo>
                    <a:lnTo>
                      <a:pt x="9523" y="164"/>
                    </a:lnTo>
                    <a:cubicBezTo>
                      <a:pt x="9523" y="82"/>
                      <a:pt x="9458" y="0"/>
                      <a:pt x="935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</p:grpSp>
        <p:pic>
          <p:nvPicPr>
            <p:cNvPr id="1258" name="Google Shape;2017;p52"/>
            <p:cNvPicPr/>
            <p:nvPr/>
          </p:nvPicPr>
          <p:blipFill>
            <a:blip r:embed="rId3"/>
            <a:srcRect l="-9" b="-4459"/>
            <a:stretch/>
          </p:blipFill>
          <p:spPr>
            <a:xfrm>
              <a:off x="2932560" y="1806480"/>
              <a:ext cx="279000" cy="518040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1259" name="CustomShape 152"/>
          <p:cNvSpPr/>
          <p:nvPr/>
        </p:nvSpPr>
        <p:spPr>
          <a:xfrm flipH="1">
            <a:off x="2306880" y="2487600"/>
            <a:ext cx="1560240" cy="577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b"/>
          <a:lstStyle/>
          <a:p>
            <a:pPr algn="ctr">
              <a:lnSpc>
                <a:spcPct val="100000"/>
              </a:lnSpc>
            </a:pPr>
            <a:r>
              <a:rPr lang="en-US" sz="2200" b="0" strike="noStrike" spc="-1">
                <a:solidFill>
                  <a:srgbClr val="324788"/>
                </a:solidFill>
                <a:latin typeface="Dosis ExtraLight"/>
                <a:ea typeface="Dosis ExtraLight"/>
              </a:rPr>
              <a:t>smartphone</a:t>
            </a:r>
            <a:endParaRPr lang="en-US" sz="2200" b="0" strike="noStrike" spc="-1">
              <a:latin typeface="Arial"/>
            </a:endParaRPr>
          </a:p>
        </p:txBody>
      </p:sp>
      <p:sp>
        <p:nvSpPr>
          <p:cNvPr id="1260" name="CustomShape 153"/>
          <p:cNvSpPr/>
          <p:nvPr/>
        </p:nvSpPr>
        <p:spPr>
          <a:xfrm flipH="1">
            <a:off x="4923360" y="2484720"/>
            <a:ext cx="1560240" cy="577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b"/>
          <a:lstStyle/>
          <a:p>
            <a:pPr algn="ctr">
              <a:lnSpc>
                <a:spcPct val="100000"/>
              </a:lnSpc>
            </a:pPr>
            <a:r>
              <a:rPr lang="en-US" sz="2200" b="0" strike="noStrike" spc="-1">
                <a:solidFill>
                  <a:srgbClr val="324788"/>
                </a:solidFill>
                <a:latin typeface="Dosis ExtraLight"/>
                <a:ea typeface="Dosis ExtraLight"/>
              </a:rPr>
              <a:t>laptop</a:t>
            </a:r>
            <a:endParaRPr lang="en-US" sz="2200" b="0" strike="noStrike" spc="-1">
              <a:latin typeface="Arial"/>
            </a:endParaRPr>
          </a:p>
        </p:txBody>
      </p:sp>
      <p:grpSp>
        <p:nvGrpSpPr>
          <p:cNvPr id="1261" name="Group 154"/>
          <p:cNvGrpSpPr/>
          <p:nvPr/>
        </p:nvGrpSpPr>
        <p:grpSpPr>
          <a:xfrm>
            <a:off x="837000" y="3637080"/>
            <a:ext cx="7470000" cy="869760"/>
            <a:chOff x="837000" y="3637080"/>
            <a:chExt cx="7470000" cy="869760"/>
          </a:xfrm>
        </p:grpSpPr>
        <p:pic>
          <p:nvPicPr>
            <p:cNvPr id="1262" name="Picture 15"/>
            <p:cNvPicPr/>
            <p:nvPr/>
          </p:nvPicPr>
          <p:blipFill>
            <a:blip r:embed="rId4"/>
            <a:srcRect l="6311" r="6479"/>
            <a:stretch/>
          </p:blipFill>
          <p:spPr>
            <a:xfrm>
              <a:off x="837000" y="3637080"/>
              <a:ext cx="1899720" cy="86976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263" name="Picture 21"/>
            <p:cNvPicPr/>
            <p:nvPr/>
          </p:nvPicPr>
          <p:blipFill>
            <a:blip r:embed="rId5"/>
            <a:stretch/>
          </p:blipFill>
          <p:spPr>
            <a:xfrm>
              <a:off x="3020040" y="3700440"/>
              <a:ext cx="723600" cy="72360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264" name="Picture 23"/>
            <p:cNvPicPr/>
            <p:nvPr/>
          </p:nvPicPr>
          <p:blipFill>
            <a:blip r:embed="rId6"/>
            <a:stretch/>
          </p:blipFill>
          <p:spPr>
            <a:xfrm>
              <a:off x="4107240" y="3849480"/>
              <a:ext cx="1560240" cy="44496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265" name="Picture 25"/>
            <p:cNvPicPr/>
            <p:nvPr/>
          </p:nvPicPr>
          <p:blipFill>
            <a:blip r:embed="rId7"/>
            <a:srcRect l="4282" r="3855"/>
            <a:stretch/>
          </p:blipFill>
          <p:spPr>
            <a:xfrm>
              <a:off x="6063840" y="3803040"/>
              <a:ext cx="742680" cy="53748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266" name="Picture 27"/>
            <p:cNvPicPr/>
            <p:nvPr/>
          </p:nvPicPr>
          <p:blipFill>
            <a:blip r:embed="rId8"/>
            <a:stretch/>
          </p:blipFill>
          <p:spPr>
            <a:xfrm>
              <a:off x="7202880" y="3849480"/>
              <a:ext cx="1104120" cy="444960"/>
            </a:xfrm>
            <a:prstGeom prst="rect">
              <a:avLst/>
            </a:prstGeom>
            <a:ln>
              <a:noFill/>
            </a:ln>
          </p:spPr>
        </p:pic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" name="CustomShape 1"/>
          <p:cNvSpPr/>
          <p:nvPr/>
        </p:nvSpPr>
        <p:spPr>
          <a:xfrm>
            <a:off x="865440" y="-1134720"/>
            <a:ext cx="7412760" cy="74127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68" name="TextShape 2"/>
          <p:cNvSpPr txBox="1"/>
          <p:nvPr/>
        </p:nvSpPr>
        <p:spPr>
          <a:xfrm>
            <a:off x="1619280" y="2259000"/>
            <a:ext cx="3690000" cy="452880"/>
          </a:xfrm>
          <a:prstGeom prst="rect">
            <a:avLst/>
          </a:prstGeom>
          <a:noFill/>
          <a:ln>
            <a:noFill/>
          </a:ln>
        </p:spPr>
        <p:txBody>
          <a:bodyPr tIns="91440" bIns="91440" anchor="b"/>
          <a:lstStyle/>
          <a:p>
            <a:pPr>
              <a:lnSpc>
                <a:spcPct val="100000"/>
              </a:lnSpc>
            </a:pPr>
            <a:r>
              <a:rPr lang="en-US" sz="4000" b="0" strike="noStrike" spc="-1">
                <a:solidFill>
                  <a:srgbClr val="324788"/>
                </a:solidFill>
                <a:latin typeface="Dosis ExtraLight"/>
                <a:ea typeface="Dosis ExtraLight"/>
              </a:rPr>
              <a:t>TAHAPAN PENELITIAN</a:t>
            </a:r>
            <a:endParaRPr lang="en-US" sz="4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9" name="TextShape 3"/>
          <p:cNvSpPr txBox="1"/>
          <p:nvPr/>
        </p:nvSpPr>
        <p:spPr>
          <a:xfrm>
            <a:off x="1619640" y="2961360"/>
            <a:ext cx="2240280" cy="577440"/>
          </a:xfrm>
          <a:prstGeom prst="rect">
            <a:avLst/>
          </a:prstGeom>
          <a:noFill/>
          <a:ln>
            <a:noFill/>
          </a:ln>
        </p:spPr>
        <p:txBody>
          <a:bodyPr tIns="91440" bIns="91440" anchor="ctr"/>
          <a:lstStyle/>
          <a:p>
            <a:pPr>
              <a:lnSpc>
                <a:spcPct val="100000"/>
              </a:lnSpc>
            </a:pPr>
            <a:r>
              <a:rPr lang="en-US" sz="9600" b="0" strike="noStrike" spc="-1">
                <a:solidFill>
                  <a:srgbClr val="F5FBFB"/>
                </a:solidFill>
                <a:latin typeface="Dosis ExtraLight"/>
                <a:ea typeface="Dosis ExtraLight"/>
              </a:rPr>
              <a:t>07</a:t>
            </a:r>
            <a:endParaRPr lang="en-US" sz="96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270" name="Group 4"/>
          <p:cNvGrpSpPr/>
          <p:nvPr/>
        </p:nvGrpSpPr>
        <p:grpSpPr>
          <a:xfrm>
            <a:off x="5231160" y="624600"/>
            <a:ext cx="3125520" cy="3091320"/>
            <a:chOff x="5231160" y="624600"/>
            <a:chExt cx="3125520" cy="3091320"/>
          </a:xfrm>
        </p:grpSpPr>
        <p:sp>
          <p:nvSpPr>
            <p:cNvPr id="1271" name="CustomShape 5"/>
            <p:cNvSpPr/>
            <p:nvPr/>
          </p:nvSpPr>
          <p:spPr>
            <a:xfrm>
              <a:off x="5231160" y="1850400"/>
              <a:ext cx="3125520" cy="1865520"/>
            </a:xfrm>
            <a:custGeom>
              <a:avLst/>
              <a:gdLst/>
              <a:ahLst/>
              <a:cxnLst/>
              <a:rect l="l" t="t" r="r" b="b"/>
              <a:pathLst>
                <a:path w="14689" h="8769">
                  <a:moveTo>
                    <a:pt x="7321" y="0"/>
                  </a:moveTo>
                  <a:lnTo>
                    <a:pt x="2" y="4254"/>
                  </a:lnTo>
                  <a:lnTo>
                    <a:pt x="1" y="4515"/>
                  </a:lnTo>
                  <a:lnTo>
                    <a:pt x="7368" y="8769"/>
                  </a:lnTo>
                  <a:lnTo>
                    <a:pt x="14689" y="4515"/>
                  </a:lnTo>
                  <a:lnTo>
                    <a:pt x="14689" y="4254"/>
                  </a:lnTo>
                  <a:lnTo>
                    <a:pt x="7321" y="0"/>
                  </a:lnTo>
                  <a:close/>
                </a:path>
              </a:pathLst>
            </a:custGeom>
            <a:solidFill>
              <a:srgbClr val="716FE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272" name="CustomShape 6"/>
            <p:cNvSpPr/>
            <p:nvPr/>
          </p:nvSpPr>
          <p:spPr>
            <a:xfrm>
              <a:off x="6798960" y="2755440"/>
              <a:ext cx="1557360" cy="960480"/>
            </a:xfrm>
            <a:custGeom>
              <a:avLst/>
              <a:gdLst/>
              <a:ahLst/>
              <a:cxnLst/>
              <a:rect l="l" t="t" r="r" b="b"/>
              <a:pathLst>
                <a:path w="7321" h="4516">
                  <a:moveTo>
                    <a:pt x="7321" y="1"/>
                  </a:moveTo>
                  <a:lnTo>
                    <a:pt x="2" y="4255"/>
                  </a:lnTo>
                  <a:lnTo>
                    <a:pt x="0" y="4516"/>
                  </a:lnTo>
                  <a:lnTo>
                    <a:pt x="7321" y="262"/>
                  </a:lnTo>
                  <a:lnTo>
                    <a:pt x="7321" y="1"/>
                  </a:lnTo>
                  <a:close/>
                </a:path>
              </a:pathLst>
            </a:custGeom>
            <a:solidFill>
              <a:srgbClr val="716FE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273" name="CustomShape 7"/>
            <p:cNvSpPr/>
            <p:nvPr/>
          </p:nvSpPr>
          <p:spPr>
            <a:xfrm>
              <a:off x="5231160" y="2755440"/>
              <a:ext cx="1567800" cy="960480"/>
            </a:xfrm>
            <a:custGeom>
              <a:avLst/>
              <a:gdLst/>
              <a:ahLst/>
              <a:cxnLst/>
              <a:rect l="l" t="t" r="r" b="b"/>
              <a:pathLst>
                <a:path w="7370" h="4516">
                  <a:moveTo>
                    <a:pt x="2" y="1"/>
                  </a:moveTo>
                  <a:lnTo>
                    <a:pt x="1" y="262"/>
                  </a:lnTo>
                  <a:lnTo>
                    <a:pt x="7368" y="4516"/>
                  </a:lnTo>
                  <a:lnTo>
                    <a:pt x="7370" y="4255"/>
                  </a:lnTo>
                  <a:lnTo>
                    <a:pt x="2" y="1"/>
                  </a:lnTo>
                  <a:close/>
                </a:path>
              </a:pathLst>
            </a:custGeom>
            <a:solidFill>
              <a:srgbClr val="8381E7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274" name="CustomShape 8"/>
            <p:cNvSpPr/>
            <p:nvPr/>
          </p:nvSpPr>
          <p:spPr>
            <a:xfrm>
              <a:off x="5231520" y="1850400"/>
              <a:ext cx="3125160" cy="1810080"/>
            </a:xfrm>
            <a:custGeom>
              <a:avLst/>
              <a:gdLst/>
              <a:ahLst/>
              <a:cxnLst/>
              <a:rect l="l" t="t" r="r" b="b"/>
              <a:pathLst>
                <a:path w="14687" h="8508">
                  <a:moveTo>
                    <a:pt x="7319" y="0"/>
                  </a:moveTo>
                  <a:lnTo>
                    <a:pt x="0" y="4254"/>
                  </a:lnTo>
                  <a:lnTo>
                    <a:pt x="7368" y="8508"/>
                  </a:lnTo>
                  <a:lnTo>
                    <a:pt x="14687" y="4254"/>
                  </a:lnTo>
                  <a:lnTo>
                    <a:pt x="7319" y="0"/>
                  </a:lnTo>
                  <a:close/>
                </a:path>
              </a:pathLst>
            </a:custGeom>
            <a:solidFill>
              <a:srgbClr val="75B4FA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275" name="CustomShape 9"/>
            <p:cNvSpPr/>
            <p:nvPr/>
          </p:nvSpPr>
          <p:spPr>
            <a:xfrm>
              <a:off x="5231160" y="1237680"/>
              <a:ext cx="3125520" cy="1865520"/>
            </a:xfrm>
            <a:custGeom>
              <a:avLst/>
              <a:gdLst/>
              <a:ahLst/>
              <a:cxnLst/>
              <a:rect l="l" t="t" r="r" b="b"/>
              <a:pathLst>
                <a:path w="14689" h="8768">
                  <a:moveTo>
                    <a:pt x="7321" y="0"/>
                  </a:moveTo>
                  <a:lnTo>
                    <a:pt x="2" y="4254"/>
                  </a:lnTo>
                  <a:lnTo>
                    <a:pt x="1" y="4514"/>
                  </a:lnTo>
                  <a:lnTo>
                    <a:pt x="7368" y="8768"/>
                  </a:lnTo>
                  <a:lnTo>
                    <a:pt x="14689" y="4514"/>
                  </a:lnTo>
                  <a:lnTo>
                    <a:pt x="14689" y="4252"/>
                  </a:lnTo>
                  <a:lnTo>
                    <a:pt x="7321" y="0"/>
                  </a:lnTo>
                  <a:close/>
                </a:path>
              </a:pathLst>
            </a:custGeom>
            <a:solidFill>
              <a:srgbClr val="FFDD4D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276" name="CustomShape 10"/>
            <p:cNvSpPr/>
            <p:nvPr/>
          </p:nvSpPr>
          <p:spPr>
            <a:xfrm>
              <a:off x="6798960" y="2142360"/>
              <a:ext cx="1557360" cy="960480"/>
            </a:xfrm>
            <a:custGeom>
              <a:avLst/>
              <a:gdLst/>
              <a:ahLst/>
              <a:cxnLst/>
              <a:rect l="l" t="t" r="r" b="b"/>
              <a:pathLst>
                <a:path w="7321" h="4516">
                  <a:moveTo>
                    <a:pt x="7321" y="0"/>
                  </a:moveTo>
                  <a:lnTo>
                    <a:pt x="2" y="4254"/>
                  </a:lnTo>
                  <a:lnTo>
                    <a:pt x="0" y="4516"/>
                  </a:lnTo>
                  <a:lnTo>
                    <a:pt x="7321" y="262"/>
                  </a:lnTo>
                  <a:lnTo>
                    <a:pt x="7321" y="0"/>
                  </a:lnTo>
                  <a:close/>
                </a:path>
              </a:pathLst>
            </a:custGeom>
            <a:solidFill>
              <a:srgbClr val="FFDD4D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277" name="CustomShape 11"/>
            <p:cNvSpPr/>
            <p:nvPr/>
          </p:nvSpPr>
          <p:spPr>
            <a:xfrm>
              <a:off x="5231160" y="2143080"/>
              <a:ext cx="1567800" cy="960120"/>
            </a:xfrm>
            <a:custGeom>
              <a:avLst/>
              <a:gdLst/>
              <a:ahLst/>
              <a:cxnLst/>
              <a:rect l="l" t="t" r="r" b="b"/>
              <a:pathLst>
                <a:path w="7370" h="4514">
                  <a:moveTo>
                    <a:pt x="2" y="0"/>
                  </a:moveTo>
                  <a:lnTo>
                    <a:pt x="1" y="260"/>
                  </a:lnTo>
                  <a:lnTo>
                    <a:pt x="7368" y="4514"/>
                  </a:lnTo>
                  <a:lnTo>
                    <a:pt x="7370" y="4252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E2B50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278" name="CustomShape 12"/>
            <p:cNvSpPr/>
            <p:nvPr/>
          </p:nvSpPr>
          <p:spPr>
            <a:xfrm>
              <a:off x="5231520" y="1237680"/>
              <a:ext cx="3125160" cy="1809720"/>
            </a:xfrm>
            <a:custGeom>
              <a:avLst/>
              <a:gdLst/>
              <a:ahLst/>
              <a:cxnLst/>
              <a:rect l="l" t="t" r="r" b="b"/>
              <a:pathLst>
                <a:path w="14687" h="8507">
                  <a:moveTo>
                    <a:pt x="7319" y="0"/>
                  </a:moveTo>
                  <a:lnTo>
                    <a:pt x="0" y="4254"/>
                  </a:lnTo>
                  <a:lnTo>
                    <a:pt x="7368" y="8506"/>
                  </a:lnTo>
                  <a:lnTo>
                    <a:pt x="14687" y="4252"/>
                  </a:lnTo>
                  <a:lnTo>
                    <a:pt x="7319" y="0"/>
                  </a:lnTo>
                  <a:close/>
                </a:path>
              </a:pathLst>
            </a:custGeom>
            <a:solidFill>
              <a:srgbClr val="FBC90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279" name="CustomShape 13"/>
            <p:cNvSpPr/>
            <p:nvPr/>
          </p:nvSpPr>
          <p:spPr>
            <a:xfrm>
              <a:off x="5231160" y="624600"/>
              <a:ext cx="3125520" cy="1865520"/>
            </a:xfrm>
            <a:custGeom>
              <a:avLst/>
              <a:gdLst/>
              <a:ahLst/>
              <a:cxnLst/>
              <a:rect l="l" t="t" r="r" b="b"/>
              <a:pathLst>
                <a:path w="14689" h="8769">
                  <a:moveTo>
                    <a:pt x="7321" y="1"/>
                  </a:moveTo>
                  <a:lnTo>
                    <a:pt x="2" y="4255"/>
                  </a:lnTo>
                  <a:lnTo>
                    <a:pt x="1" y="4514"/>
                  </a:lnTo>
                  <a:lnTo>
                    <a:pt x="7368" y="8768"/>
                  </a:lnTo>
                  <a:lnTo>
                    <a:pt x="14689" y="4514"/>
                  </a:lnTo>
                  <a:lnTo>
                    <a:pt x="14689" y="4255"/>
                  </a:lnTo>
                  <a:lnTo>
                    <a:pt x="7321" y="1"/>
                  </a:lnTo>
                  <a:close/>
                </a:path>
              </a:pathLst>
            </a:custGeom>
            <a:solidFill>
              <a:srgbClr val="E9458D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280" name="CustomShape 14"/>
            <p:cNvSpPr/>
            <p:nvPr/>
          </p:nvSpPr>
          <p:spPr>
            <a:xfrm>
              <a:off x="6798960" y="1530000"/>
              <a:ext cx="1557360" cy="960480"/>
            </a:xfrm>
            <a:custGeom>
              <a:avLst/>
              <a:gdLst/>
              <a:ahLst/>
              <a:cxnLst/>
              <a:rect l="l" t="t" r="r" b="b"/>
              <a:pathLst>
                <a:path w="7321" h="4515">
                  <a:moveTo>
                    <a:pt x="7321" y="1"/>
                  </a:moveTo>
                  <a:lnTo>
                    <a:pt x="2" y="4254"/>
                  </a:lnTo>
                  <a:lnTo>
                    <a:pt x="0" y="4514"/>
                  </a:lnTo>
                  <a:lnTo>
                    <a:pt x="7321" y="260"/>
                  </a:lnTo>
                  <a:lnTo>
                    <a:pt x="7321" y="1"/>
                  </a:lnTo>
                  <a:close/>
                </a:path>
              </a:pathLst>
            </a:custGeom>
            <a:solidFill>
              <a:srgbClr val="E31E7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281" name="CustomShape 15"/>
            <p:cNvSpPr/>
            <p:nvPr/>
          </p:nvSpPr>
          <p:spPr>
            <a:xfrm>
              <a:off x="5231160" y="1530000"/>
              <a:ext cx="1567800" cy="960480"/>
            </a:xfrm>
            <a:custGeom>
              <a:avLst/>
              <a:gdLst/>
              <a:ahLst/>
              <a:cxnLst/>
              <a:rect l="l" t="t" r="r" b="b"/>
              <a:pathLst>
                <a:path w="7370" h="4515">
                  <a:moveTo>
                    <a:pt x="2" y="1"/>
                  </a:moveTo>
                  <a:lnTo>
                    <a:pt x="1" y="260"/>
                  </a:lnTo>
                  <a:lnTo>
                    <a:pt x="7368" y="4514"/>
                  </a:lnTo>
                  <a:lnTo>
                    <a:pt x="7370" y="4254"/>
                  </a:lnTo>
                  <a:lnTo>
                    <a:pt x="2" y="1"/>
                  </a:lnTo>
                  <a:close/>
                </a:path>
              </a:pathLst>
            </a:custGeom>
            <a:solidFill>
              <a:srgbClr val="E6348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282" name="CustomShape 16"/>
            <p:cNvSpPr/>
            <p:nvPr/>
          </p:nvSpPr>
          <p:spPr>
            <a:xfrm>
              <a:off x="5231520" y="624600"/>
              <a:ext cx="3125160" cy="1810440"/>
            </a:xfrm>
            <a:custGeom>
              <a:avLst/>
              <a:gdLst/>
              <a:ahLst/>
              <a:cxnLst/>
              <a:rect l="l" t="t" r="r" b="b"/>
              <a:pathLst>
                <a:path w="14687" h="8509">
                  <a:moveTo>
                    <a:pt x="7319" y="1"/>
                  </a:moveTo>
                  <a:lnTo>
                    <a:pt x="0" y="4255"/>
                  </a:lnTo>
                  <a:lnTo>
                    <a:pt x="7368" y="8508"/>
                  </a:lnTo>
                  <a:lnTo>
                    <a:pt x="14687" y="4255"/>
                  </a:lnTo>
                  <a:lnTo>
                    <a:pt x="7319" y="1"/>
                  </a:lnTo>
                  <a:close/>
                </a:path>
              </a:pathLst>
            </a:custGeom>
            <a:solidFill>
              <a:srgbClr val="E9458D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1283" name="Group 17"/>
          <p:cNvGrpSpPr/>
          <p:nvPr/>
        </p:nvGrpSpPr>
        <p:grpSpPr>
          <a:xfrm>
            <a:off x="5309280" y="624600"/>
            <a:ext cx="3125520" cy="3091320"/>
            <a:chOff x="5309280" y="624600"/>
            <a:chExt cx="3125520" cy="3091320"/>
          </a:xfrm>
        </p:grpSpPr>
        <p:sp>
          <p:nvSpPr>
            <p:cNvPr id="1284" name="CustomShape 18"/>
            <p:cNvSpPr/>
            <p:nvPr/>
          </p:nvSpPr>
          <p:spPr>
            <a:xfrm>
              <a:off x="5309280" y="1850400"/>
              <a:ext cx="3125520" cy="1865520"/>
            </a:xfrm>
            <a:custGeom>
              <a:avLst/>
              <a:gdLst/>
              <a:ahLst/>
              <a:cxnLst/>
              <a:rect l="l" t="t" r="r" b="b"/>
              <a:pathLst>
                <a:path w="14689" h="8769">
                  <a:moveTo>
                    <a:pt x="7321" y="0"/>
                  </a:moveTo>
                  <a:lnTo>
                    <a:pt x="2" y="4254"/>
                  </a:lnTo>
                  <a:lnTo>
                    <a:pt x="1" y="4515"/>
                  </a:lnTo>
                  <a:lnTo>
                    <a:pt x="7368" y="8769"/>
                  </a:lnTo>
                  <a:lnTo>
                    <a:pt x="14689" y="4515"/>
                  </a:lnTo>
                  <a:lnTo>
                    <a:pt x="14689" y="4254"/>
                  </a:lnTo>
                  <a:lnTo>
                    <a:pt x="7321" y="0"/>
                  </a:lnTo>
                  <a:close/>
                </a:path>
              </a:pathLst>
            </a:custGeom>
            <a:solidFill>
              <a:srgbClr val="716FE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285" name="CustomShape 19"/>
            <p:cNvSpPr/>
            <p:nvPr/>
          </p:nvSpPr>
          <p:spPr>
            <a:xfrm>
              <a:off x="6877080" y="2755440"/>
              <a:ext cx="1557360" cy="960480"/>
            </a:xfrm>
            <a:custGeom>
              <a:avLst/>
              <a:gdLst/>
              <a:ahLst/>
              <a:cxnLst/>
              <a:rect l="l" t="t" r="r" b="b"/>
              <a:pathLst>
                <a:path w="7321" h="4516">
                  <a:moveTo>
                    <a:pt x="7321" y="1"/>
                  </a:moveTo>
                  <a:lnTo>
                    <a:pt x="2" y="4255"/>
                  </a:lnTo>
                  <a:lnTo>
                    <a:pt x="0" y="4516"/>
                  </a:lnTo>
                  <a:lnTo>
                    <a:pt x="7321" y="262"/>
                  </a:lnTo>
                  <a:lnTo>
                    <a:pt x="7321" y="1"/>
                  </a:lnTo>
                  <a:close/>
                </a:path>
              </a:pathLst>
            </a:custGeom>
            <a:solidFill>
              <a:srgbClr val="716FE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286" name="CustomShape 20"/>
            <p:cNvSpPr/>
            <p:nvPr/>
          </p:nvSpPr>
          <p:spPr>
            <a:xfrm>
              <a:off x="5309280" y="2755440"/>
              <a:ext cx="1567800" cy="960480"/>
            </a:xfrm>
            <a:custGeom>
              <a:avLst/>
              <a:gdLst/>
              <a:ahLst/>
              <a:cxnLst/>
              <a:rect l="l" t="t" r="r" b="b"/>
              <a:pathLst>
                <a:path w="7370" h="4516">
                  <a:moveTo>
                    <a:pt x="2" y="1"/>
                  </a:moveTo>
                  <a:lnTo>
                    <a:pt x="1" y="262"/>
                  </a:lnTo>
                  <a:lnTo>
                    <a:pt x="7368" y="4516"/>
                  </a:lnTo>
                  <a:lnTo>
                    <a:pt x="7370" y="4255"/>
                  </a:lnTo>
                  <a:lnTo>
                    <a:pt x="2" y="1"/>
                  </a:lnTo>
                  <a:close/>
                </a:path>
              </a:pathLst>
            </a:custGeom>
            <a:solidFill>
              <a:srgbClr val="8381E7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287" name="CustomShape 21"/>
            <p:cNvSpPr/>
            <p:nvPr/>
          </p:nvSpPr>
          <p:spPr>
            <a:xfrm>
              <a:off x="5309640" y="1850400"/>
              <a:ext cx="3125160" cy="1810080"/>
            </a:xfrm>
            <a:custGeom>
              <a:avLst/>
              <a:gdLst/>
              <a:ahLst/>
              <a:cxnLst/>
              <a:rect l="l" t="t" r="r" b="b"/>
              <a:pathLst>
                <a:path w="14687" h="8508">
                  <a:moveTo>
                    <a:pt x="7319" y="0"/>
                  </a:moveTo>
                  <a:lnTo>
                    <a:pt x="0" y="4254"/>
                  </a:lnTo>
                  <a:lnTo>
                    <a:pt x="7368" y="8508"/>
                  </a:lnTo>
                  <a:lnTo>
                    <a:pt x="14687" y="4254"/>
                  </a:lnTo>
                  <a:lnTo>
                    <a:pt x="7319" y="0"/>
                  </a:lnTo>
                  <a:close/>
                </a:path>
              </a:pathLst>
            </a:custGeom>
            <a:solidFill>
              <a:srgbClr val="75B4FA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288" name="CustomShape 22"/>
            <p:cNvSpPr/>
            <p:nvPr/>
          </p:nvSpPr>
          <p:spPr>
            <a:xfrm>
              <a:off x="5309280" y="1237680"/>
              <a:ext cx="3125520" cy="1865520"/>
            </a:xfrm>
            <a:custGeom>
              <a:avLst/>
              <a:gdLst/>
              <a:ahLst/>
              <a:cxnLst/>
              <a:rect l="l" t="t" r="r" b="b"/>
              <a:pathLst>
                <a:path w="14689" h="8768">
                  <a:moveTo>
                    <a:pt x="7321" y="0"/>
                  </a:moveTo>
                  <a:lnTo>
                    <a:pt x="2" y="4254"/>
                  </a:lnTo>
                  <a:lnTo>
                    <a:pt x="1" y="4514"/>
                  </a:lnTo>
                  <a:lnTo>
                    <a:pt x="7368" y="8768"/>
                  </a:lnTo>
                  <a:lnTo>
                    <a:pt x="14689" y="4514"/>
                  </a:lnTo>
                  <a:lnTo>
                    <a:pt x="14689" y="4252"/>
                  </a:lnTo>
                  <a:lnTo>
                    <a:pt x="7321" y="0"/>
                  </a:lnTo>
                  <a:close/>
                </a:path>
              </a:pathLst>
            </a:custGeom>
            <a:solidFill>
              <a:srgbClr val="FFDD4D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289" name="CustomShape 23"/>
            <p:cNvSpPr/>
            <p:nvPr/>
          </p:nvSpPr>
          <p:spPr>
            <a:xfrm>
              <a:off x="6877080" y="2142360"/>
              <a:ext cx="1557360" cy="960480"/>
            </a:xfrm>
            <a:custGeom>
              <a:avLst/>
              <a:gdLst/>
              <a:ahLst/>
              <a:cxnLst/>
              <a:rect l="l" t="t" r="r" b="b"/>
              <a:pathLst>
                <a:path w="7321" h="4516">
                  <a:moveTo>
                    <a:pt x="7321" y="0"/>
                  </a:moveTo>
                  <a:lnTo>
                    <a:pt x="2" y="4254"/>
                  </a:lnTo>
                  <a:lnTo>
                    <a:pt x="0" y="4516"/>
                  </a:lnTo>
                  <a:lnTo>
                    <a:pt x="7321" y="262"/>
                  </a:lnTo>
                  <a:lnTo>
                    <a:pt x="7321" y="0"/>
                  </a:lnTo>
                  <a:close/>
                </a:path>
              </a:pathLst>
            </a:custGeom>
            <a:solidFill>
              <a:srgbClr val="FFDD4D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290" name="CustomShape 24"/>
            <p:cNvSpPr/>
            <p:nvPr/>
          </p:nvSpPr>
          <p:spPr>
            <a:xfrm>
              <a:off x="5309280" y="2143080"/>
              <a:ext cx="1567800" cy="960120"/>
            </a:xfrm>
            <a:custGeom>
              <a:avLst/>
              <a:gdLst/>
              <a:ahLst/>
              <a:cxnLst/>
              <a:rect l="l" t="t" r="r" b="b"/>
              <a:pathLst>
                <a:path w="7370" h="4514">
                  <a:moveTo>
                    <a:pt x="2" y="0"/>
                  </a:moveTo>
                  <a:lnTo>
                    <a:pt x="1" y="260"/>
                  </a:lnTo>
                  <a:lnTo>
                    <a:pt x="7368" y="4514"/>
                  </a:lnTo>
                  <a:lnTo>
                    <a:pt x="7370" y="4252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E2B50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291" name="CustomShape 25"/>
            <p:cNvSpPr/>
            <p:nvPr/>
          </p:nvSpPr>
          <p:spPr>
            <a:xfrm>
              <a:off x="5309640" y="1237680"/>
              <a:ext cx="3125160" cy="1809720"/>
            </a:xfrm>
            <a:custGeom>
              <a:avLst/>
              <a:gdLst/>
              <a:ahLst/>
              <a:cxnLst/>
              <a:rect l="l" t="t" r="r" b="b"/>
              <a:pathLst>
                <a:path w="14687" h="8507">
                  <a:moveTo>
                    <a:pt x="7319" y="0"/>
                  </a:moveTo>
                  <a:lnTo>
                    <a:pt x="0" y="4254"/>
                  </a:lnTo>
                  <a:lnTo>
                    <a:pt x="7368" y="8506"/>
                  </a:lnTo>
                  <a:lnTo>
                    <a:pt x="14687" y="4252"/>
                  </a:lnTo>
                  <a:lnTo>
                    <a:pt x="7319" y="0"/>
                  </a:lnTo>
                  <a:close/>
                </a:path>
              </a:pathLst>
            </a:custGeom>
            <a:solidFill>
              <a:srgbClr val="FBC90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292" name="CustomShape 26"/>
            <p:cNvSpPr/>
            <p:nvPr/>
          </p:nvSpPr>
          <p:spPr>
            <a:xfrm>
              <a:off x="5309280" y="624600"/>
              <a:ext cx="3125520" cy="1865520"/>
            </a:xfrm>
            <a:custGeom>
              <a:avLst/>
              <a:gdLst/>
              <a:ahLst/>
              <a:cxnLst/>
              <a:rect l="l" t="t" r="r" b="b"/>
              <a:pathLst>
                <a:path w="14689" h="8769">
                  <a:moveTo>
                    <a:pt x="7321" y="1"/>
                  </a:moveTo>
                  <a:lnTo>
                    <a:pt x="2" y="4255"/>
                  </a:lnTo>
                  <a:lnTo>
                    <a:pt x="1" y="4514"/>
                  </a:lnTo>
                  <a:lnTo>
                    <a:pt x="7368" y="8768"/>
                  </a:lnTo>
                  <a:lnTo>
                    <a:pt x="14689" y="4514"/>
                  </a:lnTo>
                  <a:lnTo>
                    <a:pt x="14689" y="4255"/>
                  </a:lnTo>
                  <a:lnTo>
                    <a:pt x="7321" y="1"/>
                  </a:lnTo>
                  <a:close/>
                </a:path>
              </a:pathLst>
            </a:custGeom>
            <a:solidFill>
              <a:srgbClr val="E9458D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293" name="CustomShape 27"/>
            <p:cNvSpPr/>
            <p:nvPr/>
          </p:nvSpPr>
          <p:spPr>
            <a:xfrm>
              <a:off x="6877080" y="1530000"/>
              <a:ext cx="1557360" cy="960480"/>
            </a:xfrm>
            <a:custGeom>
              <a:avLst/>
              <a:gdLst/>
              <a:ahLst/>
              <a:cxnLst/>
              <a:rect l="l" t="t" r="r" b="b"/>
              <a:pathLst>
                <a:path w="7321" h="4515">
                  <a:moveTo>
                    <a:pt x="7321" y="1"/>
                  </a:moveTo>
                  <a:lnTo>
                    <a:pt x="2" y="4254"/>
                  </a:lnTo>
                  <a:lnTo>
                    <a:pt x="0" y="4514"/>
                  </a:lnTo>
                  <a:lnTo>
                    <a:pt x="7321" y="260"/>
                  </a:lnTo>
                  <a:lnTo>
                    <a:pt x="7321" y="1"/>
                  </a:lnTo>
                  <a:close/>
                </a:path>
              </a:pathLst>
            </a:custGeom>
            <a:solidFill>
              <a:srgbClr val="E31E7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294" name="CustomShape 28"/>
            <p:cNvSpPr/>
            <p:nvPr/>
          </p:nvSpPr>
          <p:spPr>
            <a:xfrm>
              <a:off x="5309280" y="1530000"/>
              <a:ext cx="1567800" cy="960480"/>
            </a:xfrm>
            <a:custGeom>
              <a:avLst/>
              <a:gdLst/>
              <a:ahLst/>
              <a:cxnLst/>
              <a:rect l="l" t="t" r="r" b="b"/>
              <a:pathLst>
                <a:path w="7370" h="4515">
                  <a:moveTo>
                    <a:pt x="2" y="1"/>
                  </a:moveTo>
                  <a:lnTo>
                    <a:pt x="1" y="260"/>
                  </a:lnTo>
                  <a:lnTo>
                    <a:pt x="7368" y="4514"/>
                  </a:lnTo>
                  <a:lnTo>
                    <a:pt x="7370" y="4254"/>
                  </a:lnTo>
                  <a:lnTo>
                    <a:pt x="2" y="1"/>
                  </a:lnTo>
                  <a:close/>
                </a:path>
              </a:pathLst>
            </a:custGeom>
            <a:solidFill>
              <a:srgbClr val="E6348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295" name="CustomShape 29"/>
            <p:cNvSpPr/>
            <p:nvPr/>
          </p:nvSpPr>
          <p:spPr>
            <a:xfrm>
              <a:off x="5309640" y="624600"/>
              <a:ext cx="3125160" cy="1810440"/>
            </a:xfrm>
            <a:custGeom>
              <a:avLst/>
              <a:gdLst/>
              <a:ahLst/>
              <a:cxnLst/>
              <a:rect l="l" t="t" r="r" b="b"/>
              <a:pathLst>
                <a:path w="14687" h="8509">
                  <a:moveTo>
                    <a:pt x="7319" y="1"/>
                  </a:moveTo>
                  <a:lnTo>
                    <a:pt x="0" y="4255"/>
                  </a:lnTo>
                  <a:lnTo>
                    <a:pt x="7368" y="8508"/>
                  </a:lnTo>
                  <a:lnTo>
                    <a:pt x="14687" y="4255"/>
                  </a:lnTo>
                  <a:lnTo>
                    <a:pt x="7319" y="1"/>
                  </a:lnTo>
                  <a:close/>
                </a:path>
              </a:pathLst>
            </a:custGeom>
            <a:solidFill>
              <a:srgbClr val="E9458D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6" name="Picture 2"/>
          <p:cNvPicPr/>
          <p:nvPr/>
        </p:nvPicPr>
        <p:blipFill>
          <a:blip r:embed="rId2"/>
          <a:stretch/>
        </p:blipFill>
        <p:spPr>
          <a:xfrm>
            <a:off x="3457440" y="-88200"/>
            <a:ext cx="4909680" cy="5277960"/>
          </a:xfrm>
          <a:prstGeom prst="rect">
            <a:avLst/>
          </a:prstGeom>
          <a:ln>
            <a:noFill/>
          </a:ln>
        </p:spPr>
      </p:pic>
      <p:sp>
        <p:nvSpPr>
          <p:cNvPr id="1297" name="TextShape 1"/>
          <p:cNvSpPr txBox="1"/>
          <p:nvPr/>
        </p:nvSpPr>
        <p:spPr>
          <a:xfrm>
            <a:off x="311760" y="1914480"/>
            <a:ext cx="8520120" cy="1314360"/>
          </a:xfrm>
          <a:prstGeom prst="rect">
            <a:avLst/>
          </a:prstGeom>
          <a:noFill/>
          <a:ln>
            <a:noFill/>
          </a:ln>
        </p:spPr>
        <p:txBody>
          <a:bodyPr tIns="91440" bIns="91440"/>
          <a:lstStyle/>
          <a:p>
            <a:pPr>
              <a:lnSpc>
                <a:spcPct val="100000"/>
              </a:lnSpc>
            </a:pPr>
            <a:r>
              <a:rPr lang="en-US" sz="3600" b="0" strike="noStrike" spc="-1">
                <a:solidFill>
                  <a:srgbClr val="90C4FE"/>
                </a:solidFill>
                <a:latin typeface="Dosis ExtraLight"/>
                <a:ea typeface="Dosis ExtraLight"/>
              </a:rPr>
              <a:t>TAHAPAN</a:t>
            </a:r>
            <a:br/>
            <a:r>
              <a:rPr lang="en-US" sz="3600" b="0" strike="noStrike" spc="-1">
                <a:solidFill>
                  <a:srgbClr val="90C4FE"/>
                </a:solidFill>
                <a:latin typeface="Dosis ExtraLight"/>
                <a:ea typeface="Dosis ExtraLight"/>
              </a:rPr>
              <a:t>PENELITIAN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98" name="Picture 5"/>
          <p:cNvPicPr/>
          <p:nvPr/>
        </p:nvPicPr>
        <p:blipFill>
          <a:blip r:embed="rId3"/>
          <a:stretch/>
        </p:blipFill>
        <p:spPr>
          <a:xfrm>
            <a:off x="109800" y="-19080"/>
            <a:ext cx="1007640" cy="11066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9" name="CustomShape 1"/>
          <p:cNvSpPr/>
          <p:nvPr/>
        </p:nvSpPr>
        <p:spPr>
          <a:xfrm>
            <a:off x="865440" y="-1134720"/>
            <a:ext cx="7412760" cy="74127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00" name="TextShape 2"/>
          <p:cNvSpPr txBox="1"/>
          <p:nvPr/>
        </p:nvSpPr>
        <p:spPr>
          <a:xfrm>
            <a:off x="1619280" y="2259000"/>
            <a:ext cx="3690000" cy="452880"/>
          </a:xfrm>
          <a:prstGeom prst="rect">
            <a:avLst/>
          </a:prstGeom>
          <a:noFill/>
          <a:ln>
            <a:noFill/>
          </a:ln>
        </p:spPr>
        <p:txBody>
          <a:bodyPr tIns="91440" bIns="91440" anchor="b"/>
          <a:lstStyle/>
          <a:p>
            <a:pPr>
              <a:lnSpc>
                <a:spcPct val="100000"/>
              </a:lnSpc>
            </a:pPr>
            <a:r>
              <a:rPr lang="en-US" sz="4000" b="0" strike="noStrike" spc="-1">
                <a:solidFill>
                  <a:srgbClr val="324788"/>
                </a:solidFill>
                <a:latin typeface="Dosis ExtraLight"/>
                <a:ea typeface="Dosis ExtraLight"/>
              </a:rPr>
              <a:t>JADWAL PENELITIAN</a:t>
            </a:r>
            <a:endParaRPr lang="en-US" sz="4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1" name="TextShape 3"/>
          <p:cNvSpPr txBox="1"/>
          <p:nvPr/>
        </p:nvSpPr>
        <p:spPr>
          <a:xfrm>
            <a:off x="1619640" y="2961360"/>
            <a:ext cx="2240280" cy="577440"/>
          </a:xfrm>
          <a:prstGeom prst="rect">
            <a:avLst/>
          </a:prstGeom>
          <a:noFill/>
          <a:ln>
            <a:noFill/>
          </a:ln>
        </p:spPr>
        <p:txBody>
          <a:bodyPr tIns="91440" bIns="91440" anchor="ctr"/>
          <a:lstStyle/>
          <a:p>
            <a:pPr>
              <a:lnSpc>
                <a:spcPct val="100000"/>
              </a:lnSpc>
            </a:pPr>
            <a:r>
              <a:rPr lang="en-US" sz="9600" b="0" strike="noStrike" spc="-1">
                <a:solidFill>
                  <a:srgbClr val="F5FBFB"/>
                </a:solidFill>
                <a:latin typeface="Dosis ExtraLight"/>
                <a:ea typeface="Dosis ExtraLight"/>
              </a:rPr>
              <a:t>08</a:t>
            </a:r>
            <a:endParaRPr lang="en-US" sz="96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302" name="Group 4"/>
          <p:cNvGrpSpPr/>
          <p:nvPr/>
        </p:nvGrpSpPr>
        <p:grpSpPr>
          <a:xfrm>
            <a:off x="4971240" y="385200"/>
            <a:ext cx="3089520" cy="3180240"/>
            <a:chOff x="4971240" y="385200"/>
            <a:chExt cx="3089520" cy="3180240"/>
          </a:xfrm>
        </p:grpSpPr>
        <p:sp>
          <p:nvSpPr>
            <p:cNvPr id="1303" name="CustomShape 5"/>
            <p:cNvSpPr/>
            <p:nvPr/>
          </p:nvSpPr>
          <p:spPr>
            <a:xfrm>
              <a:off x="7115040" y="1665360"/>
              <a:ext cx="876960" cy="1900080"/>
            </a:xfrm>
            <a:custGeom>
              <a:avLst/>
              <a:gdLst/>
              <a:ahLst/>
              <a:cxnLst/>
              <a:rect l="l" t="t" r="r" b="b"/>
              <a:pathLst>
                <a:path w="57811" h="125206">
                  <a:moveTo>
                    <a:pt x="33164" y="0"/>
                  </a:moveTo>
                  <a:lnTo>
                    <a:pt x="0" y="125206"/>
                  </a:lnTo>
                  <a:lnTo>
                    <a:pt x="57811" y="90898"/>
                  </a:lnTo>
                  <a:lnTo>
                    <a:pt x="33164" y="0"/>
                  </a:lnTo>
                  <a:close/>
                </a:path>
              </a:pathLst>
            </a:custGeom>
            <a:solidFill>
              <a:srgbClr val="7CB0EB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304" name="CustomShape 6"/>
            <p:cNvSpPr/>
            <p:nvPr/>
          </p:nvSpPr>
          <p:spPr>
            <a:xfrm>
              <a:off x="7114680" y="1665360"/>
              <a:ext cx="533520" cy="1900080"/>
            </a:xfrm>
            <a:custGeom>
              <a:avLst/>
              <a:gdLst/>
              <a:ahLst/>
              <a:cxnLst/>
              <a:rect l="l" t="t" r="r" b="b"/>
              <a:pathLst>
                <a:path w="35179" h="125207">
                  <a:moveTo>
                    <a:pt x="33172" y="1"/>
                  </a:moveTo>
                  <a:lnTo>
                    <a:pt x="1" y="125206"/>
                  </a:lnTo>
                  <a:lnTo>
                    <a:pt x="1" y="125206"/>
                  </a:lnTo>
                  <a:lnTo>
                    <a:pt x="5880" y="121717"/>
                  </a:lnTo>
                  <a:lnTo>
                    <a:pt x="35179" y="7411"/>
                  </a:lnTo>
                  <a:lnTo>
                    <a:pt x="33172" y="1"/>
                  </a:lnTo>
                  <a:close/>
                </a:path>
              </a:pathLst>
            </a:custGeom>
            <a:solidFill>
              <a:srgbClr val="90C4FE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305" name="CustomShape 7"/>
            <p:cNvSpPr/>
            <p:nvPr/>
          </p:nvSpPr>
          <p:spPr>
            <a:xfrm>
              <a:off x="7348320" y="1665360"/>
              <a:ext cx="643680" cy="1379160"/>
            </a:xfrm>
            <a:custGeom>
              <a:avLst/>
              <a:gdLst/>
              <a:ahLst/>
              <a:cxnLst/>
              <a:rect l="l" t="t" r="r" b="b"/>
              <a:pathLst>
                <a:path w="42429" h="90898">
                  <a:moveTo>
                    <a:pt x="17782" y="0"/>
                  </a:moveTo>
                  <a:lnTo>
                    <a:pt x="1" y="67393"/>
                  </a:lnTo>
                  <a:lnTo>
                    <a:pt x="42429" y="90898"/>
                  </a:lnTo>
                  <a:lnTo>
                    <a:pt x="42429" y="90898"/>
                  </a:lnTo>
                  <a:lnTo>
                    <a:pt x="17782" y="0"/>
                  </a:lnTo>
                  <a:close/>
                </a:path>
              </a:pathLst>
            </a:custGeom>
            <a:solidFill>
              <a:srgbClr val="5E7FA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306" name="CustomShape 8"/>
            <p:cNvSpPr/>
            <p:nvPr/>
          </p:nvSpPr>
          <p:spPr>
            <a:xfrm>
              <a:off x="7509240" y="1665360"/>
              <a:ext cx="482760" cy="1379160"/>
            </a:xfrm>
            <a:custGeom>
              <a:avLst/>
              <a:gdLst/>
              <a:ahLst/>
              <a:cxnLst/>
              <a:rect l="l" t="t" r="r" b="b"/>
              <a:pathLst>
                <a:path w="31826" h="90898">
                  <a:moveTo>
                    <a:pt x="7179" y="0"/>
                  </a:moveTo>
                  <a:lnTo>
                    <a:pt x="1" y="27207"/>
                  </a:lnTo>
                  <a:lnTo>
                    <a:pt x="14697" y="81409"/>
                  </a:lnTo>
                  <a:lnTo>
                    <a:pt x="31826" y="90898"/>
                  </a:lnTo>
                  <a:lnTo>
                    <a:pt x="7179" y="0"/>
                  </a:lnTo>
                  <a:close/>
                </a:path>
              </a:pathLst>
            </a:custGeom>
            <a:solidFill>
              <a:srgbClr val="47607C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307" name="CustomShape 9"/>
            <p:cNvSpPr/>
            <p:nvPr/>
          </p:nvSpPr>
          <p:spPr>
            <a:xfrm>
              <a:off x="4971240" y="419760"/>
              <a:ext cx="2646720" cy="3145680"/>
            </a:xfrm>
            <a:custGeom>
              <a:avLst/>
              <a:gdLst/>
              <a:ahLst/>
              <a:cxnLst/>
              <a:rect l="l" t="t" r="r" b="b"/>
              <a:pathLst>
                <a:path w="174417" h="207294">
                  <a:moveTo>
                    <a:pt x="33164" y="1"/>
                  </a:moveTo>
                  <a:lnTo>
                    <a:pt x="25034" y="30707"/>
                  </a:lnTo>
                  <a:lnTo>
                    <a:pt x="0" y="125206"/>
                  </a:lnTo>
                  <a:lnTo>
                    <a:pt x="141246" y="207293"/>
                  </a:lnTo>
                  <a:lnTo>
                    <a:pt x="166280" y="112792"/>
                  </a:lnTo>
                  <a:lnTo>
                    <a:pt x="174417" y="82088"/>
                  </a:lnTo>
                  <a:lnTo>
                    <a:pt x="33164" y="1"/>
                  </a:lnTo>
                  <a:close/>
                </a:path>
              </a:pathLst>
            </a:custGeom>
            <a:solidFill>
              <a:srgbClr val="C8E2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308" name="CustomShape 10"/>
            <p:cNvSpPr/>
            <p:nvPr/>
          </p:nvSpPr>
          <p:spPr>
            <a:xfrm>
              <a:off x="6883920" y="1986120"/>
              <a:ext cx="334080" cy="393840"/>
            </a:xfrm>
            <a:custGeom>
              <a:avLst/>
              <a:gdLst/>
              <a:ahLst/>
              <a:cxnLst/>
              <a:rect l="l" t="t" r="r" b="b"/>
              <a:pathLst>
                <a:path w="22038" h="25973">
                  <a:moveTo>
                    <a:pt x="6346" y="1"/>
                  </a:moveTo>
                  <a:cubicBezTo>
                    <a:pt x="5193" y="1"/>
                    <a:pt x="4099" y="761"/>
                    <a:pt x="3780" y="1982"/>
                  </a:cubicBezTo>
                  <a:lnTo>
                    <a:pt x="303" y="15280"/>
                  </a:lnTo>
                  <a:cubicBezTo>
                    <a:pt x="1" y="16436"/>
                    <a:pt x="511" y="17652"/>
                    <a:pt x="1547" y="18247"/>
                  </a:cubicBezTo>
                  <a:lnTo>
                    <a:pt x="14376" y="25619"/>
                  </a:lnTo>
                  <a:cubicBezTo>
                    <a:pt x="14796" y="25861"/>
                    <a:pt x="15248" y="25973"/>
                    <a:pt x="15691" y="25973"/>
                  </a:cubicBezTo>
                  <a:cubicBezTo>
                    <a:pt x="16846" y="25973"/>
                    <a:pt x="17940" y="25213"/>
                    <a:pt x="18259" y="23993"/>
                  </a:cubicBezTo>
                  <a:lnTo>
                    <a:pt x="21735" y="10693"/>
                  </a:lnTo>
                  <a:cubicBezTo>
                    <a:pt x="22038" y="9537"/>
                    <a:pt x="21528" y="8322"/>
                    <a:pt x="20493" y="7727"/>
                  </a:cubicBezTo>
                  <a:lnTo>
                    <a:pt x="7663" y="355"/>
                  </a:lnTo>
                  <a:cubicBezTo>
                    <a:pt x="7242" y="113"/>
                    <a:pt x="6790" y="1"/>
                    <a:pt x="6346" y="1"/>
                  </a:cubicBezTo>
                  <a:close/>
                </a:path>
              </a:pathLst>
            </a:custGeom>
            <a:solidFill>
              <a:srgbClr val="FF66A7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309" name="CustomShape 11"/>
            <p:cNvSpPr/>
            <p:nvPr/>
          </p:nvSpPr>
          <p:spPr>
            <a:xfrm>
              <a:off x="6771240" y="2386080"/>
              <a:ext cx="334080" cy="393840"/>
            </a:xfrm>
            <a:custGeom>
              <a:avLst/>
              <a:gdLst/>
              <a:ahLst/>
              <a:cxnLst/>
              <a:rect l="l" t="t" r="r" b="b"/>
              <a:pathLst>
                <a:path w="22038" h="25973">
                  <a:moveTo>
                    <a:pt x="6347" y="0"/>
                  </a:moveTo>
                  <a:cubicBezTo>
                    <a:pt x="5193" y="0"/>
                    <a:pt x="4099" y="761"/>
                    <a:pt x="3780" y="1981"/>
                  </a:cubicBezTo>
                  <a:lnTo>
                    <a:pt x="303" y="15280"/>
                  </a:lnTo>
                  <a:cubicBezTo>
                    <a:pt x="1" y="16436"/>
                    <a:pt x="510" y="17651"/>
                    <a:pt x="1547" y="18247"/>
                  </a:cubicBezTo>
                  <a:lnTo>
                    <a:pt x="14376" y="25620"/>
                  </a:lnTo>
                  <a:cubicBezTo>
                    <a:pt x="14796" y="25861"/>
                    <a:pt x="15248" y="25973"/>
                    <a:pt x="15691" y="25973"/>
                  </a:cubicBezTo>
                  <a:cubicBezTo>
                    <a:pt x="16845" y="25973"/>
                    <a:pt x="17940" y="25213"/>
                    <a:pt x="18258" y="23991"/>
                  </a:cubicBezTo>
                  <a:lnTo>
                    <a:pt x="21735" y="10693"/>
                  </a:lnTo>
                  <a:cubicBezTo>
                    <a:pt x="22037" y="9537"/>
                    <a:pt x="21528" y="8322"/>
                    <a:pt x="20493" y="7726"/>
                  </a:cubicBezTo>
                  <a:lnTo>
                    <a:pt x="7663" y="354"/>
                  </a:lnTo>
                  <a:cubicBezTo>
                    <a:pt x="7242" y="113"/>
                    <a:pt x="6790" y="0"/>
                    <a:pt x="6347" y="0"/>
                  </a:cubicBezTo>
                  <a:close/>
                </a:path>
              </a:pathLst>
            </a:custGeom>
            <a:solidFill>
              <a:srgbClr val="FF66A7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310" name="CustomShape 12"/>
            <p:cNvSpPr/>
            <p:nvPr/>
          </p:nvSpPr>
          <p:spPr>
            <a:xfrm>
              <a:off x="6646320" y="2792520"/>
              <a:ext cx="334080" cy="393840"/>
            </a:xfrm>
            <a:custGeom>
              <a:avLst/>
              <a:gdLst/>
              <a:ahLst/>
              <a:cxnLst/>
              <a:rect l="l" t="t" r="r" b="b"/>
              <a:pathLst>
                <a:path w="22037" h="25973">
                  <a:moveTo>
                    <a:pt x="6345" y="0"/>
                  </a:moveTo>
                  <a:cubicBezTo>
                    <a:pt x="5192" y="0"/>
                    <a:pt x="4099" y="760"/>
                    <a:pt x="3779" y="1981"/>
                  </a:cubicBezTo>
                  <a:lnTo>
                    <a:pt x="303" y="15279"/>
                  </a:lnTo>
                  <a:cubicBezTo>
                    <a:pt x="0" y="16435"/>
                    <a:pt x="510" y="17650"/>
                    <a:pt x="1546" y="18246"/>
                  </a:cubicBezTo>
                  <a:lnTo>
                    <a:pt x="14375" y="25619"/>
                  </a:lnTo>
                  <a:cubicBezTo>
                    <a:pt x="14795" y="25860"/>
                    <a:pt x="15247" y="25972"/>
                    <a:pt x="15691" y="25972"/>
                  </a:cubicBezTo>
                  <a:cubicBezTo>
                    <a:pt x="16845" y="25972"/>
                    <a:pt x="17939" y="25212"/>
                    <a:pt x="18258" y="23992"/>
                  </a:cubicBezTo>
                  <a:lnTo>
                    <a:pt x="21734" y="10692"/>
                  </a:lnTo>
                  <a:cubicBezTo>
                    <a:pt x="22037" y="9536"/>
                    <a:pt x="21527" y="8321"/>
                    <a:pt x="20492" y="7725"/>
                  </a:cubicBezTo>
                  <a:lnTo>
                    <a:pt x="7662" y="354"/>
                  </a:lnTo>
                  <a:cubicBezTo>
                    <a:pt x="7241" y="112"/>
                    <a:pt x="6789" y="0"/>
                    <a:pt x="6345" y="0"/>
                  </a:cubicBezTo>
                  <a:close/>
                </a:path>
              </a:pathLst>
            </a:custGeom>
            <a:solidFill>
              <a:srgbClr val="FF66A7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311" name="CustomShape 13"/>
            <p:cNvSpPr/>
            <p:nvPr/>
          </p:nvSpPr>
          <p:spPr>
            <a:xfrm>
              <a:off x="5364000" y="419760"/>
              <a:ext cx="2253960" cy="1663200"/>
            </a:xfrm>
            <a:custGeom>
              <a:avLst/>
              <a:gdLst/>
              <a:ahLst/>
              <a:cxnLst/>
              <a:rect l="l" t="t" r="r" b="b"/>
              <a:pathLst>
                <a:path w="148523" h="109617">
                  <a:moveTo>
                    <a:pt x="7291" y="0"/>
                  </a:moveTo>
                  <a:lnTo>
                    <a:pt x="0" y="27541"/>
                  </a:lnTo>
                  <a:lnTo>
                    <a:pt x="141228" y="109616"/>
                  </a:lnTo>
                  <a:lnTo>
                    <a:pt x="148522" y="82076"/>
                  </a:lnTo>
                  <a:lnTo>
                    <a:pt x="7291" y="0"/>
                  </a:lnTo>
                  <a:close/>
                </a:path>
              </a:pathLst>
            </a:custGeom>
            <a:solidFill>
              <a:srgbClr val="FF66A7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312" name="CustomShape 14"/>
            <p:cNvSpPr/>
            <p:nvPr/>
          </p:nvSpPr>
          <p:spPr>
            <a:xfrm>
              <a:off x="5364000" y="419760"/>
              <a:ext cx="2253960" cy="1663200"/>
            </a:xfrm>
            <a:custGeom>
              <a:avLst/>
              <a:gdLst/>
              <a:ahLst/>
              <a:cxnLst/>
              <a:rect l="l" t="t" r="r" b="b"/>
              <a:pathLst>
                <a:path w="148523" h="109617">
                  <a:moveTo>
                    <a:pt x="7291" y="0"/>
                  </a:moveTo>
                  <a:lnTo>
                    <a:pt x="0" y="27541"/>
                  </a:lnTo>
                  <a:lnTo>
                    <a:pt x="141228" y="109616"/>
                  </a:lnTo>
                  <a:lnTo>
                    <a:pt x="148522" y="82076"/>
                  </a:lnTo>
                  <a:lnTo>
                    <a:pt x="7291" y="0"/>
                  </a:lnTo>
                  <a:close/>
                </a:path>
              </a:pathLst>
            </a:custGeom>
            <a:solidFill>
              <a:srgbClr val="FF66A7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313" name="CustomShape 15"/>
            <p:cNvSpPr/>
            <p:nvPr/>
          </p:nvSpPr>
          <p:spPr>
            <a:xfrm>
              <a:off x="5473440" y="387000"/>
              <a:ext cx="2212560" cy="1278000"/>
            </a:xfrm>
            <a:custGeom>
              <a:avLst/>
              <a:gdLst/>
              <a:ahLst/>
              <a:cxnLst/>
              <a:rect l="l" t="t" r="r" b="b"/>
              <a:pathLst>
                <a:path w="145810" h="84224">
                  <a:moveTo>
                    <a:pt x="3" y="2234"/>
                  </a:moveTo>
                  <a:lnTo>
                    <a:pt x="0" y="2250"/>
                  </a:lnTo>
                  <a:lnTo>
                    <a:pt x="17" y="2242"/>
                  </a:lnTo>
                  <a:lnTo>
                    <a:pt x="3" y="2234"/>
                  </a:lnTo>
                  <a:close/>
                  <a:moveTo>
                    <a:pt x="4512" y="0"/>
                  </a:moveTo>
                  <a:lnTo>
                    <a:pt x="17" y="2242"/>
                  </a:lnTo>
                  <a:lnTo>
                    <a:pt x="141297" y="84223"/>
                  </a:lnTo>
                  <a:lnTo>
                    <a:pt x="145810" y="81907"/>
                  </a:lnTo>
                  <a:lnTo>
                    <a:pt x="4512" y="0"/>
                  </a:lnTo>
                  <a:close/>
                </a:path>
              </a:pathLst>
            </a:custGeom>
            <a:solidFill>
              <a:srgbClr val="FF89BB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314" name="CustomShape 16"/>
            <p:cNvSpPr/>
            <p:nvPr/>
          </p:nvSpPr>
          <p:spPr>
            <a:xfrm>
              <a:off x="5473440" y="421200"/>
              <a:ext cx="360" cy="360"/>
            </a:xfrm>
            <a:custGeom>
              <a:avLst/>
              <a:gdLst/>
              <a:ahLst/>
              <a:cxnLst/>
              <a:rect l="l" t="t" r="r" b="b"/>
              <a:pathLst>
                <a:path w="22" h="23">
                  <a:moveTo>
                    <a:pt x="0" y="0"/>
                  </a:moveTo>
                  <a:lnTo>
                    <a:pt x="0" y="22"/>
                  </a:lnTo>
                  <a:lnTo>
                    <a:pt x="22" y="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9BB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315" name="CustomShape 17"/>
            <p:cNvSpPr/>
            <p:nvPr/>
          </p:nvSpPr>
          <p:spPr>
            <a:xfrm>
              <a:off x="5473800" y="387000"/>
              <a:ext cx="1774080" cy="1041840"/>
            </a:xfrm>
            <a:custGeom>
              <a:avLst/>
              <a:gdLst/>
              <a:ahLst/>
              <a:cxnLst/>
              <a:rect l="l" t="t" r="r" b="b"/>
              <a:pathLst>
                <a:path w="116908" h="68676">
                  <a:moveTo>
                    <a:pt x="4491" y="0"/>
                  </a:moveTo>
                  <a:lnTo>
                    <a:pt x="0" y="2244"/>
                  </a:lnTo>
                  <a:lnTo>
                    <a:pt x="110533" y="66381"/>
                  </a:lnTo>
                  <a:lnTo>
                    <a:pt x="114482" y="68675"/>
                  </a:lnTo>
                  <a:cubicBezTo>
                    <a:pt x="115081" y="67374"/>
                    <a:pt x="115902" y="66188"/>
                    <a:pt x="116908" y="65168"/>
                  </a:cubicBezTo>
                  <a:lnTo>
                    <a:pt x="112841" y="62813"/>
                  </a:lnTo>
                  <a:lnTo>
                    <a:pt x="4491" y="0"/>
                  </a:lnTo>
                  <a:close/>
                </a:path>
              </a:pathLst>
            </a:custGeom>
            <a:solidFill>
              <a:srgbClr val="FF89BB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316" name="CustomShape 18"/>
            <p:cNvSpPr/>
            <p:nvPr/>
          </p:nvSpPr>
          <p:spPr>
            <a:xfrm>
              <a:off x="7617960" y="1665360"/>
              <a:ext cx="360" cy="360"/>
            </a:xfrm>
            <a:custGeom>
              <a:avLst/>
              <a:gdLst/>
              <a:ahLst/>
              <a:cxnLst/>
              <a:rect l="l" t="t" r="r" b="b"/>
              <a:pathLst>
                <a:path w="8" h="20">
                  <a:moveTo>
                    <a:pt x="1" y="0"/>
                  </a:moveTo>
                  <a:lnTo>
                    <a:pt x="1" y="19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86AAB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317" name="CustomShape 19"/>
            <p:cNvSpPr/>
            <p:nvPr/>
          </p:nvSpPr>
          <p:spPr>
            <a:xfrm>
              <a:off x="7089120" y="1478520"/>
              <a:ext cx="175680" cy="293040"/>
            </a:xfrm>
            <a:custGeom>
              <a:avLst/>
              <a:gdLst/>
              <a:ahLst/>
              <a:cxnLst/>
              <a:rect l="l" t="t" r="r" b="b"/>
              <a:pathLst>
                <a:path w="11603" h="19335">
                  <a:moveTo>
                    <a:pt x="1" y="0"/>
                  </a:moveTo>
                  <a:lnTo>
                    <a:pt x="44" y="12620"/>
                  </a:lnTo>
                  <a:lnTo>
                    <a:pt x="11603" y="19335"/>
                  </a:lnTo>
                  <a:lnTo>
                    <a:pt x="11560" y="671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89BB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318" name="CustomShape 20"/>
            <p:cNvSpPr/>
            <p:nvPr/>
          </p:nvSpPr>
          <p:spPr>
            <a:xfrm>
              <a:off x="7089120" y="1478520"/>
              <a:ext cx="175680" cy="293040"/>
            </a:xfrm>
            <a:custGeom>
              <a:avLst/>
              <a:gdLst/>
              <a:ahLst/>
              <a:cxnLst/>
              <a:rect l="l" t="t" r="r" b="b"/>
              <a:pathLst>
                <a:path w="11606" h="19332">
                  <a:moveTo>
                    <a:pt x="1" y="0"/>
                  </a:moveTo>
                  <a:lnTo>
                    <a:pt x="21" y="5717"/>
                  </a:lnTo>
                  <a:lnTo>
                    <a:pt x="43" y="12617"/>
                  </a:lnTo>
                  <a:lnTo>
                    <a:pt x="11606" y="19332"/>
                  </a:lnTo>
                  <a:lnTo>
                    <a:pt x="11586" y="13900"/>
                  </a:lnTo>
                  <a:lnTo>
                    <a:pt x="11565" y="8723"/>
                  </a:lnTo>
                  <a:lnTo>
                    <a:pt x="11558" y="6715"/>
                  </a:lnTo>
                  <a:lnTo>
                    <a:pt x="4199" y="243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89BB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319" name="CustomShape 21"/>
            <p:cNvSpPr/>
            <p:nvPr/>
          </p:nvSpPr>
          <p:spPr>
            <a:xfrm>
              <a:off x="7254360" y="1574640"/>
              <a:ext cx="9720" cy="36000"/>
            </a:xfrm>
            <a:custGeom>
              <a:avLst/>
              <a:gdLst/>
              <a:ahLst/>
              <a:cxnLst/>
              <a:rect l="l" t="t" r="r" b="b"/>
              <a:pathLst>
                <a:path w="673" h="2392">
                  <a:moveTo>
                    <a:pt x="0" y="0"/>
                  </a:moveTo>
                  <a:lnTo>
                    <a:pt x="672" y="2391"/>
                  </a:lnTo>
                  <a:lnTo>
                    <a:pt x="665" y="3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9BB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320" name="CustomShape 22"/>
            <p:cNvSpPr/>
            <p:nvPr/>
          </p:nvSpPr>
          <p:spPr>
            <a:xfrm>
              <a:off x="7089120" y="1478520"/>
              <a:ext cx="170640" cy="191160"/>
            </a:xfrm>
            <a:custGeom>
              <a:avLst/>
              <a:gdLst/>
              <a:ahLst/>
              <a:cxnLst/>
              <a:rect l="l" t="t" r="r" b="b"/>
              <a:pathLst>
                <a:path w="11278" h="12622">
                  <a:moveTo>
                    <a:pt x="1" y="0"/>
                  </a:moveTo>
                  <a:lnTo>
                    <a:pt x="47" y="12622"/>
                  </a:lnTo>
                  <a:lnTo>
                    <a:pt x="11278" y="655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43C78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321" name="CustomShape 23"/>
            <p:cNvSpPr/>
            <p:nvPr/>
          </p:nvSpPr>
          <p:spPr>
            <a:xfrm>
              <a:off x="7089120" y="1478520"/>
              <a:ext cx="170640" cy="191160"/>
            </a:xfrm>
            <a:custGeom>
              <a:avLst/>
              <a:gdLst/>
              <a:ahLst/>
              <a:cxnLst/>
              <a:rect l="l" t="t" r="r" b="b"/>
              <a:pathLst>
                <a:path w="11278" h="12622">
                  <a:moveTo>
                    <a:pt x="1" y="0"/>
                  </a:moveTo>
                  <a:lnTo>
                    <a:pt x="47" y="12622"/>
                  </a:lnTo>
                  <a:lnTo>
                    <a:pt x="11278" y="655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B5488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322" name="CustomShape 24"/>
            <p:cNvSpPr/>
            <p:nvPr/>
          </p:nvSpPr>
          <p:spPr>
            <a:xfrm>
              <a:off x="7188120" y="1574640"/>
              <a:ext cx="76320" cy="36000"/>
            </a:xfrm>
            <a:custGeom>
              <a:avLst/>
              <a:gdLst/>
              <a:ahLst/>
              <a:cxnLst/>
              <a:rect l="l" t="t" r="r" b="b"/>
              <a:pathLst>
                <a:path w="5053" h="2392">
                  <a:moveTo>
                    <a:pt x="4380" y="0"/>
                  </a:moveTo>
                  <a:cubicBezTo>
                    <a:pt x="4296" y="27"/>
                    <a:pt x="4220" y="49"/>
                    <a:pt x="4136" y="69"/>
                  </a:cubicBezTo>
                  <a:cubicBezTo>
                    <a:pt x="4053" y="98"/>
                    <a:pt x="3971" y="118"/>
                    <a:pt x="3887" y="138"/>
                  </a:cubicBezTo>
                  <a:cubicBezTo>
                    <a:pt x="3604" y="209"/>
                    <a:pt x="3319" y="264"/>
                    <a:pt x="3028" y="305"/>
                  </a:cubicBezTo>
                  <a:cubicBezTo>
                    <a:pt x="2764" y="340"/>
                    <a:pt x="2501" y="360"/>
                    <a:pt x="2245" y="374"/>
                  </a:cubicBezTo>
                  <a:cubicBezTo>
                    <a:pt x="2168" y="382"/>
                    <a:pt x="2086" y="382"/>
                    <a:pt x="2003" y="382"/>
                  </a:cubicBezTo>
                  <a:cubicBezTo>
                    <a:pt x="1917" y="385"/>
                    <a:pt x="1830" y="387"/>
                    <a:pt x="1743" y="387"/>
                  </a:cubicBezTo>
                  <a:cubicBezTo>
                    <a:pt x="1656" y="387"/>
                    <a:pt x="1570" y="385"/>
                    <a:pt x="1483" y="382"/>
                  </a:cubicBezTo>
                  <a:cubicBezTo>
                    <a:pt x="1392" y="374"/>
                    <a:pt x="1303" y="374"/>
                    <a:pt x="1213" y="367"/>
                  </a:cubicBezTo>
                  <a:cubicBezTo>
                    <a:pt x="1047" y="354"/>
                    <a:pt x="880" y="333"/>
                    <a:pt x="714" y="312"/>
                  </a:cubicBezTo>
                  <a:cubicBezTo>
                    <a:pt x="631" y="305"/>
                    <a:pt x="555" y="291"/>
                    <a:pt x="471" y="285"/>
                  </a:cubicBezTo>
                  <a:cubicBezTo>
                    <a:pt x="313" y="256"/>
                    <a:pt x="160" y="229"/>
                    <a:pt x="0" y="187"/>
                  </a:cubicBezTo>
                  <a:lnTo>
                    <a:pt x="0" y="187"/>
                  </a:lnTo>
                  <a:lnTo>
                    <a:pt x="1719" y="1463"/>
                  </a:lnTo>
                  <a:cubicBezTo>
                    <a:pt x="1768" y="1490"/>
                    <a:pt x="1824" y="1517"/>
                    <a:pt x="1879" y="1545"/>
                  </a:cubicBezTo>
                  <a:lnTo>
                    <a:pt x="2004" y="1608"/>
                  </a:lnTo>
                  <a:cubicBezTo>
                    <a:pt x="2037" y="1630"/>
                    <a:pt x="2075" y="1646"/>
                    <a:pt x="2115" y="1657"/>
                  </a:cubicBezTo>
                  <a:cubicBezTo>
                    <a:pt x="2275" y="1732"/>
                    <a:pt x="2433" y="1795"/>
                    <a:pt x="2593" y="1864"/>
                  </a:cubicBezTo>
                  <a:cubicBezTo>
                    <a:pt x="2700" y="1915"/>
                    <a:pt x="2811" y="1954"/>
                    <a:pt x="2926" y="1982"/>
                  </a:cubicBezTo>
                  <a:cubicBezTo>
                    <a:pt x="3071" y="2037"/>
                    <a:pt x="3224" y="2086"/>
                    <a:pt x="3375" y="2128"/>
                  </a:cubicBezTo>
                  <a:cubicBezTo>
                    <a:pt x="3409" y="2139"/>
                    <a:pt x="3444" y="2149"/>
                    <a:pt x="3479" y="2155"/>
                  </a:cubicBezTo>
                  <a:cubicBezTo>
                    <a:pt x="3486" y="2155"/>
                    <a:pt x="3486" y="2155"/>
                    <a:pt x="3493" y="2162"/>
                  </a:cubicBezTo>
                  <a:cubicBezTo>
                    <a:pt x="3507" y="2167"/>
                    <a:pt x="3524" y="2170"/>
                    <a:pt x="3539" y="2170"/>
                  </a:cubicBezTo>
                  <a:cubicBezTo>
                    <a:pt x="3543" y="2170"/>
                    <a:pt x="3546" y="2170"/>
                    <a:pt x="3549" y="2170"/>
                  </a:cubicBezTo>
                  <a:cubicBezTo>
                    <a:pt x="3558" y="2175"/>
                    <a:pt x="3565" y="2179"/>
                    <a:pt x="3573" y="2179"/>
                  </a:cubicBezTo>
                  <a:cubicBezTo>
                    <a:pt x="3576" y="2179"/>
                    <a:pt x="3580" y="2178"/>
                    <a:pt x="3584" y="2177"/>
                  </a:cubicBezTo>
                  <a:cubicBezTo>
                    <a:pt x="3771" y="2224"/>
                    <a:pt x="3965" y="2259"/>
                    <a:pt x="4151" y="2293"/>
                  </a:cubicBezTo>
                  <a:cubicBezTo>
                    <a:pt x="4175" y="2302"/>
                    <a:pt x="4201" y="2306"/>
                    <a:pt x="4227" y="2308"/>
                  </a:cubicBezTo>
                  <a:cubicBezTo>
                    <a:pt x="4295" y="2314"/>
                    <a:pt x="4362" y="2322"/>
                    <a:pt x="4429" y="2335"/>
                  </a:cubicBezTo>
                  <a:cubicBezTo>
                    <a:pt x="4594" y="2363"/>
                    <a:pt x="4760" y="2378"/>
                    <a:pt x="4927" y="2384"/>
                  </a:cubicBezTo>
                  <a:cubicBezTo>
                    <a:pt x="4969" y="2384"/>
                    <a:pt x="5010" y="2391"/>
                    <a:pt x="5052" y="2391"/>
                  </a:cubicBezTo>
                  <a:lnTo>
                    <a:pt x="5045" y="389"/>
                  </a:lnTo>
                  <a:lnTo>
                    <a:pt x="4380" y="0"/>
                  </a:lnTo>
                  <a:close/>
                </a:path>
              </a:pathLst>
            </a:custGeom>
            <a:solidFill>
              <a:srgbClr val="90C4FE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323" name="CustomShape 25"/>
            <p:cNvSpPr/>
            <p:nvPr/>
          </p:nvSpPr>
          <p:spPr>
            <a:xfrm>
              <a:off x="7019640" y="1191600"/>
              <a:ext cx="385560" cy="475560"/>
            </a:xfrm>
            <a:custGeom>
              <a:avLst/>
              <a:gdLst/>
              <a:ahLst/>
              <a:cxnLst/>
              <a:rect l="l" t="t" r="r" b="b"/>
              <a:pathLst>
                <a:path w="25437" h="31368">
                  <a:moveTo>
                    <a:pt x="25434" y="3446"/>
                  </a:moveTo>
                  <a:lnTo>
                    <a:pt x="25436" y="3447"/>
                  </a:lnTo>
                  <a:cubicBezTo>
                    <a:pt x="25436" y="3447"/>
                    <a:pt x="25435" y="3446"/>
                    <a:pt x="25434" y="3446"/>
                  </a:cubicBezTo>
                  <a:close/>
                  <a:moveTo>
                    <a:pt x="16003" y="1"/>
                  </a:moveTo>
                  <a:cubicBezTo>
                    <a:pt x="15767" y="1"/>
                    <a:pt x="15529" y="8"/>
                    <a:pt x="15290" y="22"/>
                  </a:cubicBezTo>
                  <a:cubicBezTo>
                    <a:pt x="15226" y="25"/>
                    <a:pt x="15163" y="31"/>
                    <a:pt x="15100" y="35"/>
                  </a:cubicBezTo>
                  <a:cubicBezTo>
                    <a:pt x="14795" y="57"/>
                    <a:pt x="14487" y="85"/>
                    <a:pt x="14176" y="129"/>
                  </a:cubicBezTo>
                  <a:cubicBezTo>
                    <a:pt x="13856" y="175"/>
                    <a:pt x="13539" y="234"/>
                    <a:pt x="13225" y="301"/>
                  </a:cubicBezTo>
                  <a:cubicBezTo>
                    <a:pt x="13143" y="319"/>
                    <a:pt x="13063" y="337"/>
                    <a:pt x="12982" y="355"/>
                  </a:cubicBezTo>
                  <a:cubicBezTo>
                    <a:pt x="12694" y="421"/>
                    <a:pt x="12408" y="494"/>
                    <a:pt x="12124" y="579"/>
                  </a:cubicBezTo>
                  <a:cubicBezTo>
                    <a:pt x="12098" y="586"/>
                    <a:pt x="12072" y="594"/>
                    <a:pt x="12046" y="601"/>
                  </a:cubicBezTo>
                  <a:cubicBezTo>
                    <a:pt x="11741" y="693"/>
                    <a:pt x="11440" y="798"/>
                    <a:pt x="11142" y="912"/>
                  </a:cubicBezTo>
                  <a:cubicBezTo>
                    <a:pt x="11064" y="941"/>
                    <a:pt x="10990" y="971"/>
                    <a:pt x="10913" y="1001"/>
                  </a:cubicBezTo>
                  <a:cubicBezTo>
                    <a:pt x="10653" y="1103"/>
                    <a:pt x="10395" y="1213"/>
                    <a:pt x="10140" y="1331"/>
                  </a:cubicBezTo>
                  <a:cubicBezTo>
                    <a:pt x="10109" y="1345"/>
                    <a:pt x="10077" y="1357"/>
                    <a:pt x="10045" y="1371"/>
                  </a:cubicBezTo>
                  <a:cubicBezTo>
                    <a:pt x="10037" y="1375"/>
                    <a:pt x="10028" y="1380"/>
                    <a:pt x="10019" y="1384"/>
                  </a:cubicBezTo>
                  <a:cubicBezTo>
                    <a:pt x="9664" y="1552"/>
                    <a:pt x="9314" y="1737"/>
                    <a:pt x="8970" y="1933"/>
                  </a:cubicBezTo>
                  <a:cubicBezTo>
                    <a:pt x="8917" y="1963"/>
                    <a:pt x="8862" y="1993"/>
                    <a:pt x="8809" y="2025"/>
                  </a:cubicBezTo>
                  <a:cubicBezTo>
                    <a:pt x="8476" y="2218"/>
                    <a:pt x="8151" y="2423"/>
                    <a:pt x="7832" y="2642"/>
                  </a:cubicBezTo>
                  <a:cubicBezTo>
                    <a:pt x="7805" y="2661"/>
                    <a:pt x="7776" y="2677"/>
                    <a:pt x="7748" y="2696"/>
                  </a:cubicBezTo>
                  <a:cubicBezTo>
                    <a:pt x="7712" y="2720"/>
                    <a:pt x="7678" y="2749"/>
                    <a:pt x="7642" y="2773"/>
                  </a:cubicBezTo>
                  <a:cubicBezTo>
                    <a:pt x="7401" y="2943"/>
                    <a:pt x="7163" y="3119"/>
                    <a:pt x="6928" y="3303"/>
                  </a:cubicBezTo>
                  <a:cubicBezTo>
                    <a:pt x="6907" y="3320"/>
                    <a:pt x="6884" y="3336"/>
                    <a:pt x="6861" y="3355"/>
                  </a:cubicBezTo>
                  <a:cubicBezTo>
                    <a:pt x="6609" y="3554"/>
                    <a:pt x="6364" y="3764"/>
                    <a:pt x="6122" y="3978"/>
                  </a:cubicBezTo>
                  <a:cubicBezTo>
                    <a:pt x="6095" y="4003"/>
                    <a:pt x="6066" y="4024"/>
                    <a:pt x="6039" y="4049"/>
                  </a:cubicBezTo>
                  <a:cubicBezTo>
                    <a:pt x="6001" y="4083"/>
                    <a:pt x="5965" y="4121"/>
                    <a:pt x="5926" y="4157"/>
                  </a:cubicBezTo>
                  <a:cubicBezTo>
                    <a:pt x="5754" y="4315"/>
                    <a:pt x="5582" y="4478"/>
                    <a:pt x="5415" y="4645"/>
                  </a:cubicBezTo>
                  <a:cubicBezTo>
                    <a:pt x="5361" y="4698"/>
                    <a:pt x="5304" y="4753"/>
                    <a:pt x="5250" y="4808"/>
                  </a:cubicBezTo>
                  <a:cubicBezTo>
                    <a:pt x="5037" y="5025"/>
                    <a:pt x="4828" y="5248"/>
                    <a:pt x="4625" y="5476"/>
                  </a:cubicBezTo>
                  <a:cubicBezTo>
                    <a:pt x="4615" y="5487"/>
                    <a:pt x="4605" y="5496"/>
                    <a:pt x="4596" y="5507"/>
                  </a:cubicBezTo>
                  <a:cubicBezTo>
                    <a:pt x="4566" y="5542"/>
                    <a:pt x="4537" y="5579"/>
                    <a:pt x="4507" y="5615"/>
                  </a:cubicBezTo>
                  <a:cubicBezTo>
                    <a:pt x="4343" y="5802"/>
                    <a:pt x="4183" y="5995"/>
                    <a:pt x="4026" y="6191"/>
                  </a:cubicBezTo>
                  <a:cubicBezTo>
                    <a:pt x="3968" y="6263"/>
                    <a:pt x="3911" y="6335"/>
                    <a:pt x="3855" y="6410"/>
                  </a:cubicBezTo>
                  <a:cubicBezTo>
                    <a:pt x="3704" y="6604"/>
                    <a:pt x="3555" y="6803"/>
                    <a:pt x="3413" y="7003"/>
                  </a:cubicBezTo>
                  <a:cubicBezTo>
                    <a:pt x="3384" y="7043"/>
                    <a:pt x="3352" y="7082"/>
                    <a:pt x="3324" y="7122"/>
                  </a:cubicBezTo>
                  <a:cubicBezTo>
                    <a:pt x="3315" y="7135"/>
                    <a:pt x="3306" y="7148"/>
                    <a:pt x="3298" y="7161"/>
                  </a:cubicBezTo>
                  <a:cubicBezTo>
                    <a:pt x="3115" y="7425"/>
                    <a:pt x="2938" y="7694"/>
                    <a:pt x="2766" y="7968"/>
                  </a:cubicBezTo>
                  <a:cubicBezTo>
                    <a:pt x="2725" y="8035"/>
                    <a:pt x="2684" y="8104"/>
                    <a:pt x="2644" y="8172"/>
                  </a:cubicBezTo>
                  <a:cubicBezTo>
                    <a:pt x="2507" y="8397"/>
                    <a:pt x="2376" y="8625"/>
                    <a:pt x="2250" y="8856"/>
                  </a:cubicBezTo>
                  <a:cubicBezTo>
                    <a:pt x="2224" y="8902"/>
                    <a:pt x="2195" y="8945"/>
                    <a:pt x="2172" y="8991"/>
                  </a:cubicBezTo>
                  <a:cubicBezTo>
                    <a:pt x="2160" y="9011"/>
                    <a:pt x="2150" y="9034"/>
                    <a:pt x="2140" y="9054"/>
                  </a:cubicBezTo>
                  <a:cubicBezTo>
                    <a:pt x="1963" y="9387"/>
                    <a:pt x="1796" y="9725"/>
                    <a:pt x="1639" y="10068"/>
                  </a:cubicBezTo>
                  <a:cubicBezTo>
                    <a:pt x="1609" y="10136"/>
                    <a:pt x="1579" y="10203"/>
                    <a:pt x="1550" y="10271"/>
                  </a:cubicBezTo>
                  <a:cubicBezTo>
                    <a:pt x="1394" y="10622"/>
                    <a:pt x="1248" y="10978"/>
                    <a:pt x="1114" y="11339"/>
                  </a:cubicBezTo>
                  <a:cubicBezTo>
                    <a:pt x="1109" y="11349"/>
                    <a:pt x="1105" y="11359"/>
                    <a:pt x="1101" y="11369"/>
                  </a:cubicBezTo>
                  <a:cubicBezTo>
                    <a:pt x="1059" y="11483"/>
                    <a:pt x="1023" y="11597"/>
                    <a:pt x="984" y="11711"/>
                  </a:cubicBezTo>
                  <a:cubicBezTo>
                    <a:pt x="945" y="11823"/>
                    <a:pt x="905" y="11935"/>
                    <a:pt x="868" y="12049"/>
                  </a:cubicBezTo>
                  <a:cubicBezTo>
                    <a:pt x="826" y="12178"/>
                    <a:pt x="788" y="12311"/>
                    <a:pt x="748" y="12442"/>
                  </a:cubicBezTo>
                  <a:cubicBezTo>
                    <a:pt x="715" y="12556"/>
                    <a:pt x="679" y="12669"/>
                    <a:pt x="647" y="12785"/>
                  </a:cubicBezTo>
                  <a:cubicBezTo>
                    <a:pt x="611" y="12917"/>
                    <a:pt x="578" y="13052"/>
                    <a:pt x="544" y="13188"/>
                  </a:cubicBezTo>
                  <a:cubicBezTo>
                    <a:pt x="515" y="13301"/>
                    <a:pt x="485" y="13414"/>
                    <a:pt x="459" y="13529"/>
                  </a:cubicBezTo>
                  <a:cubicBezTo>
                    <a:pt x="426" y="13669"/>
                    <a:pt x="398" y="13810"/>
                    <a:pt x="369" y="13949"/>
                  </a:cubicBezTo>
                  <a:cubicBezTo>
                    <a:pt x="346" y="14062"/>
                    <a:pt x="322" y="14172"/>
                    <a:pt x="302" y="14283"/>
                  </a:cubicBezTo>
                  <a:cubicBezTo>
                    <a:pt x="274" y="14427"/>
                    <a:pt x="253" y="14573"/>
                    <a:pt x="230" y="14718"/>
                  </a:cubicBezTo>
                  <a:cubicBezTo>
                    <a:pt x="211" y="14827"/>
                    <a:pt x="191" y="14937"/>
                    <a:pt x="176" y="15046"/>
                  </a:cubicBezTo>
                  <a:cubicBezTo>
                    <a:pt x="155" y="15199"/>
                    <a:pt x="140" y="15353"/>
                    <a:pt x="122" y="15506"/>
                  </a:cubicBezTo>
                  <a:cubicBezTo>
                    <a:pt x="110" y="15609"/>
                    <a:pt x="96" y="15713"/>
                    <a:pt x="86" y="15816"/>
                  </a:cubicBezTo>
                  <a:cubicBezTo>
                    <a:pt x="70" y="15985"/>
                    <a:pt x="61" y="16153"/>
                    <a:pt x="50" y="16322"/>
                  </a:cubicBezTo>
                  <a:cubicBezTo>
                    <a:pt x="44" y="16412"/>
                    <a:pt x="35" y="16503"/>
                    <a:pt x="31" y="16594"/>
                  </a:cubicBezTo>
                  <a:cubicBezTo>
                    <a:pt x="20" y="16853"/>
                    <a:pt x="12" y="17114"/>
                    <a:pt x="11" y="17374"/>
                  </a:cubicBezTo>
                  <a:cubicBezTo>
                    <a:pt x="1" y="22803"/>
                    <a:pt x="2618" y="27200"/>
                    <a:pt x="6568" y="29348"/>
                  </a:cubicBezTo>
                  <a:lnTo>
                    <a:pt x="10281" y="31367"/>
                  </a:lnTo>
                  <a:cubicBezTo>
                    <a:pt x="6332" y="29218"/>
                    <a:pt x="3715" y="24821"/>
                    <a:pt x="3725" y="19394"/>
                  </a:cubicBezTo>
                  <a:cubicBezTo>
                    <a:pt x="3725" y="19132"/>
                    <a:pt x="3731" y="18871"/>
                    <a:pt x="3744" y="18612"/>
                  </a:cubicBezTo>
                  <a:cubicBezTo>
                    <a:pt x="3748" y="18529"/>
                    <a:pt x="3757" y="18445"/>
                    <a:pt x="3763" y="18362"/>
                  </a:cubicBezTo>
                  <a:cubicBezTo>
                    <a:pt x="3773" y="18186"/>
                    <a:pt x="3783" y="18010"/>
                    <a:pt x="3800" y="17836"/>
                  </a:cubicBezTo>
                  <a:cubicBezTo>
                    <a:pt x="3809" y="17734"/>
                    <a:pt x="3823" y="17633"/>
                    <a:pt x="3836" y="17531"/>
                  </a:cubicBezTo>
                  <a:cubicBezTo>
                    <a:pt x="3853" y="17376"/>
                    <a:pt x="3869" y="17220"/>
                    <a:pt x="3889" y="17066"/>
                  </a:cubicBezTo>
                  <a:cubicBezTo>
                    <a:pt x="3905" y="16958"/>
                    <a:pt x="3924" y="16852"/>
                    <a:pt x="3941" y="16745"/>
                  </a:cubicBezTo>
                  <a:cubicBezTo>
                    <a:pt x="3964" y="16597"/>
                    <a:pt x="3987" y="16450"/>
                    <a:pt x="4013" y="16303"/>
                  </a:cubicBezTo>
                  <a:cubicBezTo>
                    <a:pt x="4033" y="16191"/>
                    <a:pt x="4059" y="16080"/>
                    <a:pt x="4082" y="15969"/>
                  </a:cubicBezTo>
                  <a:cubicBezTo>
                    <a:pt x="4111" y="15828"/>
                    <a:pt x="4138" y="15688"/>
                    <a:pt x="4170" y="15549"/>
                  </a:cubicBezTo>
                  <a:cubicBezTo>
                    <a:pt x="4196" y="15435"/>
                    <a:pt x="4226" y="15324"/>
                    <a:pt x="4255" y="15212"/>
                  </a:cubicBezTo>
                  <a:cubicBezTo>
                    <a:pt x="4290" y="15075"/>
                    <a:pt x="4323" y="14938"/>
                    <a:pt x="4360" y="14803"/>
                  </a:cubicBezTo>
                  <a:cubicBezTo>
                    <a:pt x="4390" y="14689"/>
                    <a:pt x="4426" y="14578"/>
                    <a:pt x="4459" y="14466"/>
                  </a:cubicBezTo>
                  <a:cubicBezTo>
                    <a:pt x="4500" y="14334"/>
                    <a:pt x="4537" y="14200"/>
                    <a:pt x="4580" y="14067"/>
                  </a:cubicBezTo>
                  <a:cubicBezTo>
                    <a:pt x="4616" y="13955"/>
                    <a:pt x="4657" y="13844"/>
                    <a:pt x="4696" y="13732"/>
                  </a:cubicBezTo>
                  <a:cubicBezTo>
                    <a:pt x="4739" y="13607"/>
                    <a:pt x="4780" y="13481"/>
                    <a:pt x="4827" y="13358"/>
                  </a:cubicBezTo>
                  <a:cubicBezTo>
                    <a:pt x="4959" y="12996"/>
                    <a:pt x="5106" y="12642"/>
                    <a:pt x="5261" y="12291"/>
                  </a:cubicBezTo>
                  <a:cubicBezTo>
                    <a:pt x="5292" y="12223"/>
                    <a:pt x="5322" y="12155"/>
                    <a:pt x="5352" y="12088"/>
                  </a:cubicBezTo>
                  <a:cubicBezTo>
                    <a:pt x="5509" y="11744"/>
                    <a:pt x="5676" y="11405"/>
                    <a:pt x="5853" y="11073"/>
                  </a:cubicBezTo>
                  <a:cubicBezTo>
                    <a:pt x="5889" y="11007"/>
                    <a:pt x="5925" y="10942"/>
                    <a:pt x="5961" y="10877"/>
                  </a:cubicBezTo>
                  <a:cubicBezTo>
                    <a:pt x="6088" y="10645"/>
                    <a:pt x="6220" y="10416"/>
                    <a:pt x="6357" y="10190"/>
                  </a:cubicBezTo>
                  <a:cubicBezTo>
                    <a:pt x="6397" y="10123"/>
                    <a:pt x="6437" y="10055"/>
                    <a:pt x="6479" y="9987"/>
                  </a:cubicBezTo>
                  <a:cubicBezTo>
                    <a:pt x="6651" y="9714"/>
                    <a:pt x="6828" y="9445"/>
                    <a:pt x="7010" y="9180"/>
                  </a:cubicBezTo>
                  <a:cubicBezTo>
                    <a:pt x="7048" y="9126"/>
                    <a:pt x="7087" y="9075"/>
                    <a:pt x="7124" y="9023"/>
                  </a:cubicBezTo>
                  <a:cubicBezTo>
                    <a:pt x="7268" y="8821"/>
                    <a:pt x="7416" y="8623"/>
                    <a:pt x="7566" y="8428"/>
                  </a:cubicBezTo>
                  <a:cubicBezTo>
                    <a:pt x="7624" y="8355"/>
                    <a:pt x="7681" y="8281"/>
                    <a:pt x="7739" y="8209"/>
                  </a:cubicBezTo>
                  <a:cubicBezTo>
                    <a:pt x="7894" y="8014"/>
                    <a:pt x="8056" y="7822"/>
                    <a:pt x="8220" y="7634"/>
                  </a:cubicBezTo>
                  <a:cubicBezTo>
                    <a:pt x="8259" y="7587"/>
                    <a:pt x="8297" y="7540"/>
                    <a:pt x="8338" y="7495"/>
                  </a:cubicBezTo>
                  <a:cubicBezTo>
                    <a:pt x="8541" y="7266"/>
                    <a:pt x="8750" y="7043"/>
                    <a:pt x="8963" y="6826"/>
                  </a:cubicBezTo>
                  <a:cubicBezTo>
                    <a:pt x="9017" y="6771"/>
                    <a:pt x="9073" y="6718"/>
                    <a:pt x="9128" y="6663"/>
                  </a:cubicBezTo>
                  <a:cubicBezTo>
                    <a:pt x="9297" y="6496"/>
                    <a:pt x="9466" y="6334"/>
                    <a:pt x="9639" y="6175"/>
                  </a:cubicBezTo>
                  <a:cubicBezTo>
                    <a:pt x="9705" y="6116"/>
                    <a:pt x="9770" y="6056"/>
                    <a:pt x="9835" y="5998"/>
                  </a:cubicBezTo>
                  <a:cubicBezTo>
                    <a:pt x="10077" y="5784"/>
                    <a:pt x="10322" y="5573"/>
                    <a:pt x="10574" y="5373"/>
                  </a:cubicBezTo>
                  <a:cubicBezTo>
                    <a:pt x="10595" y="5356"/>
                    <a:pt x="10620" y="5340"/>
                    <a:pt x="10641" y="5321"/>
                  </a:cubicBezTo>
                  <a:cubicBezTo>
                    <a:pt x="10876" y="5139"/>
                    <a:pt x="11113" y="4963"/>
                    <a:pt x="11355" y="4793"/>
                  </a:cubicBezTo>
                  <a:cubicBezTo>
                    <a:pt x="11419" y="4748"/>
                    <a:pt x="11482" y="4705"/>
                    <a:pt x="11545" y="4662"/>
                  </a:cubicBezTo>
                  <a:cubicBezTo>
                    <a:pt x="11863" y="4443"/>
                    <a:pt x="12189" y="4237"/>
                    <a:pt x="12521" y="4043"/>
                  </a:cubicBezTo>
                  <a:cubicBezTo>
                    <a:pt x="12575" y="4013"/>
                    <a:pt x="12628" y="3983"/>
                    <a:pt x="12681" y="3952"/>
                  </a:cubicBezTo>
                  <a:cubicBezTo>
                    <a:pt x="13025" y="3757"/>
                    <a:pt x="13375" y="3572"/>
                    <a:pt x="13732" y="3404"/>
                  </a:cubicBezTo>
                  <a:cubicBezTo>
                    <a:pt x="13771" y="3387"/>
                    <a:pt x="13813" y="3368"/>
                    <a:pt x="13853" y="3351"/>
                  </a:cubicBezTo>
                  <a:cubicBezTo>
                    <a:pt x="14106" y="3233"/>
                    <a:pt x="14364" y="3123"/>
                    <a:pt x="14625" y="3021"/>
                  </a:cubicBezTo>
                  <a:cubicBezTo>
                    <a:pt x="14701" y="2991"/>
                    <a:pt x="14777" y="2960"/>
                    <a:pt x="14854" y="2932"/>
                  </a:cubicBezTo>
                  <a:cubicBezTo>
                    <a:pt x="15152" y="2819"/>
                    <a:pt x="15454" y="2713"/>
                    <a:pt x="15759" y="2621"/>
                  </a:cubicBezTo>
                  <a:cubicBezTo>
                    <a:pt x="15785" y="2614"/>
                    <a:pt x="15811" y="2606"/>
                    <a:pt x="15837" y="2599"/>
                  </a:cubicBezTo>
                  <a:cubicBezTo>
                    <a:pt x="16119" y="2516"/>
                    <a:pt x="16406" y="2441"/>
                    <a:pt x="16693" y="2375"/>
                  </a:cubicBezTo>
                  <a:cubicBezTo>
                    <a:pt x="16776" y="2356"/>
                    <a:pt x="16856" y="2339"/>
                    <a:pt x="16937" y="2321"/>
                  </a:cubicBezTo>
                  <a:cubicBezTo>
                    <a:pt x="17252" y="2254"/>
                    <a:pt x="17569" y="2195"/>
                    <a:pt x="17888" y="2149"/>
                  </a:cubicBezTo>
                  <a:cubicBezTo>
                    <a:pt x="18199" y="2105"/>
                    <a:pt x="18506" y="2077"/>
                    <a:pt x="18813" y="2055"/>
                  </a:cubicBezTo>
                  <a:cubicBezTo>
                    <a:pt x="18876" y="2051"/>
                    <a:pt x="18938" y="2046"/>
                    <a:pt x="19001" y="2042"/>
                  </a:cubicBezTo>
                  <a:cubicBezTo>
                    <a:pt x="19245" y="2029"/>
                    <a:pt x="19488" y="2021"/>
                    <a:pt x="19729" y="2021"/>
                  </a:cubicBezTo>
                  <a:cubicBezTo>
                    <a:pt x="19780" y="2021"/>
                    <a:pt x="19830" y="2021"/>
                    <a:pt x="19881" y="2022"/>
                  </a:cubicBezTo>
                  <a:cubicBezTo>
                    <a:pt x="19933" y="2022"/>
                    <a:pt x="19984" y="2025"/>
                    <a:pt x="20036" y="2026"/>
                  </a:cubicBezTo>
                  <a:cubicBezTo>
                    <a:pt x="20306" y="2032"/>
                    <a:pt x="20573" y="2048"/>
                    <a:pt x="20838" y="2071"/>
                  </a:cubicBezTo>
                  <a:cubicBezTo>
                    <a:pt x="20877" y="2074"/>
                    <a:pt x="20916" y="2075"/>
                    <a:pt x="20955" y="2079"/>
                  </a:cubicBezTo>
                  <a:cubicBezTo>
                    <a:pt x="21240" y="2108"/>
                    <a:pt x="21521" y="2147"/>
                    <a:pt x="21798" y="2195"/>
                  </a:cubicBezTo>
                  <a:cubicBezTo>
                    <a:pt x="21859" y="2205"/>
                    <a:pt x="21919" y="2216"/>
                    <a:pt x="21978" y="2226"/>
                  </a:cubicBezTo>
                  <a:cubicBezTo>
                    <a:pt x="22253" y="2278"/>
                    <a:pt x="22525" y="2336"/>
                    <a:pt x="22793" y="2406"/>
                  </a:cubicBezTo>
                  <a:cubicBezTo>
                    <a:pt x="23147" y="2497"/>
                    <a:pt x="23494" y="2608"/>
                    <a:pt x="23834" y="2730"/>
                  </a:cubicBezTo>
                  <a:cubicBezTo>
                    <a:pt x="23932" y="2766"/>
                    <a:pt x="24028" y="2808"/>
                    <a:pt x="24125" y="2847"/>
                  </a:cubicBezTo>
                  <a:cubicBezTo>
                    <a:pt x="24368" y="2942"/>
                    <a:pt x="24607" y="3043"/>
                    <a:pt x="24842" y="3153"/>
                  </a:cubicBezTo>
                  <a:cubicBezTo>
                    <a:pt x="25041" y="3248"/>
                    <a:pt x="25242" y="3341"/>
                    <a:pt x="25434" y="3446"/>
                  </a:cubicBezTo>
                  <a:lnTo>
                    <a:pt x="25434" y="3446"/>
                  </a:lnTo>
                  <a:lnTo>
                    <a:pt x="21726" y="1427"/>
                  </a:lnTo>
                  <a:cubicBezTo>
                    <a:pt x="21584" y="1350"/>
                    <a:pt x="21440" y="1276"/>
                    <a:pt x="21295" y="1204"/>
                  </a:cubicBezTo>
                  <a:cubicBezTo>
                    <a:pt x="21240" y="1178"/>
                    <a:pt x="21184" y="1159"/>
                    <a:pt x="21130" y="1134"/>
                  </a:cubicBezTo>
                  <a:cubicBezTo>
                    <a:pt x="20896" y="1023"/>
                    <a:pt x="20657" y="922"/>
                    <a:pt x="20414" y="827"/>
                  </a:cubicBezTo>
                  <a:cubicBezTo>
                    <a:pt x="20317" y="788"/>
                    <a:pt x="20221" y="746"/>
                    <a:pt x="20123" y="712"/>
                  </a:cubicBezTo>
                  <a:cubicBezTo>
                    <a:pt x="19782" y="588"/>
                    <a:pt x="19436" y="477"/>
                    <a:pt x="19082" y="386"/>
                  </a:cubicBezTo>
                  <a:cubicBezTo>
                    <a:pt x="19075" y="384"/>
                    <a:pt x="19067" y="381"/>
                    <a:pt x="19060" y="379"/>
                  </a:cubicBezTo>
                  <a:cubicBezTo>
                    <a:pt x="18800" y="312"/>
                    <a:pt x="18533" y="257"/>
                    <a:pt x="18267" y="206"/>
                  </a:cubicBezTo>
                  <a:cubicBezTo>
                    <a:pt x="18207" y="196"/>
                    <a:pt x="18146" y="185"/>
                    <a:pt x="18087" y="175"/>
                  </a:cubicBezTo>
                  <a:cubicBezTo>
                    <a:pt x="17809" y="127"/>
                    <a:pt x="17528" y="88"/>
                    <a:pt x="17243" y="60"/>
                  </a:cubicBezTo>
                  <a:cubicBezTo>
                    <a:pt x="17205" y="55"/>
                    <a:pt x="17164" y="54"/>
                    <a:pt x="17125" y="51"/>
                  </a:cubicBezTo>
                  <a:cubicBezTo>
                    <a:pt x="16860" y="26"/>
                    <a:pt x="16594" y="12"/>
                    <a:pt x="16323" y="6"/>
                  </a:cubicBezTo>
                  <a:cubicBezTo>
                    <a:pt x="16272" y="5"/>
                    <a:pt x="16221" y="2"/>
                    <a:pt x="16168" y="2"/>
                  </a:cubicBezTo>
                  <a:cubicBezTo>
                    <a:pt x="16113" y="1"/>
                    <a:pt x="16058" y="1"/>
                    <a:pt x="16003" y="1"/>
                  </a:cubicBezTo>
                  <a:close/>
                </a:path>
              </a:pathLst>
            </a:custGeom>
            <a:solidFill>
              <a:srgbClr val="90C4FE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324" name="CustomShape 26"/>
            <p:cNvSpPr/>
            <p:nvPr/>
          </p:nvSpPr>
          <p:spPr>
            <a:xfrm>
              <a:off x="7076160" y="1222200"/>
              <a:ext cx="429120" cy="466920"/>
            </a:xfrm>
            <a:custGeom>
              <a:avLst/>
              <a:gdLst/>
              <a:ahLst/>
              <a:cxnLst/>
              <a:rect l="l" t="t" r="r" b="b"/>
              <a:pathLst>
                <a:path w="28291" h="30780">
                  <a:moveTo>
                    <a:pt x="16003" y="1"/>
                  </a:moveTo>
                  <a:cubicBezTo>
                    <a:pt x="15401" y="1"/>
                    <a:pt x="14787" y="43"/>
                    <a:pt x="14163" y="131"/>
                  </a:cubicBezTo>
                  <a:cubicBezTo>
                    <a:pt x="10282" y="678"/>
                    <a:pt x="6756" y="2861"/>
                    <a:pt x="4192" y="5964"/>
                  </a:cubicBezTo>
                  <a:cubicBezTo>
                    <a:pt x="3285" y="7060"/>
                    <a:pt x="2512" y="8258"/>
                    <a:pt x="1885" y="9533"/>
                  </a:cubicBezTo>
                  <a:cubicBezTo>
                    <a:pt x="685" y="11930"/>
                    <a:pt x="7" y="14620"/>
                    <a:pt x="0" y="17376"/>
                  </a:cubicBezTo>
                  <a:cubicBezTo>
                    <a:pt x="0" y="19255"/>
                    <a:pt x="313" y="21014"/>
                    <a:pt x="887" y="22595"/>
                  </a:cubicBezTo>
                  <a:cubicBezTo>
                    <a:pt x="2674" y="27533"/>
                    <a:pt x="7015" y="30779"/>
                    <a:pt x="12269" y="30779"/>
                  </a:cubicBezTo>
                  <a:cubicBezTo>
                    <a:pt x="12330" y="30779"/>
                    <a:pt x="12391" y="30779"/>
                    <a:pt x="12452" y="30778"/>
                  </a:cubicBezTo>
                  <a:lnTo>
                    <a:pt x="12431" y="25601"/>
                  </a:lnTo>
                  <a:cubicBezTo>
                    <a:pt x="8863" y="25414"/>
                    <a:pt x="5993" y="22928"/>
                    <a:pt x="5065" y="19317"/>
                  </a:cubicBezTo>
                  <a:cubicBezTo>
                    <a:pt x="4850" y="18499"/>
                    <a:pt x="4739" y="17627"/>
                    <a:pt x="4739" y="16711"/>
                  </a:cubicBezTo>
                  <a:cubicBezTo>
                    <a:pt x="4747" y="15000"/>
                    <a:pt x="5141" y="13337"/>
                    <a:pt x="5835" y="11827"/>
                  </a:cubicBezTo>
                  <a:cubicBezTo>
                    <a:pt x="6433" y="10525"/>
                    <a:pt x="7253" y="9339"/>
                    <a:pt x="8259" y="8321"/>
                  </a:cubicBezTo>
                  <a:cubicBezTo>
                    <a:pt x="9875" y="6693"/>
                    <a:pt x="11932" y="5563"/>
                    <a:pt x="14156" y="5250"/>
                  </a:cubicBezTo>
                  <a:cubicBezTo>
                    <a:pt x="14570" y="5192"/>
                    <a:pt x="14977" y="5164"/>
                    <a:pt x="15376" y="5164"/>
                  </a:cubicBezTo>
                  <a:cubicBezTo>
                    <a:pt x="19983" y="5164"/>
                    <a:pt x="23544" y="8920"/>
                    <a:pt x="23533" y="14065"/>
                  </a:cubicBezTo>
                  <a:cubicBezTo>
                    <a:pt x="23531" y="15040"/>
                    <a:pt x="23403" y="16012"/>
                    <a:pt x="23151" y="16955"/>
                  </a:cubicBezTo>
                  <a:lnTo>
                    <a:pt x="27218" y="19310"/>
                  </a:lnTo>
                  <a:cubicBezTo>
                    <a:pt x="27896" y="17438"/>
                    <a:pt x="28270" y="15437"/>
                    <a:pt x="28270" y="13400"/>
                  </a:cubicBezTo>
                  <a:cubicBezTo>
                    <a:pt x="28290" y="5653"/>
                    <a:pt x="22941" y="1"/>
                    <a:pt x="16003" y="1"/>
                  </a:cubicBezTo>
                  <a:close/>
                </a:path>
              </a:pathLst>
            </a:custGeom>
            <a:solidFill>
              <a:srgbClr val="C8E2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325" name="CustomShape 27"/>
            <p:cNvSpPr/>
            <p:nvPr/>
          </p:nvSpPr>
          <p:spPr>
            <a:xfrm>
              <a:off x="7188120" y="1577520"/>
              <a:ext cx="53640" cy="29880"/>
            </a:xfrm>
            <a:custGeom>
              <a:avLst/>
              <a:gdLst/>
              <a:ahLst/>
              <a:cxnLst/>
              <a:rect l="l" t="t" r="r" b="b"/>
              <a:pathLst>
                <a:path w="3549" h="1983">
                  <a:moveTo>
                    <a:pt x="1" y="0"/>
                  </a:moveTo>
                  <a:cubicBezTo>
                    <a:pt x="509" y="506"/>
                    <a:pt x="1088" y="935"/>
                    <a:pt x="1718" y="1276"/>
                  </a:cubicBezTo>
                  <a:lnTo>
                    <a:pt x="1" y="0"/>
                  </a:lnTo>
                  <a:close/>
                  <a:moveTo>
                    <a:pt x="3479" y="1968"/>
                  </a:moveTo>
                  <a:cubicBezTo>
                    <a:pt x="3482" y="1970"/>
                    <a:pt x="3486" y="1971"/>
                    <a:pt x="3490" y="1972"/>
                  </a:cubicBezTo>
                  <a:lnTo>
                    <a:pt x="3490" y="1972"/>
                  </a:lnTo>
                  <a:cubicBezTo>
                    <a:pt x="3486" y="1970"/>
                    <a:pt x="3483" y="1968"/>
                    <a:pt x="3479" y="1968"/>
                  </a:cubicBezTo>
                  <a:close/>
                  <a:moveTo>
                    <a:pt x="3490" y="1972"/>
                  </a:moveTo>
                  <a:lnTo>
                    <a:pt x="3490" y="1972"/>
                  </a:lnTo>
                  <a:cubicBezTo>
                    <a:pt x="3491" y="1973"/>
                    <a:pt x="3492" y="1974"/>
                    <a:pt x="3493" y="1975"/>
                  </a:cubicBezTo>
                  <a:cubicBezTo>
                    <a:pt x="3508" y="1980"/>
                    <a:pt x="3523" y="1983"/>
                    <a:pt x="3538" y="1983"/>
                  </a:cubicBezTo>
                  <a:cubicBezTo>
                    <a:pt x="3542" y="1983"/>
                    <a:pt x="3545" y="1983"/>
                    <a:pt x="3548" y="1983"/>
                  </a:cubicBezTo>
                  <a:cubicBezTo>
                    <a:pt x="3529" y="1981"/>
                    <a:pt x="3508" y="1978"/>
                    <a:pt x="3490" y="1972"/>
                  </a:cubicBezTo>
                  <a:close/>
                </a:path>
              </a:pathLst>
            </a:custGeom>
            <a:solidFill>
              <a:srgbClr val="C8E2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326" name="CustomShape 28"/>
            <p:cNvSpPr/>
            <p:nvPr/>
          </p:nvSpPr>
          <p:spPr>
            <a:xfrm>
              <a:off x="6626520" y="1210680"/>
              <a:ext cx="175680" cy="293040"/>
            </a:xfrm>
            <a:custGeom>
              <a:avLst/>
              <a:gdLst/>
              <a:ahLst/>
              <a:cxnLst/>
              <a:rect l="l" t="t" r="r" b="b"/>
              <a:pathLst>
                <a:path w="11603" h="19334">
                  <a:moveTo>
                    <a:pt x="0" y="1"/>
                  </a:moveTo>
                  <a:lnTo>
                    <a:pt x="44" y="12619"/>
                  </a:lnTo>
                  <a:lnTo>
                    <a:pt x="11602" y="19334"/>
                  </a:lnTo>
                  <a:lnTo>
                    <a:pt x="11559" y="671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89BB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327" name="CustomShape 29"/>
            <p:cNvSpPr/>
            <p:nvPr/>
          </p:nvSpPr>
          <p:spPr>
            <a:xfrm>
              <a:off x="6626520" y="1210680"/>
              <a:ext cx="175680" cy="293040"/>
            </a:xfrm>
            <a:custGeom>
              <a:avLst/>
              <a:gdLst/>
              <a:ahLst/>
              <a:cxnLst/>
              <a:rect l="l" t="t" r="r" b="b"/>
              <a:pathLst>
                <a:path w="11606" h="19334">
                  <a:moveTo>
                    <a:pt x="0" y="0"/>
                  </a:moveTo>
                  <a:lnTo>
                    <a:pt x="21" y="5717"/>
                  </a:lnTo>
                  <a:lnTo>
                    <a:pt x="41" y="12619"/>
                  </a:lnTo>
                  <a:lnTo>
                    <a:pt x="11605" y="19333"/>
                  </a:lnTo>
                  <a:lnTo>
                    <a:pt x="11605" y="19333"/>
                  </a:lnTo>
                  <a:lnTo>
                    <a:pt x="11585" y="13900"/>
                  </a:lnTo>
                  <a:lnTo>
                    <a:pt x="11565" y="8724"/>
                  </a:lnTo>
                  <a:lnTo>
                    <a:pt x="11558" y="6715"/>
                  </a:lnTo>
                  <a:lnTo>
                    <a:pt x="4198" y="24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9BB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328" name="CustomShape 30"/>
            <p:cNvSpPr/>
            <p:nvPr/>
          </p:nvSpPr>
          <p:spPr>
            <a:xfrm>
              <a:off x="6791760" y="1306800"/>
              <a:ext cx="9720" cy="36000"/>
            </a:xfrm>
            <a:custGeom>
              <a:avLst/>
              <a:gdLst/>
              <a:ahLst/>
              <a:cxnLst/>
              <a:rect l="l" t="t" r="r" b="b"/>
              <a:pathLst>
                <a:path w="673" h="2391">
                  <a:moveTo>
                    <a:pt x="1" y="0"/>
                  </a:moveTo>
                  <a:lnTo>
                    <a:pt x="673" y="2390"/>
                  </a:lnTo>
                  <a:lnTo>
                    <a:pt x="666" y="38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89BB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329" name="CustomShape 31"/>
            <p:cNvSpPr/>
            <p:nvPr/>
          </p:nvSpPr>
          <p:spPr>
            <a:xfrm>
              <a:off x="6626520" y="1210680"/>
              <a:ext cx="170640" cy="191160"/>
            </a:xfrm>
            <a:custGeom>
              <a:avLst/>
              <a:gdLst/>
              <a:ahLst/>
              <a:cxnLst/>
              <a:rect l="l" t="t" r="r" b="b"/>
              <a:pathLst>
                <a:path w="11278" h="12623">
                  <a:moveTo>
                    <a:pt x="0" y="0"/>
                  </a:moveTo>
                  <a:lnTo>
                    <a:pt x="46" y="12623"/>
                  </a:lnTo>
                  <a:lnTo>
                    <a:pt x="11277" y="65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43C78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330" name="CustomShape 32"/>
            <p:cNvSpPr/>
            <p:nvPr/>
          </p:nvSpPr>
          <p:spPr>
            <a:xfrm>
              <a:off x="6626520" y="1210680"/>
              <a:ext cx="170640" cy="191160"/>
            </a:xfrm>
            <a:custGeom>
              <a:avLst/>
              <a:gdLst/>
              <a:ahLst/>
              <a:cxnLst/>
              <a:rect l="l" t="t" r="r" b="b"/>
              <a:pathLst>
                <a:path w="11278" h="12623">
                  <a:moveTo>
                    <a:pt x="0" y="0"/>
                  </a:moveTo>
                  <a:lnTo>
                    <a:pt x="46" y="12623"/>
                  </a:lnTo>
                  <a:lnTo>
                    <a:pt x="11277" y="65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B5488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331" name="CustomShape 33"/>
            <p:cNvSpPr/>
            <p:nvPr/>
          </p:nvSpPr>
          <p:spPr>
            <a:xfrm>
              <a:off x="6725520" y="1306800"/>
              <a:ext cx="76320" cy="36000"/>
            </a:xfrm>
            <a:custGeom>
              <a:avLst/>
              <a:gdLst/>
              <a:ahLst/>
              <a:cxnLst/>
              <a:rect l="l" t="t" r="r" b="b"/>
              <a:pathLst>
                <a:path w="5053" h="2391">
                  <a:moveTo>
                    <a:pt x="4380" y="0"/>
                  </a:moveTo>
                  <a:cubicBezTo>
                    <a:pt x="4297" y="28"/>
                    <a:pt x="4220" y="48"/>
                    <a:pt x="4137" y="69"/>
                  </a:cubicBezTo>
                  <a:cubicBezTo>
                    <a:pt x="4055" y="97"/>
                    <a:pt x="3971" y="118"/>
                    <a:pt x="3888" y="139"/>
                  </a:cubicBezTo>
                  <a:cubicBezTo>
                    <a:pt x="3604" y="208"/>
                    <a:pt x="3319" y="264"/>
                    <a:pt x="3028" y="306"/>
                  </a:cubicBezTo>
                  <a:cubicBezTo>
                    <a:pt x="2765" y="340"/>
                    <a:pt x="2503" y="360"/>
                    <a:pt x="2245" y="375"/>
                  </a:cubicBezTo>
                  <a:cubicBezTo>
                    <a:pt x="2169" y="382"/>
                    <a:pt x="2087" y="382"/>
                    <a:pt x="2003" y="382"/>
                  </a:cubicBezTo>
                  <a:cubicBezTo>
                    <a:pt x="1917" y="385"/>
                    <a:pt x="1830" y="386"/>
                    <a:pt x="1744" y="386"/>
                  </a:cubicBezTo>
                  <a:cubicBezTo>
                    <a:pt x="1657" y="386"/>
                    <a:pt x="1570" y="385"/>
                    <a:pt x="1484" y="382"/>
                  </a:cubicBezTo>
                  <a:cubicBezTo>
                    <a:pt x="1394" y="375"/>
                    <a:pt x="1304" y="375"/>
                    <a:pt x="1214" y="368"/>
                  </a:cubicBezTo>
                  <a:cubicBezTo>
                    <a:pt x="1047" y="353"/>
                    <a:pt x="882" y="333"/>
                    <a:pt x="715" y="311"/>
                  </a:cubicBezTo>
                  <a:cubicBezTo>
                    <a:pt x="631" y="306"/>
                    <a:pt x="555" y="291"/>
                    <a:pt x="473" y="284"/>
                  </a:cubicBezTo>
                  <a:cubicBezTo>
                    <a:pt x="313" y="257"/>
                    <a:pt x="161" y="229"/>
                    <a:pt x="1" y="188"/>
                  </a:cubicBezTo>
                  <a:lnTo>
                    <a:pt x="1" y="188"/>
                  </a:lnTo>
                  <a:lnTo>
                    <a:pt x="1720" y="1462"/>
                  </a:lnTo>
                  <a:cubicBezTo>
                    <a:pt x="1769" y="1490"/>
                    <a:pt x="1825" y="1518"/>
                    <a:pt x="1880" y="1545"/>
                  </a:cubicBezTo>
                  <a:lnTo>
                    <a:pt x="2005" y="1607"/>
                  </a:lnTo>
                  <a:cubicBezTo>
                    <a:pt x="2038" y="1630"/>
                    <a:pt x="2075" y="1646"/>
                    <a:pt x="2116" y="1656"/>
                  </a:cubicBezTo>
                  <a:cubicBezTo>
                    <a:pt x="2274" y="1732"/>
                    <a:pt x="2434" y="1794"/>
                    <a:pt x="2594" y="1865"/>
                  </a:cubicBezTo>
                  <a:cubicBezTo>
                    <a:pt x="2700" y="1915"/>
                    <a:pt x="2811" y="1954"/>
                    <a:pt x="2926" y="1981"/>
                  </a:cubicBezTo>
                  <a:cubicBezTo>
                    <a:pt x="3072" y="2037"/>
                    <a:pt x="3224" y="2086"/>
                    <a:pt x="3375" y="2127"/>
                  </a:cubicBezTo>
                  <a:cubicBezTo>
                    <a:pt x="3410" y="2140"/>
                    <a:pt x="3444" y="2148"/>
                    <a:pt x="3480" y="2156"/>
                  </a:cubicBezTo>
                  <a:cubicBezTo>
                    <a:pt x="3486" y="2156"/>
                    <a:pt x="3486" y="2156"/>
                    <a:pt x="3493" y="2161"/>
                  </a:cubicBezTo>
                  <a:cubicBezTo>
                    <a:pt x="3507" y="2167"/>
                    <a:pt x="3522" y="2169"/>
                    <a:pt x="3537" y="2169"/>
                  </a:cubicBezTo>
                  <a:cubicBezTo>
                    <a:pt x="3541" y="2169"/>
                    <a:pt x="3545" y="2169"/>
                    <a:pt x="3550" y="2168"/>
                  </a:cubicBezTo>
                  <a:cubicBezTo>
                    <a:pt x="3559" y="2174"/>
                    <a:pt x="3565" y="2179"/>
                    <a:pt x="3573" y="2179"/>
                  </a:cubicBezTo>
                  <a:cubicBezTo>
                    <a:pt x="3576" y="2179"/>
                    <a:pt x="3580" y="2178"/>
                    <a:pt x="3584" y="2176"/>
                  </a:cubicBezTo>
                  <a:cubicBezTo>
                    <a:pt x="3771" y="2225"/>
                    <a:pt x="3964" y="2259"/>
                    <a:pt x="4151" y="2294"/>
                  </a:cubicBezTo>
                  <a:cubicBezTo>
                    <a:pt x="4176" y="2302"/>
                    <a:pt x="4202" y="2307"/>
                    <a:pt x="4228" y="2308"/>
                  </a:cubicBezTo>
                  <a:cubicBezTo>
                    <a:pt x="4295" y="2314"/>
                    <a:pt x="4363" y="2323"/>
                    <a:pt x="4429" y="2335"/>
                  </a:cubicBezTo>
                  <a:cubicBezTo>
                    <a:pt x="4595" y="2363"/>
                    <a:pt x="4760" y="2379"/>
                    <a:pt x="4927" y="2383"/>
                  </a:cubicBezTo>
                  <a:cubicBezTo>
                    <a:pt x="4969" y="2383"/>
                    <a:pt x="5011" y="2390"/>
                    <a:pt x="5053" y="2390"/>
                  </a:cubicBezTo>
                  <a:lnTo>
                    <a:pt x="5045" y="388"/>
                  </a:lnTo>
                  <a:lnTo>
                    <a:pt x="4380" y="0"/>
                  </a:lnTo>
                  <a:close/>
                </a:path>
              </a:pathLst>
            </a:custGeom>
            <a:solidFill>
              <a:srgbClr val="90C4FE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332" name="CustomShape 34"/>
            <p:cNvSpPr/>
            <p:nvPr/>
          </p:nvSpPr>
          <p:spPr>
            <a:xfrm>
              <a:off x="6557040" y="923760"/>
              <a:ext cx="385560" cy="475560"/>
            </a:xfrm>
            <a:custGeom>
              <a:avLst/>
              <a:gdLst/>
              <a:ahLst/>
              <a:cxnLst/>
              <a:rect l="l" t="t" r="r" b="b"/>
              <a:pathLst>
                <a:path w="25437" h="31368">
                  <a:moveTo>
                    <a:pt x="25388" y="3421"/>
                  </a:moveTo>
                  <a:lnTo>
                    <a:pt x="25436" y="3447"/>
                  </a:lnTo>
                  <a:cubicBezTo>
                    <a:pt x="25420" y="3438"/>
                    <a:pt x="25404" y="3430"/>
                    <a:pt x="25388" y="3421"/>
                  </a:cubicBezTo>
                  <a:close/>
                  <a:moveTo>
                    <a:pt x="16042" y="0"/>
                  </a:moveTo>
                  <a:cubicBezTo>
                    <a:pt x="15793" y="0"/>
                    <a:pt x="15541" y="8"/>
                    <a:pt x="15288" y="22"/>
                  </a:cubicBezTo>
                  <a:cubicBezTo>
                    <a:pt x="15225" y="25"/>
                    <a:pt x="15162" y="30"/>
                    <a:pt x="15098" y="35"/>
                  </a:cubicBezTo>
                  <a:cubicBezTo>
                    <a:pt x="14793" y="57"/>
                    <a:pt x="14485" y="86"/>
                    <a:pt x="14174" y="129"/>
                  </a:cubicBezTo>
                  <a:cubicBezTo>
                    <a:pt x="13854" y="174"/>
                    <a:pt x="13539" y="234"/>
                    <a:pt x="13224" y="300"/>
                  </a:cubicBezTo>
                  <a:cubicBezTo>
                    <a:pt x="13142" y="318"/>
                    <a:pt x="13061" y="336"/>
                    <a:pt x="12981" y="355"/>
                  </a:cubicBezTo>
                  <a:cubicBezTo>
                    <a:pt x="12693" y="421"/>
                    <a:pt x="12406" y="495"/>
                    <a:pt x="12123" y="580"/>
                  </a:cubicBezTo>
                  <a:cubicBezTo>
                    <a:pt x="12097" y="587"/>
                    <a:pt x="12071" y="593"/>
                    <a:pt x="12045" y="601"/>
                  </a:cubicBezTo>
                  <a:cubicBezTo>
                    <a:pt x="11740" y="693"/>
                    <a:pt x="11439" y="798"/>
                    <a:pt x="11141" y="911"/>
                  </a:cubicBezTo>
                  <a:cubicBezTo>
                    <a:pt x="11064" y="940"/>
                    <a:pt x="10988" y="970"/>
                    <a:pt x="10912" y="1000"/>
                  </a:cubicBezTo>
                  <a:cubicBezTo>
                    <a:pt x="10651" y="1104"/>
                    <a:pt x="10394" y="1213"/>
                    <a:pt x="10139" y="1330"/>
                  </a:cubicBezTo>
                  <a:cubicBezTo>
                    <a:pt x="10108" y="1344"/>
                    <a:pt x="10075" y="1356"/>
                    <a:pt x="10044" y="1371"/>
                  </a:cubicBezTo>
                  <a:cubicBezTo>
                    <a:pt x="10035" y="1374"/>
                    <a:pt x="10026" y="1380"/>
                    <a:pt x="10018" y="1384"/>
                  </a:cubicBezTo>
                  <a:cubicBezTo>
                    <a:pt x="9662" y="1553"/>
                    <a:pt x="9312" y="1737"/>
                    <a:pt x="8968" y="1933"/>
                  </a:cubicBezTo>
                  <a:cubicBezTo>
                    <a:pt x="8915" y="1963"/>
                    <a:pt x="8860" y="1992"/>
                    <a:pt x="8807" y="2024"/>
                  </a:cubicBezTo>
                  <a:cubicBezTo>
                    <a:pt x="8476" y="2218"/>
                    <a:pt x="8151" y="2424"/>
                    <a:pt x="7832" y="2641"/>
                  </a:cubicBezTo>
                  <a:cubicBezTo>
                    <a:pt x="7804" y="2660"/>
                    <a:pt x="7775" y="2676"/>
                    <a:pt x="7747" y="2696"/>
                  </a:cubicBezTo>
                  <a:cubicBezTo>
                    <a:pt x="7711" y="2720"/>
                    <a:pt x="7678" y="2749"/>
                    <a:pt x="7642" y="2774"/>
                  </a:cubicBezTo>
                  <a:cubicBezTo>
                    <a:pt x="7401" y="2943"/>
                    <a:pt x="7162" y="3119"/>
                    <a:pt x="6928" y="3302"/>
                  </a:cubicBezTo>
                  <a:cubicBezTo>
                    <a:pt x="6905" y="3321"/>
                    <a:pt x="6882" y="3337"/>
                    <a:pt x="6861" y="3354"/>
                  </a:cubicBezTo>
                  <a:cubicBezTo>
                    <a:pt x="6609" y="3554"/>
                    <a:pt x="6363" y="3764"/>
                    <a:pt x="6122" y="3979"/>
                  </a:cubicBezTo>
                  <a:cubicBezTo>
                    <a:pt x="6095" y="4002"/>
                    <a:pt x="6066" y="4025"/>
                    <a:pt x="6039" y="4049"/>
                  </a:cubicBezTo>
                  <a:cubicBezTo>
                    <a:pt x="6000" y="4084"/>
                    <a:pt x="5964" y="4121"/>
                    <a:pt x="5926" y="4157"/>
                  </a:cubicBezTo>
                  <a:cubicBezTo>
                    <a:pt x="5752" y="4315"/>
                    <a:pt x="5582" y="4478"/>
                    <a:pt x="5415" y="4644"/>
                  </a:cubicBezTo>
                  <a:cubicBezTo>
                    <a:pt x="5361" y="4698"/>
                    <a:pt x="5304" y="4752"/>
                    <a:pt x="5250" y="4808"/>
                  </a:cubicBezTo>
                  <a:cubicBezTo>
                    <a:pt x="5037" y="5025"/>
                    <a:pt x="4828" y="5247"/>
                    <a:pt x="4625" y="5476"/>
                  </a:cubicBezTo>
                  <a:cubicBezTo>
                    <a:pt x="4615" y="5486"/>
                    <a:pt x="4605" y="5496"/>
                    <a:pt x="4596" y="5506"/>
                  </a:cubicBezTo>
                  <a:cubicBezTo>
                    <a:pt x="4564" y="5542"/>
                    <a:pt x="4536" y="5578"/>
                    <a:pt x="4505" y="5614"/>
                  </a:cubicBezTo>
                  <a:cubicBezTo>
                    <a:pt x="4343" y="5803"/>
                    <a:pt x="4181" y="5996"/>
                    <a:pt x="4026" y="6190"/>
                  </a:cubicBezTo>
                  <a:cubicBezTo>
                    <a:pt x="3968" y="6262"/>
                    <a:pt x="3911" y="6335"/>
                    <a:pt x="3853" y="6409"/>
                  </a:cubicBezTo>
                  <a:cubicBezTo>
                    <a:pt x="3702" y="6605"/>
                    <a:pt x="3555" y="6802"/>
                    <a:pt x="3411" y="7003"/>
                  </a:cubicBezTo>
                  <a:cubicBezTo>
                    <a:pt x="3382" y="7044"/>
                    <a:pt x="3351" y="7082"/>
                    <a:pt x="3323" y="7123"/>
                  </a:cubicBezTo>
                  <a:cubicBezTo>
                    <a:pt x="3313" y="7136"/>
                    <a:pt x="3306" y="7149"/>
                    <a:pt x="3298" y="7162"/>
                  </a:cubicBezTo>
                  <a:cubicBezTo>
                    <a:pt x="3113" y="7425"/>
                    <a:pt x="2936" y="7694"/>
                    <a:pt x="2766" y="7968"/>
                  </a:cubicBezTo>
                  <a:cubicBezTo>
                    <a:pt x="2725" y="8036"/>
                    <a:pt x="2684" y="8105"/>
                    <a:pt x="2643" y="8172"/>
                  </a:cubicBezTo>
                  <a:cubicBezTo>
                    <a:pt x="2507" y="8397"/>
                    <a:pt x="2375" y="8626"/>
                    <a:pt x="2248" y="8856"/>
                  </a:cubicBezTo>
                  <a:cubicBezTo>
                    <a:pt x="2224" y="8901"/>
                    <a:pt x="2195" y="8945"/>
                    <a:pt x="2170" y="8990"/>
                  </a:cubicBezTo>
                  <a:cubicBezTo>
                    <a:pt x="2160" y="9012"/>
                    <a:pt x="2150" y="9033"/>
                    <a:pt x="2139" y="9055"/>
                  </a:cubicBezTo>
                  <a:cubicBezTo>
                    <a:pt x="1962" y="9387"/>
                    <a:pt x="1796" y="9724"/>
                    <a:pt x="1639" y="10068"/>
                  </a:cubicBezTo>
                  <a:cubicBezTo>
                    <a:pt x="1609" y="10136"/>
                    <a:pt x="1579" y="10204"/>
                    <a:pt x="1548" y="10271"/>
                  </a:cubicBezTo>
                  <a:cubicBezTo>
                    <a:pt x="1393" y="10623"/>
                    <a:pt x="1246" y="10977"/>
                    <a:pt x="1114" y="11338"/>
                  </a:cubicBezTo>
                  <a:cubicBezTo>
                    <a:pt x="1109" y="11350"/>
                    <a:pt x="1104" y="11360"/>
                    <a:pt x="1101" y="11370"/>
                  </a:cubicBezTo>
                  <a:cubicBezTo>
                    <a:pt x="1059" y="11482"/>
                    <a:pt x="1023" y="11597"/>
                    <a:pt x="983" y="11709"/>
                  </a:cubicBezTo>
                  <a:cubicBezTo>
                    <a:pt x="944" y="11823"/>
                    <a:pt x="903" y="11935"/>
                    <a:pt x="867" y="12048"/>
                  </a:cubicBezTo>
                  <a:cubicBezTo>
                    <a:pt x="824" y="12179"/>
                    <a:pt x="787" y="12311"/>
                    <a:pt x="748" y="12442"/>
                  </a:cubicBezTo>
                  <a:cubicBezTo>
                    <a:pt x="713" y="12556"/>
                    <a:pt x="679" y="12670"/>
                    <a:pt x="646" y="12783"/>
                  </a:cubicBezTo>
                  <a:cubicBezTo>
                    <a:pt x="610" y="12917"/>
                    <a:pt x="577" y="13053"/>
                    <a:pt x="544" y="13187"/>
                  </a:cubicBezTo>
                  <a:cubicBezTo>
                    <a:pt x="515" y="13300"/>
                    <a:pt x="483" y="13414"/>
                    <a:pt x="457" y="13529"/>
                  </a:cubicBezTo>
                  <a:cubicBezTo>
                    <a:pt x="425" y="13669"/>
                    <a:pt x="398" y="13808"/>
                    <a:pt x="369" y="13950"/>
                  </a:cubicBezTo>
                  <a:cubicBezTo>
                    <a:pt x="346" y="14060"/>
                    <a:pt x="322" y="14171"/>
                    <a:pt x="300" y="14284"/>
                  </a:cubicBezTo>
                  <a:cubicBezTo>
                    <a:pt x="274" y="14428"/>
                    <a:pt x="253" y="14573"/>
                    <a:pt x="230" y="14718"/>
                  </a:cubicBezTo>
                  <a:cubicBezTo>
                    <a:pt x="211" y="14828"/>
                    <a:pt x="192" y="14937"/>
                    <a:pt x="176" y="15047"/>
                  </a:cubicBezTo>
                  <a:cubicBezTo>
                    <a:pt x="155" y="15199"/>
                    <a:pt x="140" y="15353"/>
                    <a:pt x="122" y="15504"/>
                  </a:cubicBezTo>
                  <a:cubicBezTo>
                    <a:pt x="110" y="15609"/>
                    <a:pt x="96" y="15712"/>
                    <a:pt x="86" y="15817"/>
                  </a:cubicBezTo>
                  <a:cubicBezTo>
                    <a:pt x="70" y="15984"/>
                    <a:pt x="61" y="16154"/>
                    <a:pt x="50" y="16322"/>
                  </a:cubicBezTo>
                  <a:cubicBezTo>
                    <a:pt x="44" y="16411"/>
                    <a:pt x="35" y="16502"/>
                    <a:pt x="31" y="16594"/>
                  </a:cubicBezTo>
                  <a:cubicBezTo>
                    <a:pt x="19" y="16853"/>
                    <a:pt x="12" y="17114"/>
                    <a:pt x="11" y="17374"/>
                  </a:cubicBezTo>
                  <a:cubicBezTo>
                    <a:pt x="1" y="22802"/>
                    <a:pt x="2618" y="27199"/>
                    <a:pt x="6568" y="29348"/>
                  </a:cubicBezTo>
                  <a:lnTo>
                    <a:pt x="10281" y="31368"/>
                  </a:lnTo>
                  <a:cubicBezTo>
                    <a:pt x="6331" y="29218"/>
                    <a:pt x="3715" y="24822"/>
                    <a:pt x="3725" y="19394"/>
                  </a:cubicBezTo>
                  <a:cubicBezTo>
                    <a:pt x="3725" y="19132"/>
                    <a:pt x="3731" y="18873"/>
                    <a:pt x="3744" y="18613"/>
                  </a:cubicBezTo>
                  <a:cubicBezTo>
                    <a:pt x="3747" y="18529"/>
                    <a:pt x="3755" y="18446"/>
                    <a:pt x="3760" y="18362"/>
                  </a:cubicBezTo>
                  <a:cubicBezTo>
                    <a:pt x="3771" y="18186"/>
                    <a:pt x="3781" y="18011"/>
                    <a:pt x="3799" y="17837"/>
                  </a:cubicBezTo>
                  <a:cubicBezTo>
                    <a:pt x="3807" y="17734"/>
                    <a:pt x="3822" y="17634"/>
                    <a:pt x="3835" y="17531"/>
                  </a:cubicBezTo>
                  <a:cubicBezTo>
                    <a:pt x="3852" y="17376"/>
                    <a:pt x="3868" y="17220"/>
                    <a:pt x="3889" y="17065"/>
                  </a:cubicBezTo>
                  <a:cubicBezTo>
                    <a:pt x="3904" y="16957"/>
                    <a:pt x="3924" y="16852"/>
                    <a:pt x="3941" y="16744"/>
                  </a:cubicBezTo>
                  <a:cubicBezTo>
                    <a:pt x="3964" y="16597"/>
                    <a:pt x="3986" y="16449"/>
                    <a:pt x="4013" y="16303"/>
                  </a:cubicBezTo>
                  <a:cubicBezTo>
                    <a:pt x="4033" y="16191"/>
                    <a:pt x="4059" y="16080"/>
                    <a:pt x="4082" y="15969"/>
                  </a:cubicBezTo>
                  <a:cubicBezTo>
                    <a:pt x="4111" y="15828"/>
                    <a:pt x="4137" y="15687"/>
                    <a:pt x="4170" y="15548"/>
                  </a:cubicBezTo>
                  <a:cubicBezTo>
                    <a:pt x="4196" y="15435"/>
                    <a:pt x="4226" y="15323"/>
                    <a:pt x="4255" y="15211"/>
                  </a:cubicBezTo>
                  <a:cubicBezTo>
                    <a:pt x="4288" y="15074"/>
                    <a:pt x="4321" y="14939"/>
                    <a:pt x="4359" y="14803"/>
                  </a:cubicBezTo>
                  <a:cubicBezTo>
                    <a:pt x="4390" y="14690"/>
                    <a:pt x="4426" y="14577"/>
                    <a:pt x="4459" y="14465"/>
                  </a:cubicBezTo>
                  <a:cubicBezTo>
                    <a:pt x="4498" y="14333"/>
                    <a:pt x="4537" y="14199"/>
                    <a:pt x="4579" y="14068"/>
                  </a:cubicBezTo>
                  <a:cubicBezTo>
                    <a:pt x="4615" y="13955"/>
                    <a:pt x="4657" y="13843"/>
                    <a:pt x="4694" y="13732"/>
                  </a:cubicBezTo>
                  <a:cubicBezTo>
                    <a:pt x="4737" y="13605"/>
                    <a:pt x="4779" y="13482"/>
                    <a:pt x="4825" y="13358"/>
                  </a:cubicBezTo>
                  <a:cubicBezTo>
                    <a:pt x="4959" y="12997"/>
                    <a:pt x="5106" y="12641"/>
                    <a:pt x="5261" y="12290"/>
                  </a:cubicBezTo>
                  <a:cubicBezTo>
                    <a:pt x="5291" y="12222"/>
                    <a:pt x="5320" y="12154"/>
                    <a:pt x="5350" y="12088"/>
                  </a:cubicBezTo>
                  <a:cubicBezTo>
                    <a:pt x="5507" y="11744"/>
                    <a:pt x="5674" y="11406"/>
                    <a:pt x="5851" y="11073"/>
                  </a:cubicBezTo>
                  <a:cubicBezTo>
                    <a:pt x="5887" y="11007"/>
                    <a:pt x="5923" y="10942"/>
                    <a:pt x="5959" y="10877"/>
                  </a:cubicBezTo>
                  <a:cubicBezTo>
                    <a:pt x="6088" y="10646"/>
                    <a:pt x="6219" y="10417"/>
                    <a:pt x="6355" y="10191"/>
                  </a:cubicBezTo>
                  <a:cubicBezTo>
                    <a:pt x="6397" y="10123"/>
                    <a:pt x="6437" y="10054"/>
                    <a:pt x="6479" y="9986"/>
                  </a:cubicBezTo>
                  <a:cubicBezTo>
                    <a:pt x="6649" y="9713"/>
                    <a:pt x="6826" y="9443"/>
                    <a:pt x="7010" y="9180"/>
                  </a:cubicBezTo>
                  <a:cubicBezTo>
                    <a:pt x="7048" y="9125"/>
                    <a:pt x="7087" y="9075"/>
                    <a:pt x="7124" y="9022"/>
                  </a:cubicBezTo>
                  <a:cubicBezTo>
                    <a:pt x="7268" y="8820"/>
                    <a:pt x="7415" y="8623"/>
                    <a:pt x="7566" y="8429"/>
                  </a:cubicBezTo>
                  <a:cubicBezTo>
                    <a:pt x="7624" y="8355"/>
                    <a:pt x="7680" y="8282"/>
                    <a:pt x="7739" y="8210"/>
                  </a:cubicBezTo>
                  <a:cubicBezTo>
                    <a:pt x="7894" y="8014"/>
                    <a:pt x="8054" y="7822"/>
                    <a:pt x="8218" y="7634"/>
                  </a:cubicBezTo>
                  <a:cubicBezTo>
                    <a:pt x="8259" y="7588"/>
                    <a:pt x="8296" y="7540"/>
                    <a:pt x="8336" y="7494"/>
                  </a:cubicBezTo>
                  <a:cubicBezTo>
                    <a:pt x="8539" y="7265"/>
                    <a:pt x="8748" y="7042"/>
                    <a:pt x="8963" y="6826"/>
                  </a:cubicBezTo>
                  <a:cubicBezTo>
                    <a:pt x="9016" y="6770"/>
                    <a:pt x="9072" y="6718"/>
                    <a:pt x="9128" y="6662"/>
                  </a:cubicBezTo>
                  <a:cubicBezTo>
                    <a:pt x="9295" y="6497"/>
                    <a:pt x="9466" y="6334"/>
                    <a:pt x="9639" y="6175"/>
                  </a:cubicBezTo>
                  <a:cubicBezTo>
                    <a:pt x="9704" y="6115"/>
                    <a:pt x="9769" y="6056"/>
                    <a:pt x="9835" y="5997"/>
                  </a:cubicBezTo>
                  <a:cubicBezTo>
                    <a:pt x="10077" y="5782"/>
                    <a:pt x="10322" y="5574"/>
                    <a:pt x="10574" y="5374"/>
                  </a:cubicBezTo>
                  <a:cubicBezTo>
                    <a:pt x="10597" y="5355"/>
                    <a:pt x="10620" y="5339"/>
                    <a:pt x="10641" y="5322"/>
                  </a:cubicBezTo>
                  <a:cubicBezTo>
                    <a:pt x="10876" y="5139"/>
                    <a:pt x="11113" y="4963"/>
                    <a:pt x="11355" y="4793"/>
                  </a:cubicBezTo>
                  <a:cubicBezTo>
                    <a:pt x="11419" y="4749"/>
                    <a:pt x="11482" y="4706"/>
                    <a:pt x="11545" y="4661"/>
                  </a:cubicBezTo>
                  <a:cubicBezTo>
                    <a:pt x="11863" y="4444"/>
                    <a:pt x="12189" y="4238"/>
                    <a:pt x="12521" y="4043"/>
                  </a:cubicBezTo>
                  <a:cubicBezTo>
                    <a:pt x="12576" y="4012"/>
                    <a:pt x="12629" y="3983"/>
                    <a:pt x="12683" y="3953"/>
                  </a:cubicBezTo>
                  <a:cubicBezTo>
                    <a:pt x="13025" y="3757"/>
                    <a:pt x="13375" y="3573"/>
                    <a:pt x="13732" y="3404"/>
                  </a:cubicBezTo>
                  <a:cubicBezTo>
                    <a:pt x="13771" y="3385"/>
                    <a:pt x="13813" y="3368"/>
                    <a:pt x="13853" y="3349"/>
                  </a:cubicBezTo>
                  <a:cubicBezTo>
                    <a:pt x="14108" y="3233"/>
                    <a:pt x="14364" y="3122"/>
                    <a:pt x="14625" y="3020"/>
                  </a:cubicBezTo>
                  <a:cubicBezTo>
                    <a:pt x="14701" y="2990"/>
                    <a:pt x="14777" y="2959"/>
                    <a:pt x="14854" y="2932"/>
                  </a:cubicBezTo>
                  <a:cubicBezTo>
                    <a:pt x="15152" y="2818"/>
                    <a:pt x="15454" y="2713"/>
                    <a:pt x="15759" y="2621"/>
                  </a:cubicBezTo>
                  <a:cubicBezTo>
                    <a:pt x="15785" y="2612"/>
                    <a:pt x="15811" y="2607"/>
                    <a:pt x="15837" y="2599"/>
                  </a:cubicBezTo>
                  <a:cubicBezTo>
                    <a:pt x="16119" y="2514"/>
                    <a:pt x="16405" y="2441"/>
                    <a:pt x="16693" y="2375"/>
                  </a:cubicBezTo>
                  <a:cubicBezTo>
                    <a:pt x="16775" y="2356"/>
                    <a:pt x="16856" y="2339"/>
                    <a:pt x="16937" y="2320"/>
                  </a:cubicBezTo>
                  <a:cubicBezTo>
                    <a:pt x="17252" y="2254"/>
                    <a:pt x="17569" y="2193"/>
                    <a:pt x="17888" y="2149"/>
                  </a:cubicBezTo>
                  <a:cubicBezTo>
                    <a:pt x="18199" y="2106"/>
                    <a:pt x="18506" y="2077"/>
                    <a:pt x="18813" y="2055"/>
                  </a:cubicBezTo>
                  <a:cubicBezTo>
                    <a:pt x="18876" y="2051"/>
                    <a:pt x="18938" y="2045"/>
                    <a:pt x="19001" y="2042"/>
                  </a:cubicBezTo>
                  <a:cubicBezTo>
                    <a:pt x="19255" y="2027"/>
                    <a:pt x="19506" y="2020"/>
                    <a:pt x="19756" y="2020"/>
                  </a:cubicBezTo>
                  <a:cubicBezTo>
                    <a:pt x="19798" y="2020"/>
                    <a:pt x="19839" y="2020"/>
                    <a:pt x="19881" y="2021"/>
                  </a:cubicBezTo>
                  <a:cubicBezTo>
                    <a:pt x="19933" y="2021"/>
                    <a:pt x="19984" y="2025"/>
                    <a:pt x="20036" y="2025"/>
                  </a:cubicBezTo>
                  <a:cubicBezTo>
                    <a:pt x="20305" y="2032"/>
                    <a:pt x="20573" y="2047"/>
                    <a:pt x="20838" y="2070"/>
                  </a:cubicBezTo>
                  <a:cubicBezTo>
                    <a:pt x="20877" y="2074"/>
                    <a:pt x="20916" y="2075"/>
                    <a:pt x="20955" y="2080"/>
                  </a:cubicBezTo>
                  <a:cubicBezTo>
                    <a:pt x="21240" y="2107"/>
                    <a:pt x="21521" y="2147"/>
                    <a:pt x="21798" y="2193"/>
                  </a:cubicBezTo>
                  <a:cubicBezTo>
                    <a:pt x="21859" y="2205"/>
                    <a:pt x="21919" y="2215"/>
                    <a:pt x="21978" y="2227"/>
                  </a:cubicBezTo>
                  <a:cubicBezTo>
                    <a:pt x="22253" y="2277"/>
                    <a:pt x="22525" y="2336"/>
                    <a:pt x="22793" y="2405"/>
                  </a:cubicBezTo>
                  <a:cubicBezTo>
                    <a:pt x="23147" y="2497"/>
                    <a:pt x="23494" y="2608"/>
                    <a:pt x="23834" y="2730"/>
                  </a:cubicBezTo>
                  <a:cubicBezTo>
                    <a:pt x="23932" y="2766"/>
                    <a:pt x="24028" y="2808"/>
                    <a:pt x="24125" y="2846"/>
                  </a:cubicBezTo>
                  <a:cubicBezTo>
                    <a:pt x="24368" y="2941"/>
                    <a:pt x="24607" y="3043"/>
                    <a:pt x="24843" y="3154"/>
                  </a:cubicBezTo>
                  <a:cubicBezTo>
                    <a:pt x="25025" y="3241"/>
                    <a:pt x="25210" y="3325"/>
                    <a:pt x="25388" y="3421"/>
                  </a:cubicBezTo>
                  <a:lnTo>
                    <a:pt x="25388" y="3421"/>
                  </a:lnTo>
                  <a:lnTo>
                    <a:pt x="21725" y="1428"/>
                  </a:lnTo>
                  <a:cubicBezTo>
                    <a:pt x="21582" y="1350"/>
                    <a:pt x="21438" y="1275"/>
                    <a:pt x="21293" y="1204"/>
                  </a:cubicBezTo>
                  <a:cubicBezTo>
                    <a:pt x="21238" y="1178"/>
                    <a:pt x="21182" y="1158"/>
                    <a:pt x="21129" y="1134"/>
                  </a:cubicBezTo>
                  <a:cubicBezTo>
                    <a:pt x="20894" y="1023"/>
                    <a:pt x="20655" y="922"/>
                    <a:pt x="20412" y="826"/>
                  </a:cubicBezTo>
                  <a:cubicBezTo>
                    <a:pt x="20314" y="788"/>
                    <a:pt x="20219" y="747"/>
                    <a:pt x="20121" y="711"/>
                  </a:cubicBezTo>
                  <a:cubicBezTo>
                    <a:pt x="19780" y="588"/>
                    <a:pt x="19434" y="477"/>
                    <a:pt x="19080" y="385"/>
                  </a:cubicBezTo>
                  <a:cubicBezTo>
                    <a:pt x="19073" y="384"/>
                    <a:pt x="19066" y="381"/>
                    <a:pt x="19059" y="378"/>
                  </a:cubicBezTo>
                  <a:cubicBezTo>
                    <a:pt x="18798" y="312"/>
                    <a:pt x="18532" y="257"/>
                    <a:pt x="18265" y="207"/>
                  </a:cubicBezTo>
                  <a:cubicBezTo>
                    <a:pt x="18205" y="195"/>
                    <a:pt x="18145" y="185"/>
                    <a:pt x="18086" y="174"/>
                  </a:cubicBezTo>
                  <a:cubicBezTo>
                    <a:pt x="17808" y="128"/>
                    <a:pt x="17527" y="87"/>
                    <a:pt x="17242" y="60"/>
                  </a:cubicBezTo>
                  <a:cubicBezTo>
                    <a:pt x="17203" y="56"/>
                    <a:pt x="17163" y="54"/>
                    <a:pt x="17124" y="50"/>
                  </a:cubicBezTo>
                  <a:cubicBezTo>
                    <a:pt x="16860" y="27"/>
                    <a:pt x="16593" y="12"/>
                    <a:pt x="16322" y="5"/>
                  </a:cubicBezTo>
                  <a:cubicBezTo>
                    <a:pt x="16270" y="4"/>
                    <a:pt x="16220" y="2"/>
                    <a:pt x="16167" y="1"/>
                  </a:cubicBezTo>
                  <a:cubicBezTo>
                    <a:pt x="16125" y="0"/>
                    <a:pt x="16084" y="0"/>
                    <a:pt x="16042" y="0"/>
                  </a:cubicBezTo>
                  <a:close/>
                </a:path>
              </a:pathLst>
            </a:custGeom>
            <a:solidFill>
              <a:srgbClr val="90C4FE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333" name="CustomShape 35"/>
            <p:cNvSpPr/>
            <p:nvPr/>
          </p:nvSpPr>
          <p:spPr>
            <a:xfrm>
              <a:off x="6613560" y="954720"/>
              <a:ext cx="429120" cy="466920"/>
            </a:xfrm>
            <a:custGeom>
              <a:avLst/>
              <a:gdLst/>
              <a:ahLst/>
              <a:cxnLst/>
              <a:rect l="l" t="t" r="r" b="b"/>
              <a:pathLst>
                <a:path w="28291" h="30779">
                  <a:moveTo>
                    <a:pt x="16003" y="0"/>
                  </a:moveTo>
                  <a:cubicBezTo>
                    <a:pt x="15401" y="0"/>
                    <a:pt x="14788" y="43"/>
                    <a:pt x="14165" y="130"/>
                  </a:cubicBezTo>
                  <a:cubicBezTo>
                    <a:pt x="10284" y="678"/>
                    <a:pt x="6758" y="2861"/>
                    <a:pt x="4194" y="5965"/>
                  </a:cubicBezTo>
                  <a:cubicBezTo>
                    <a:pt x="3287" y="7060"/>
                    <a:pt x="2512" y="8257"/>
                    <a:pt x="1886" y="9534"/>
                  </a:cubicBezTo>
                  <a:cubicBezTo>
                    <a:pt x="687" y="11931"/>
                    <a:pt x="7" y="14618"/>
                    <a:pt x="0" y="17377"/>
                  </a:cubicBezTo>
                  <a:cubicBezTo>
                    <a:pt x="0" y="19254"/>
                    <a:pt x="313" y="21015"/>
                    <a:pt x="887" y="22594"/>
                  </a:cubicBezTo>
                  <a:cubicBezTo>
                    <a:pt x="2676" y="27531"/>
                    <a:pt x="7014" y="30778"/>
                    <a:pt x="12265" y="30778"/>
                  </a:cubicBezTo>
                  <a:cubicBezTo>
                    <a:pt x="12327" y="30778"/>
                    <a:pt x="12389" y="30778"/>
                    <a:pt x="12452" y="30777"/>
                  </a:cubicBezTo>
                  <a:lnTo>
                    <a:pt x="12432" y="25601"/>
                  </a:lnTo>
                  <a:cubicBezTo>
                    <a:pt x="8863" y="25414"/>
                    <a:pt x="5995" y="22927"/>
                    <a:pt x="5066" y="19317"/>
                  </a:cubicBezTo>
                  <a:cubicBezTo>
                    <a:pt x="4852" y="18500"/>
                    <a:pt x="4740" y="17626"/>
                    <a:pt x="4740" y="16712"/>
                  </a:cubicBezTo>
                  <a:cubicBezTo>
                    <a:pt x="4747" y="15000"/>
                    <a:pt x="5143" y="13337"/>
                    <a:pt x="5835" y="11827"/>
                  </a:cubicBezTo>
                  <a:cubicBezTo>
                    <a:pt x="6433" y="10525"/>
                    <a:pt x="7253" y="9339"/>
                    <a:pt x="8261" y="8320"/>
                  </a:cubicBezTo>
                  <a:cubicBezTo>
                    <a:pt x="9876" y="6692"/>
                    <a:pt x="11933" y="5563"/>
                    <a:pt x="14159" y="5251"/>
                  </a:cubicBezTo>
                  <a:cubicBezTo>
                    <a:pt x="14573" y="5193"/>
                    <a:pt x="14980" y="5164"/>
                    <a:pt x="15380" y="5164"/>
                  </a:cubicBezTo>
                  <a:cubicBezTo>
                    <a:pt x="19986" y="5164"/>
                    <a:pt x="23546" y="8919"/>
                    <a:pt x="23534" y="14064"/>
                  </a:cubicBezTo>
                  <a:cubicBezTo>
                    <a:pt x="23533" y="15040"/>
                    <a:pt x="23404" y="16012"/>
                    <a:pt x="23151" y="16953"/>
                  </a:cubicBezTo>
                  <a:lnTo>
                    <a:pt x="27218" y="19309"/>
                  </a:lnTo>
                  <a:cubicBezTo>
                    <a:pt x="27898" y="17437"/>
                    <a:pt x="28272" y="15436"/>
                    <a:pt x="28272" y="13399"/>
                  </a:cubicBezTo>
                  <a:cubicBezTo>
                    <a:pt x="28290" y="5652"/>
                    <a:pt x="22941" y="0"/>
                    <a:pt x="16003" y="0"/>
                  </a:cubicBezTo>
                  <a:close/>
                </a:path>
              </a:pathLst>
            </a:custGeom>
            <a:solidFill>
              <a:srgbClr val="C8E2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334" name="CustomShape 36"/>
            <p:cNvSpPr/>
            <p:nvPr/>
          </p:nvSpPr>
          <p:spPr>
            <a:xfrm>
              <a:off x="6725520" y="1309680"/>
              <a:ext cx="53640" cy="29880"/>
            </a:xfrm>
            <a:custGeom>
              <a:avLst/>
              <a:gdLst/>
              <a:ahLst/>
              <a:cxnLst/>
              <a:rect l="l" t="t" r="r" b="b"/>
              <a:pathLst>
                <a:path w="3548" h="1982">
                  <a:moveTo>
                    <a:pt x="0" y="1"/>
                  </a:moveTo>
                  <a:lnTo>
                    <a:pt x="0" y="1"/>
                  </a:lnTo>
                  <a:cubicBezTo>
                    <a:pt x="508" y="504"/>
                    <a:pt x="1087" y="933"/>
                    <a:pt x="1718" y="1275"/>
                  </a:cubicBezTo>
                  <a:lnTo>
                    <a:pt x="0" y="1"/>
                  </a:lnTo>
                  <a:close/>
                  <a:moveTo>
                    <a:pt x="3478" y="1969"/>
                  </a:moveTo>
                  <a:cubicBezTo>
                    <a:pt x="3482" y="1970"/>
                    <a:pt x="3485" y="1971"/>
                    <a:pt x="3489" y="1972"/>
                  </a:cubicBezTo>
                  <a:lnTo>
                    <a:pt x="3489" y="1972"/>
                  </a:lnTo>
                  <a:cubicBezTo>
                    <a:pt x="3486" y="1970"/>
                    <a:pt x="3482" y="1969"/>
                    <a:pt x="3478" y="1969"/>
                  </a:cubicBezTo>
                  <a:close/>
                  <a:moveTo>
                    <a:pt x="3489" y="1972"/>
                  </a:moveTo>
                  <a:cubicBezTo>
                    <a:pt x="3490" y="1973"/>
                    <a:pt x="3492" y="1973"/>
                    <a:pt x="3493" y="1974"/>
                  </a:cubicBezTo>
                  <a:cubicBezTo>
                    <a:pt x="3506" y="1980"/>
                    <a:pt x="3521" y="1982"/>
                    <a:pt x="3535" y="1982"/>
                  </a:cubicBezTo>
                  <a:cubicBezTo>
                    <a:pt x="3539" y="1982"/>
                    <a:pt x="3543" y="1982"/>
                    <a:pt x="3548" y="1981"/>
                  </a:cubicBezTo>
                  <a:cubicBezTo>
                    <a:pt x="3528" y="1980"/>
                    <a:pt x="3508" y="1977"/>
                    <a:pt x="3489" y="1972"/>
                  </a:cubicBezTo>
                  <a:close/>
                </a:path>
              </a:pathLst>
            </a:custGeom>
            <a:solidFill>
              <a:srgbClr val="C8E2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335" name="CustomShape 37"/>
            <p:cNvSpPr/>
            <p:nvPr/>
          </p:nvSpPr>
          <p:spPr>
            <a:xfrm>
              <a:off x="6163560" y="942120"/>
              <a:ext cx="175680" cy="293040"/>
            </a:xfrm>
            <a:custGeom>
              <a:avLst/>
              <a:gdLst/>
              <a:ahLst/>
              <a:cxnLst/>
              <a:rect l="l" t="t" r="r" b="b"/>
              <a:pathLst>
                <a:path w="11603" h="19336">
                  <a:moveTo>
                    <a:pt x="1" y="1"/>
                  </a:moveTo>
                  <a:lnTo>
                    <a:pt x="44" y="12619"/>
                  </a:lnTo>
                  <a:lnTo>
                    <a:pt x="11603" y="19335"/>
                  </a:lnTo>
                  <a:lnTo>
                    <a:pt x="11603" y="19335"/>
                  </a:lnTo>
                  <a:lnTo>
                    <a:pt x="11559" y="671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89BB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336" name="CustomShape 38"/>
            <p:cNvSpPr/>
            <p:nvPr/>
          </p:nvSpPr>
          <p:spPr>
            <a:xfrm>
              <a:off x="6163560" y="942120"/>
              <a:ext cx="175680" cy="293040"/>
            </a:xfrm>
            <a:custGeom>
              <a:avLst/>
              <a:gdLst/>
              <a:ahLst/>
              <a:cxnLst/>
              <a:rect l="l" t="t" r="r" b="b"/>
              <a:pathLst>
                <a:path w="11607" h="19333">
                  <a:moveTo>
                    <a:pt x="1" y="1"/>
                  </a:moveTo>
                  <a:lnTo>
                    <a:pt x="21" y="5716"/>
                  </a:lnTo>
                  <a:lnTo>
                    <a:pt x="42" y="12618"/>
                  </a:lnTo>
                  <a:lnTo>
                    <a:pt x="11607" y="19332"/>
                  </a:lnTo>
                  <a:lnTo>
                    <a:pt x="11607" y="19332"/>
                  </a:lnTo>
                  <a:lnTo>
                    <a:pt x="11585" y="13901"/>
                  </a:lnTo>
                  <a:lnTo>
                    <a:pt x="11565" y="8724"/>
                  </a:lnTo>
                  <a:lnTo>
                    <a:pt x="11558" y="6715"/>
                  </a:lnTo>
                  <a:lnTo>
                    <a:pt x="4199" y="244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89BB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337" name="CustomShape 39"/>
            <p:cNvSpPr/>
            <p:nvPr/>
          </p:nvSpPr>
          <p:spPr>
            <a:xfrm>
              <a:off x="6328800" y="1038240"/>
              <a:ext cx="9720" cy="36000"/>
            </a:xfrm>
            <a:custGeom>
              <a:avLst/>
              <a:gdLst/>
              <a:ahLst/>
              <a:cxnLst/>
              <a:rect l="l" t="t" r="r" b="b"/>
              <a:pathLst>
                <a:path w="674" h="2391">
                  <a:moveTo>
                    <a:pt x="1" y="1"/>
                  </a:moveTo>
                  <a:lnTo>
                    <a:pt x="673" y="2391"/>
                  </a:lnTo>
                  <a:lnTo>
                    <a:pt x="666" y="38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89BB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338" name="CustomShape 40"/>
            <p:cNvSpPr/>
            <p:nvPr/>
          </p:nvSpPr>
          <p:spPr>
            <a:xfrm>
              <a:off x="6163560" y="942120"/>
              <a:ext cx="171000" cy="191160"/>
            </a:xfrm>
            <a:custGeom>
              <a:avLst/>
              <a:gdLst/>
              <a:ahLst/>
              <a:cxnLst/>
              <a:rect l="l" t="t" r="r" b="b"/>
              <a:pathLst>
                <a:path w="11279" h="12623">
                  <a:moveTo>
                    <a:pt x="1" y="1"/>
                  </a:moveTo>
                  <a:lnTo>
                    <a:pt x="47" y="12622"/>
                  </a:lnTo>
                  <a:lnTo>
                    <a:pt x="11279" y="655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43C78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339" name="CustomShape 41"/>
            <p:cNvSpPr/>
            <p:nvPr/>
          </p:nvSpPr>
          <p:spPr>
            <a:xfrm>
              <a:off x="6163560" y="942120"/>
              <a:ext cx="171000" cy="191160"/>
            </a:xfrm>
            <a:custGeom>
              <a:avLst/>
              <a:gdLst/>
              <a:ahLst/>
              <a:cxnLst/>
              <a:rect l="l" t="t" r="r" b="b"/>
              <a:pathLst>
                <a:path w="11279" h="12623">
                  <a:moveTo>
                    <a:pt x="1" y="1"/>
                  </a:moveTo>
                  <a:lnTo>
                    <a:pt x="47" y="12622"/>
                  </a:lnTo>
                  <a:lnTo>
                    <a:pt x="11279" y="655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B5488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340" name="CustomShape 42"/>
            <p:cNvSpPr/>
            <p:nvPr/>
          </p:nvSpPr>
          <p:spPr>
            <a:xfrm>
              <a:off x="6262560" y="1038240"/>
              <a:ext cx="76320" cy="36000"/>
            </a:xfrm>
            <a:custGeom>
              <a:avLst/>
              <a:gdLst/>
              <a:ahLst/>
              <a:cxnLst/>
              <a:rect l="l" t="t" r="r" b="b"/>
              <a:pathLst>
                <a:path w="5052" h="2392">
                  <a:moveTo>
                    <a:pt x="4379" y="1"/>
                  </a:moveTo>
                  <a:cubicBezTo>
                    <a:pt x="4296" y="28"/>
                    <a:pt x="4220" y="50"/>
                    <a:pt x="4138" y="70"/>
                  </a:cubicBezTo>
                  <a:cubicBezTo>
                    <a:pt x="4054" y="97"/>
                    <a:pt x="3971" y="119"/>
                    <a:pt x="3887" y="139"/>
                  </a:cubicBezTo>
                  <a:cubicBezTo>
                    <a:pt x="3603" y="208"/>
                    <a:pt x="3320" y="264"/>
                    <a:pt x="3028" y="306"/>
                  </a:cubicBezTo>
                  <a:cubicBezTo>
                    <a:pt x="2766" y="341"/>
                    <a:pt x="2502" y="361"/>
                    <a:pt x="2246" y="375"/>
                  </a:cubicBezTo>
                  <a:cubicBezTo>
                    <a:pt x="2170" y="382"/>
                    <a:pt x="2086" y="382"/>
                    <a:pt x="2003" y="382"/>
                  </a:cubicBezTo>
                  <a:cubicBezTo>
                    <a:pt x="1916" y="386"/>
                    <a:pt x="1830" y="388"/>
                    <a:pt x="1743" y="388"/>
                  </a:cubicBezTo>
                  <a:cubicBezTo>
                    <a:pt x="1657" y="388"/>
                    <a:pt x="1570" y="386"/>
                    <a:pt x="1483" y="382"/>
                  </a:cubicBezTo>
                  <a:cubicBezTo>
                    <a:pt x="1394" y="375"/>
                    <a:pt x="1303" y="375"/>
                    <a:pt x="1214" y="368"/>
                  </a:cubicBezTo>
                  <a:cubicBezTo>
                    <a:pt x="1047" y="353"/>
                    <a:pt x="881" y="333"/>
                    <a:pt x="714" y="313"/>
                  </a:cubicBezTo>
                  <a:cubicBezTo>
                    <a:pt x="631" y="306"/>
                    <a:pt x="554" y="292"/>
                    <a:pt x="472" y="284"/>
                  </a:cubicBezTo>
                  <a:cubicBezTo>
                    <a:pt x="312" y="257"/>
                    <a:pt x="160" y="230"/>
                    <a:pt x="0" y="188"/>
                  </a:cubicBezTo>
                  <a:lnTo>
                    <a:pt x="0" y="188"/>
                  </a:lnTo>
                  <a:lnTo>
                    <a:pt x="1720" y="1463"/>
                  </a:lnTo>
                  <a:cubicBezTo>
                    <a:pt x="1768" y="1491"/>
                    <a:pt x="1824" y="1518"/>
                    <a:pt x="1879" y="1545"/>
                  </a:cubicBezTo>
                  <a:lnTo>
                    <a:pt x="2004" y="1609"/>
                  </a:lnTo>
                  <a:cubicBezTo>
                    <a:pt x="2039" y="1630"/>
                    <a:pt x="2076" y="1646"/>
                    <a:pt x="2115" y="1656"/>
                  </a:cubicBezTo>
                  <a:cubicBezTo>
                    <a:pt x="2273" y="1733"/>
                    <a:pt x="2433" y="1795"/>
                    <a:pt x="2593" y="1865"/>
                  </a:cubicBezTo>
                  <a:cubicBezTo>
                    <a:pt x="2699" y="1915"/>
                    <a:pt x="2810" y="1954"/>
                    <a:pt x="2925" y="1983"/>
                  </a:cubicBezTo>
                  <a:cubicBezTo>
                    <a:pt x="3071" y="2038"/>
                    <a:pt x="3223" y="2087"/>
                    <a:pt x="3375" y="2129"/>
                  </a:cubicBezTo>
                  <a:cubicBezTo>
                    <a:pt x="3409" y="2140"/>
                    <a:pt x="3444" y="2150"/>
                    <a:pt x="3480" y="2156"/>
                  </a:cubicBezTo>
                  <a:cubicBezTo>
                    <a:pt x="3487" y="2156"/>
                    <a:pt x="3487" y="2156"/>
                    <a:pt x="3493" y="2163"/>
                  </a:cubicBezTo>
                  <a:cubicBezTo>
                    <a:pt x="3508" y="2168"/>
                    <a:pt x="3524" y="2171"/>
                    <a:pt x="3539" y="2171"/>
                  </a:cubicBezTo>
                  <a:cubicBezTo>
                    <a:pt x="3542" y="2171"/>
                    <a:pt x="3546" y="2171"/>
                    <a:pt x="3549" y="2170"/>
                  </a:cubicBezTo>
                  <a:cubicBezTo>
                    <a:pt x="3559" y="2174"/>
                    <a:pt x="3565" y="2179"/>
                    <a:pt x="3572" y="2179"/>
                  </a:cubicBezTo>
                  <a:cubicBezTo>
                    <a:pt x="3575" y="2179"/>
                    <a:pt x="3579" y="2178"/>
                    <a:pt x="3583" y="2176"/>
                  </a:cubicBezTo>
                  <a:cubicBezTo>
                    <a:pt x="3770" y="2225"/>
                    <a:pt x="3965" y="2260"/>
                    <a:pt x="4152" y="2294"/>
                  </a:cubicBezTo>
                  <a:cubicBezTo>
                    <a:pt x="4176" y="2303"/>
                    <a:pt x="4201" y="2307"/>
                    <a:pt x="4227" y="2308"/>
                  </a:cubicBezTo>
                  <a:cubicBezTo>
                    <a:pt x="4295" y="2314"/>
                    <a:pt x="4362" y="2323"/>
                    <a:pt x="4428" y="2336"/>
                  </a:cubicBezTo>
                  <a:cubicBezTo>
                    <a:pt x="4594" y="2363"/>
                    <a:pt x="4761" y="2379"/>
                    <a:pt x="4928" y="2385"/>
                  </a:cubicBezTo>
                  <a:cubicBezTo>
                    <a:pt x="4968" y="2385"/>
                    <a:pt x="5010" y="2392"/>
                    <a:pt x="5052" y="2392"/>
                  </a:cubicBezTo>
                  <a:lnTo>
                    <a:pt x="5045" y="389"/>
                  </a:lnTo>
                  <a:lnTo>
                    <a:pt x="4379" y="1"/>
                  </a:lnTo>
                  <a:close/>
                </a:path>
              </a:pathLst>
            </a:custGeom>
            <a:solidFill>
              <a:srgbClr val="90C4FE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341" name="CustomShape 43"/>
            <p:cNvSpPr/>
            <p:nvPr/>
          </p:nvSpPr>
          <p:spPr>
            <a:xfrm>
              <a:off x="6094080" y="655200"/>
              <a:ext cx="385560" cy="475560"/>
            </a:xfrm>
            <a:custGeom>
              <a:avLst/>
              <a:gdLst/>
              <a:ahLst/>
              <a:cxnLst/>
              <a:rect l="l" t="t" r="r" b="b"/>
              <a:pathLst>
                <a:path w="25436" h="31368">
                  <a:moveTo>
                    <a:pt x="25431" y="3443"/>
                  </a:moveTo>
                  <a:lnTo>
                    <a:pt x="25436" y="3446"/>
                  </a:lnTo>
                  <a:cubicBezTo>
                    <a:pt x="25434" y="3445"/>
                    <a:pt x="25432" y="3444"/>
                    <a:pt x="25431" y="3443"/>
                  </a:cubicBezTo>
                  <a:close/>
                  <a:moveTo>
                    <a:pt x="16040" y="0"/>
                  </a:moveTo>
                  <a:cubicBezTo>
                    <a:pt x="15791" y="0"/>
                    <a:pt x="15540" y="7"/>
                    <a:pt x="15287" y="21"/>
                  </a:cubicBezTo>
                  <a:cubicBezTo>
                    <a:pt x="15225" y="25"/>
                    <a:pt x="15161" y="29"/>
                    <a:pt x="15098" y="34"/>
                  </a:cubicBezTo>
                  <a:cubicBezTo>
                    <a:pt x="14793" y="55"/>
                    <a:pt x="14485" y="84"/>
                    <a:pt x="14174" y="129"/>
                  </a:cubicBezTo>
                  <a:cubicBezTo>
                    <a:pt x="13854" y="173"/>
                    <a:pt x="13537" y="234"/>
                    <a:pt x="13224" y="300"/>
                  </a:cubicBezTo>
                  <a:cubicBezTo>
                    <a:pt x="13141" y="317"/>
                    <a:pt x="13061" y="336"/>
                    <a:pt x="12980" y="355"/>
                  </a:cubicBezTo>
                  <a:cubicBezTo>
                    <a:pt x="12692" y="421"/>
                    <a:pt x="12406" y="494"/>
                    <a:pt x="12122" y="578"/>
                  </a:cubicBezTo>
                  <a:cubicBezTo>
                    <a:pt x="12096" y="587"/>
                    <a:pt x="12070" y="592"/>
                    <a:pt x="12044" y="600"/>
                  </a:cubicBezTo>
                  <a:cubicBezTo>
                    <a:pt x="11738" y="693"/>
                    <a:pt x="11438" y="798"/>
                    <a:pt x="11139" y="911"/>
                  </a:cubicBezTo>
                  <a:cubicBezTo>
                    <a:pt x="11063" y="939"/>
                    <a:pt x="10988" y="970"/>
                    <a:pt x="10911" y="1001"/>
                  </a:cubicBezTo>
                  <a:cubicBezTo>
                    <a:pt x="10651" y="1103"/>
                    <a:pt x="10393" y="1213"/>
                    <a:pt x="10138" y="1331"/>
                  </a:cubicBezTo>
                  <a:cubicBezTo>
                    <a:pt x="10107" y="1345"/>
                    <a:pt x="10074" y="1357"/>
                    <a:pt x="10043" y="1371"/>
                  </a:cubicBezTo>
                  <a:cubicBezTo>
                    <a:pt x="10035" y="1376"/>
                    <a:pt x="10026" y="1380"/>
                    <a:pt x="10017" y="1384"/>
                  </a:cubicBezTo>
                  <a:cubicBezTo>
                    <a:pt x="9660" y="1553"/>
                    <a:pt x="9312" y="1738"/>
                    <a:pt x="8968" y="1933"/>
                  </a:cubicBezTo>
                  <a:cubicBezTo>
                    <a:pt x="8915" y="1963"/>
                    <a:pt x="8860" y="1993"/>
                    <a:pt x="8807" y="2025"/>
                  </a:cubicBezTo>
                  <a:cubicBezTo>
                    <a:pt x="8474" y="2218"/>
                    <a:pt x="8149" y="2424"/>
                    <a:pt x="7831" y="2642"/>
                  </a:cubicBezTo>
                  <a:cubicBezTo>
                    <a:pt x="7803" y="2660"/>
                    <a:pt x="7773" y="2677"/>
                    <a:pt x="7746" y="2696"/>
                  </a:cubicBezTo>
                  <a:cubicBezTo>
                    <a:pt x="7710" y="2722"/>
                    <a:pt x="7677" y="2749"/>
                    <a:pt x="7641" y="2773"/>
                  </a:cubicBezTo>
                  <a:cubicBezTo>
                    <a:pt x="7399" y="2943"/>
                    <a:pt x="7160" y="3119"/>
                    <a:pt x="6927" y="3303"/>
                  </a:cubicBezTo>
                  <a:cubicBezTo>
                    <a:pt x="6904" y="3320"/>
                    <a:pt x="6880" y="3336"/>
                    <a:pt x="6859" y="3355"/>
                  </a:cubicBezTo>
                  <a:cubicBezTo>
                    <a:pt x="6607" y="3555"/>
                    <a:pt x="6361" y="3764"/>
                    <a:pt x="6120" y="3978"/>
                  </a:cubicBezTo>
                  <a:cubicBezTo>
                    <a:pt x="6093" y="4003"/>
                    <a:pt x="6064" y="4024"/>
                    <a:pt x="6037" y="4049"/>
                  </a:cubicBezTo>
                  <a:cubicBezTo>
                    <a:pt x="5998" y="4083"/>
                    <a:pt x="5963" y="4121"/>
                    <a:pt x="5925" y="4157"/>
                  </a:cubicBezTo>
                  <a:cubicBezTo>
                    <a:pt x="5752" y="4315"/>
                    <a:pt x="5580" y="4478"/>
                    <a:pt x="5413" y="4645"/>
                  </a:cubicBezTo>
                  <a:cubicBezTo>
                    <a:pt x="5359" y="4698"/>
                    <a:pt x="5303" y="4753"/>
                    <a:pt x="5248" y="4808"/>
                  </a:cubicBezTo>
                  <a:cubicBezTo>
                    <a:pt x="5035" y="5025"/>
                    <a:pt x="4826" y="5248"/>
                    <a:pt x="4623" y="5477"/>
                  </a:cubicBezTo>
                  <a:cubicBezTo>
                    <a:pt x="4613" y="5487"/>
                    <a:pt x="4603" y="5497"/>
                    <a:pt x="4594" y="5507"/>
                  </a:cubicBezTo>
                  <a:cubicBezTo>
                    <a:pt x="4563" y="5542"/>
                    <a:pt x="4535" y="5579"/>
                    <a:pt x="4504" y="5615"/>
                  </a:cubicBezTo>
                  <a:cubicBezTo>
                    <a:pt x="4341" y="5804"/>
                    <a:pt x="4181" y="5995"/>
                    <a:pt x="4024" y="6191"/>
                  </a:cubicBezTo>
                  <a:cubicBezTo>
                    <a:pt x="3967" y="6263"/>
                    <a:pt x="3909" y="6337"/>
                    <a:pt x="3851" y="6410"/>
                  </a:cubicBezTo>
                  <a:cubicBezTo>
                    <a:pt x="3700" y="6604"/>
                    <a:pt x="3553" y="6803"/>
                    <a:pt x="3410" y="7005"/>
                  </a:cubicBezTo>
                  <a:cubicBezTo>
                    <a:pt x="3381" y="7045"/>
                    <a:pt x="3350" y="7082"/>
                    <a:pt x="3322" y="7123"/>
                  </a:cubicBezTo>
                  <a:cubicBezTo>
                    <a:pt x="3313" y="7136"/>
                    <a:pt x="3304" y="7148"/>
                    <a:pt x="3296" y="7161"/>
                  </a:cubicBezTo>
                  <a:cubicBezTo>
                    <a:pt x="3112" y="7425"/>
                    <a:pt x="2934" y="7694"/>
                    <a:pt x="2765" y="7969"/>
                  </a:cubicBezTo>
                  <a:cubicBezTo>
                    <a:pt x="2723" y="8037"/>
                    <a:pt x="2682" y="8104"/>
                    <a:pt x="2642" y="8172"/>
                  </a:cubicBezTo>
                  <a:cubicBezTo>
                    <a:pt x="2505" y="8398"/>
                    <a:pt x="2374" y="8626"/>
                    <a:pt x="2246" y="8856"/>
                  </a:cubicBezTo>
                  <a:cubicBezTo>
                    <a:pt x="2222" y="8902"/>
                    <a:pt x="2194" y="8945"/>
                    <a:pt x="2169" y="8991"/>
                  </a:cubicBezTo>
                  <a:cubicBezTo>
                    <a:pt x="2158" y="9011"/>
                    <a:pt x="2148" y="9034"/>
                    <a:pt x="2138" y="9055"/>
                  </a:cubicBezTo>
                  <a:cubicBezTo>
                    <a:pt x="1961" y="9387"/>
                    <a:pt x="1794" y="9725"/>
                    <a:pt x="1637" y="10070"/>
                  </a:cubicBezTo>
                  <a:cubicBezTo>
                    <a:pt x="1607" y="10136"/>
                    <a:pt x="1577" y="10203"/>
                    <a:pt x="1548" y="10271"/>
                  </a:cubicBezTo>
                  <a:cubicBezTo>
                    <a:pt x="1393" y="10622"/>
                    <a:pt x="1244" y="10978"/>
                    <a:pt x="1112" y="11339"/>
                  </a:cubicBezTo>
                  <a:cubicBezTo>
                    <a:pt x="1108" y="11349"/>
                    <a:pt x="1103" y="11359"/>
                    <a:pt x="1099" y="11371"/>
                  </a:cubicBezTo>
                  <a:cubicBezTo>
                    <a:pt x="1057" y="11483"/>
                    <a:pt x="1021" y="11597"/>
                    <a:pt x="982" y="11711"/>
                  </a:cubicBezTo>
                  <a:cubicBezTo>
                    <a:pt x="943" y="11824"/>
                    <a:pt x="902" y="11935"/>
                    <a:pt x="866" y="12049"/>
                  </a:cubicBezTo>
                  <a:cubicBezTo>
                    <a:pt x="824" y="12179"/>
                    <a:pt x="785" y="12311"/>
                    <a:pt x="746" y="12442"/>
                  </a:cubicBezTo>
                  <a:cubicBezTo>
                    <a:pt x="713" y="12557"/>
                    <a:pt x="677" y="12670"/>
                    <a:pt x="645" y="12785"/>
                  </a:cubicBezTo>
                  <a:cubicBezTo>
                    <a:pt x="608" y="12919"/>
                    <a:pt x="576" y="13052"/>
                    <a:pt x="542" y="13188"/>
                  </a:cubicBezTo>
                  <a:cubicBezTo>
                    <a:pt x="513" y="13302"/>
                    <a:pt x="483" y="13414"/>
                    <a:pt x="455" y="13529"/>
                  </a:cubicBezTo>
                  <a:cubicBezTo>
                    <a:pt x="424" y="13669"/>
                    <a:pt x="396" y="13810"/>
                    <a:pt x="368" y="13949"/>
                  </a:cubicBezTo>
                  <a:cubicBezTo>
                    <a:pt x="345" y="14062"/>
                    <a:pt x="320" y="14172"/>
                    <a:pt x="298" y="14285"/>
                  </a:cubicBezTo>
                  <a:cubicBezTo>
                    <a:pt x="273" y="14429"/>
                    <a:pt x="251" y="14573"/>
                    <a:pt x="228" y="14718"/>
                  </a:cubicBezTo>
                  <a:cubicBezTo>
                    <a:pt x="209" y="14828"/>
                    <a:pt x="190" y="14937"/>
                    <a:pt x="175" y="15048"/>
                  </a:cubicBezTo>
                  <a:cubicBezTo>
                    <a:pt x="153" y="15199"/>
                    <a:pt x="139" y="15353"/>
                    <a:pt x="121" y="15506"/>
                  </a:cubicBezTo>
                  <a:cubicBezTo>
                    <a:pt x="108" y="15609"/>
                    <a:pt x="94" y="15713"/>
                    <a:pt x="85" y="15818"/>
                  </a:cubicBezTo>
                  <a:cubicBezTo>
                    <a:pt x="70" y="15985"/>
                    <a:pt x="59" y="16153"/>
                    <a:pt x="49" y="16322"/>
                  </a:cubicBezTo>
                  <a:cubicBezTo>
                    <a:pt x="42" y="16413"/>
                    <a:pt x="34" y="16502"/>
                    <a:pt x="29" y="16594"/>
                  </a:cubicBezTo>
                  <a:cubicBezTo>
                    <a:pt x="18" y="16853"/>
                    <a:pt x="11" y="17114"/>
                    <a:pt x="11" y="17376"/>
                  </a:cubicBezTo>
                  <a:cubicBezTo>
                    <a:pt x="0" y="22803"/>
                    <a:pt x="2616" y="27200"/>
                    <a:pt x="6567" y="29348"/>
                  </a:cubicBezTo>
                  <a:lnTo>
                    <a:pt x="10279" y="31368"/>
                  </a:lnTo>
                  <a:cubicBezTo>
                    <a:pt x="6329" y="29220"/>
                    <a:pt x="3713" y="24823"/>
                    <a:pt x="3723" y="19396"/>
                  </a:cubicBezTo>
                  <a:cubicBezTo>
                    <a:pt x="3723" y="19134"/>
                    <a:pt x="3729" y="18873"/>
                    <a:pt x="3742" y="18614"/>
                  </a:cubicBezTo>
                  <a:cubicBezTo>
                    <a:pt x="3745" y="18527"/>
                    <a:pt x="3754" y="18444"/>
                    <a:pt x="3759" y="18360"/>
                  </a:cubicBezTo>
                  <a:cubicBezTo>
                    <a:pt x="3769" y="18185"/>
                    <a:pt x="3779" y="18009"/>
                    <a:pt x="3797" y="17835"/>
                  </a:cubicBezTo>
                  <a:cubicBezTo>
                    <a:pt x="3805" y="17733"/>
                    <a:pt x="3820" y="17632"/>
                    <a:pt x="3833" y="17530"/>
                  </a:cubicBezTo>
                  <a:cubicBezTo>
                    <a:pt x="3850" y="17374"/>
                    <a:pt x="3866" y="17219"/>
                    <a:pt x="3887" y="17063"/>
                  </a:cubicBezTo>
                  <a:cubicBezTo>
                    <a:pt x="3902" y="16955"/>
                    <a:pt x="3922" y="16850"/>
                    <a:pt x="3939" y="16744"/>
                  </a:cubicBezTo>
                  <a:cubicBezTo>
                    <a:pt x="3962" y="16595"/>
                    <a:pt x="3984" y="16449"/>
                    <a:pt x="4011" y="16302"/>
                  </a:cubicBezTo>
                  <a:cubicBezTo>
                    <a:pt x="4031" y="16189"/>
                    <a:pt x="4057" y="16079"/>
                    <a:pt x="4080" y="15968"/>
                  </a:cubicBezTo>
                  <a:cubicBezTo>
                    <a:pt x="4109" y="15827"/>
                    <a:pt x="4135" y="15686"/>
                    <a:pt x="4168" y="15547"/>
                  </a:cubicBezTo>
                  <a:cubicBezTo>
                    <a:pt x="4194" y="15434"/>
                    <a:pt x="4224" y="15321"/>
                    <a:pt x="4253" y="15209"/>
                  </a:cubicBezTo>
                  <a:cubicBezTo>
                    <a:pt x="4288" y="15074"/>
                    <a:pt x="4319" y="14937"/>
                    <a:pt x="4357" y="14802"/>
                  </a:cubicBezTo>
                  <a:cubicBezTo>
                    <a:pt x="4388" y="14688"/>
                    <a:pt x="4424" y="14577"/>
                    <a:pt x="4458" y="14465"/>
                  </a:cubicBezTo>
                  <a:cubicBezTo>
                    <a:pt x="4496" y="14331"/>
                    <a:pt x="4535" y="14198"/>
                    <a:pt x="4577" y="14066"/>
                  </a:cubicBezTo>
                  <a:cubicBezTo>
                    <a:pt x="4613" y="13954"/>
                    <a:pt x="4655" y="13843"/>
                    <a:pt x="4694" y="13731"/>
                  </a:cubicBezTo>
                  <a:cubicBezTo>
                    <a:pt x="4737" y="13605"/>
                    <a:pt x="4779" y="13480"/>
                    <a:pt x="4823" y="13356"/>
                  </a:cubicBezTo>
                  <a:cubicBezTo>
                    <a:pt x="4957" y="12995"/>
                    <a:pt x="5104" y="12639"/>
                    <a:pt x="5259" y="12289"/>
                  </a:cubicBezTo>
                  <a:cubicBezTo>
                    <a:pt x="5290" y="12222"/>
                    <a:pt x="5320" y="12154"/>
                    <a:pt x="5350" y="12086"/>
                  </a:cubicBezTo>
                  <a:cubicBezTo>
                    <a:pt x="5507" y="11742"/>
                    <a:pt x="5674" y="11404"/>
                    <a:pt x="5851" y="11072"/>
                  </a:cubicBezTo>
                  <a:cubicBezTo>
                    <a:pt x="5886" y="11005"/>
                    <a:pt x="5923" y="10941"/>
                    <a:pt x="5959" y="10876"/>
                  </a:cubicBezTo>
                  <a:cubicBezTo>
                    <a:pt x="6086" y="10644"/>
                    <a:pt x="6218" y="10415"/>
                    <a:pt x="6355" y="10189"/>
                  </a:cubicBezTo>
                  <a:cubicBezTo>
                    <a:pt x="6395" y="10121"/>
                    <a:pt x="6436" y="10052"/>
                    <a:pt x="6477" y="9986"/>
                  </a:cubicBezTo>
                  <a:cubicBezTo>
                    <a:pt x="6649" y="9711"/>
                    <a:pt x="6826" y="9443"/>
                    <a:pt x="7009" y="9178"/>
                  </a:cubicBezTo>
                  <a:cubicBezTo>
                    <a:pt x="7046" y="9125"/>
                    <a:pt x="7085" y="9073"/>
                    <a:pt x="7122" y="9020"/>
                  </a:cubicBezTo>
                  <a:cubicBezTo>
                    <a:pt x="7266" y="8820"/>
                    <a:pt x="7415" y="8621"/>
                    <a:pt x="7564" y="8427"/>
                  </a:cubicBezTo>
                  <a:cubicBezTo>
                    <a:pt x="7622" y="8353"/>
                    <a:pt x="7679" y="8280"/>
                    <a:pt x="7737" y="8208"/>
                  </a:cubicBezTo>
                  <a:cubicBezTo>
                    <a:pt x="7893" y="8012"/>
                    <a:pt x="8052" y="7821"/>
                    <a:pt x="8216" y="7632"/>
                  </a:cubicBezTo>
                  <a:cubicBezTo>
                    <a:pt x="8257" y="7586"/>
                    <a:pt x="8296" y="7539"/>
                    <a:pt x="8336" y="7494"/>
                  </a:cubicBezTo>
                  <a:cubicBezTo>
                    <a:pt x="8539" y="7265"/>
                    <a:pt x="8748" y="7042"/>
                    <a:pt x="8961" y="6825"/>
                  </a:cubicBezTo>
                  <a:cubicBezTo>
                    <a:pt x="9015" y="6768"/>
                    <a:pt x="9072" y="6717"/>
                    <a:pt x="9126" y="6662"/>
                  </a:cubicBezTo>
                  <a:cubicBezTo>
                    <a:pt x="9295" y="6495"/>
                    <a:pt x="9465" y="6332"/>
                    <a:pt x="9637" y="6174"/>
                  </a:cubicBezTo>
                  <a:cubicBezTo>
                    <a:pt x="9702" y="6113"/>
                    <a:pt x="9768" y="6054"/>
                    <a:pt x="9833" y="5995"/>
                  </a:cubicBezTo>
                  <a:cubicBezTo>
                    <a:pt x="10075" y="5782"/>
                    <a:pt x="10320" y="5572"/>
                    <a:pt x="10572" y="5372"/>
                  </a:cubicBezTo>
                  <a:cubicBezTo>
                    <a:pt x="10595" y="5355"/>
                    <a:pt x="10618" y="5337"/>
                    <a:pt x="10641" y="5320"/>
                  </a:cubicBezTo>
                  <a:cubicBezTo>
                    <a:pt x="10874" y="5137"/>
                    <a:pt x="11113" y="4962"/>
                    <a:pt x="11355" y="4792"/>
                  </a:cubicBezTo>
                  <a:cubicBezTo>
                    <a:pt x="11417" y="4747"/>
                    <a:pt x="11480" y="4704"/>
                    <a:pt x="11543" y="4661"/>
                  </a:cubicBezTo>
                  <a:cubicBezTo>
                    <a:pt x="11863" y="4442"/>
                    <a:pt x="12188" y="4236"/>
                    <a:pt x="12520" y="4042"/>
                  </a:cubicBezTo>
                  <a:cubicBezTo>
                    <a:pt x="12574" y="4012"/>
                    <a:pt x="12628" y="3981"/>
                    <a:pt x="12681" y="3952"/>
                  </a:cubicBezTo>
                  <a:cubicBezTo>
                    <a:pt x="13025" y="3757"/>
                    <a:pt x="13373" y="3571"/>
                    <a:pt x="13730" y="3404"/>
                  </a:cubicBezTo>
                  <a:cubicBezTo>
                    <a:pt x="13771" y="3385"/>
                    <a:pt x="13811" y="3368"/>
                    <a:pt x="13851" y="3349"/>
                  </a:cubicBezTo>
                  <a:cubicBezTo>
                    <a:pt x="14106" y="3233"/>
                    <a:pt x="14364" y="3122"/>
                    <a:pt x="14624" y="3020"/>
                  </a:cubicBezTo>
                  <a:cubicBezTo>
                    <a:pt x="14701" y="2989"/>
                    <a:pt x="14775" y="2959"/>
                    <a:pt x="14852" y="2930"/>
                  </a:cubicBezTo>
                  <a:cubicBezTo>
                    <a:pt x="15151" y="2818"/>
                    <a:pt x="15452" y="2713"/>
                    <a:pt x="15757" y="2619"/>
                  </a:cubicBezTo>
                  <a:cubicBezTo>
                    <a:pt x="15783" y="2612"/>
                    <a:pt x="15809" y="2606"/>
                    <a:pt x="15835" y="2598"/>
                  </a:cubicBezTo>
                  <a:cubicBezTo>
                    <a:pt x="16119" y="2514"/>
                    <a:pt x="16405" y="2441"/>
                    <a:pt x="16693" y="2375"/>
                  </a:cubicBezTo>
                  <a:cubicBezTo>
                    <a:pt x="16774" y="2356"/>
                    <a:pt x="16854" y="2337"/>
                    <a:pt x="16936" y="2320"/>
                  </a:cubicBezTo>
                  <a:cubicBezTo>
                    <a:pt x="17250" y="2254"/>
                    <a:pt x="17567" y="2195"/>
                    <a:pt x="17887" y="2149"/>
                  </a:cubicBezTo>
                  <a:cubicBezTo>
                    <a:pt x="18197" y="2104"/>
                    <a:pt x="18506" y="2077"/>
                    <a:pt x="18811" y="2054"/>
                  </a:cubicBezTo>
                  <a:cubicBezTo>
                    <a:pt x="18874" y="2049"/>
                    <a:pt x="18937" y="2045"/>
                    <a:pt x="19001" y="2041"/>
                  </a:cubicBezTo>
                  <a:cubicBezTo>
                    <a:pt x="19253" y="2027"/>
                    <a:pt x="19504" y="2020"/>
                    <a:pt x="19753" y="2020"/>
                  </a:cubicBezTo>
                  <a:cubicBezTo>
                    <a:pt x="19795" y="2020"/>
                    <a:pt x="19837" y="2020"/>
                    <a:pt x="19879" y="2020"/>
                  </a:cubicBezTo>
                  <a:cubicBezTo>
                    <a:pt x="19931" y="2020"/>
                    <a:pt x="19983" y="2023"/>
                    <a:pt x="20034" y="2025"/>
                  </a:cubicBezTo>
                  <a:cubicBezTo>
                    <a:pt x="20304" y="2032"/>
                    <a:pt x="20571" y="2046"/>
                    <a:pt x="20836" y="2069"/>
                  </a:cubicBezTo>
                  <a:cubicBezTo>
                    <a:pt x="20875" y="2074"/>
                    <a:pt x="20916" y="2075"/>
                    <a:pt x="20954" y="2080"/>
                  </a:cubicBezTo>
                  <a:cubicBezTo>
                    <a:pt x="21238" y="2107"/>
                    <a:pt x="21519" y="2147"/>
                    <a:pt x="21797" y="2193"/>
                  </a:cubicBezTo>
                  <a:cubicBezTo>
                    <a:pt x="21857" y="2203"/>
                    <a:pt x="21918" y="2215"/>
                    <a:pt x="21978" y="2226"/>
                  </a:cubicBezTo>
                  <a:cubicBezTo>
                    <a:pt x="22253" y="2277"/>
                    <a:pt x="22525" y="2336"/>
                    <a:pt x="22793" y="2405"/>
                  </a:cubicBezTo>
                  <a:cubicBezTo>
                    <a:pt x="23147" y="2497"/>
                    <a:pt x="23494" y="2606"/>
                    <a:pt x="23834" y="2730"/>
                  </a:cubicBezTo>
                  <a:cubicBezTo>
                    <a:pt x="23932" y="2766"/>
                    <a:pt x="24028" y="2808"/>
                    <a:pt x="24124" y="2845"/>
                  </a:cubicBezTo>
                  <a:cubicBezTo>
                    <a:pt x="24368" y="2940"/>
                    <a:pt x="24607" y="3044"/>
                    <a:pt x="24841" y="3153"/>
                  </a:cubicBezTo>
                  <a:cubicBezTo>
                    <a:pt x="25040" y="3246"/>
                    <a:pt x="25239" y="3339"/>
                    <a:pt x="25431" y="3443"/>
                  </a:cubicBezTo>
                  <a:lnTo>
                    <a:pt x="25431" y="3443"/>
                  </a:lnTo>
                  <a:lnTo>
                    <a:pt x="21723" y="1426"/>
                  </a:lnTo>
                  <a:cubicBezTo>
                    <a:pt x="21581" y="1350"/>
                    <a:pt x="21437" y="1275"/>
                    <a:pt x="21291" y="1203"/>
                  </a:cubicBezTo>
                  <a:cubicBezTo>
                    <a:pt x="21238" y="1177"/>
                    <a:pt x="21182" y="1158"/>
                    <a:pt x="21127" y="1134"/>
                  </a:cubicBezTo>
                  <a:cubicBezTo>
                    <a:pt x="20894" y="1023"/>
                    <a:pt x="20654" y="921"/>
                    <a:pt x="20412" y="826"/>
                  </a:cubicBezTo>
                  <a:cubicBezTo>
                    <a:pt x="20314" y="788"/>
                    <a:pt x="20219" y="746"/>
                    <a:pt x="20119" y="710"/>
                  </a:cubicBezTo>
                  <a:cubicBezTo>
                    <a:pt x="19780" y="587"/>
                    <a:pt x="19434" y="476"/>
                    <a:pt x="19079" y="385"/>
                  </a:cubicBezTo>
                  <a:cubicBezTo>
                    <a:pt x="19071" y="384"/>
                    <a:pt x="19064" y="379"/>
                    <a:pt x="19057" y="378"/>
                  </a:cubicBezTo>
                  <a:cubicBezTo>
                    <a:pt x="18796" y="312"/>
                    <a:pt x="18531" y="255"/>
                    <a:pt x="18264" y="207"/>
                  </a:cubicBezTo>
                  <a:cubicBezTo>
                    <a:pt x="18205" y="195"/>
                    <a:pt x="18144" y="183"/>
                    <a:pt x="18084" y="173"/>
                  </a:cubicBezTo>
                  <a:cubicBezTo>
                    <a:pt x="17806" y="126"/>
                    <a:pt x="17527" y="87"/>
                    <a:pt x="17242" y="58"/>
                  </a:cubicBezTo>
                  <a:cubicBezTo>
                    <a:pt x="17201" y="55"/>
                    <a:pt x="17162" y="54"/>
                    <a:pt x="17124" y="50"/>
                  </a:cubicBezTo>
                  <a:cubicBezTo>
                    <a:pt x="16859" y="27"/>
                    <a:pt x="16591" y="12"/>
                    <a:pt x="16322" y="5"/>
                  </a:cubicBezTo>
                  <a:cubicBezTo>
                    <a:pt x="16270" y="4"/>
                    <a:pt x="16218" y="2"/>
                    <a:pt x="16166" y="1"/>
                  </a:cubicBezTo>
                  <a:cubicBezTo>
                    <a:pt x="16124" y="0"/>
                    <a:pt x="16082" y="0"/>
                    <a:pt x="16040" y="0"/>
                  </a:cubicBezTo>
                  <a:close/>
                </a:path>
              </a:pathLst>
            </a:custGeom>
            <a:solidFill>
              <a:srgbClr val="90C4FE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342" name="CustomShape 44"/>
            <p:cNvSpPr/>
            <p:nvPr/>
          </p:nvSpPr>
          <p:spPr>
            <a:xfrm>
              <a:off x="6150600" y="686160"/>
              <a:ext cx="429120" cy="466920"/>
            </a:xfrm>
            <a:custGeom>
              <a:avLst/>
              <a:gdLst/>
              <a:ahLst/>
              <a:cxnLst/>
              <a:rect l="l" t="t" r="r" b="b"/>
              <a:pathLst>
                <a:path w="28291" h="30780">
                  <a:moveTo>
                    <a:pt x="16004" y="1"/>
                  </a:moveTo>
                  <a:cubicBezTo>
                    <a:pt x="15402" y="1"/>
                    <a:pt x="14788" y="43"/>
                    <a:pt x="14164" y="131"/>
                  </a:cubicBezTo>
                  <a:cubicBezTo>
                    <a:pt x="10284" y="678"/>
                    <a:pt x="6757" y="2860"/>
                    <a:pt x="4193" y="5964"/>
                  </a:cubicBezTo>
                  <a:cubicBezTo>
                    <a:pt x="3288" y="7060"/>
                    <a:pt x="2513" y="8257"/>
                    <a:pt x="1885" y="9533"/>
                  </a:cubicBezTo>
                  <a:cubicBezTo>
                    <a:pt x="688" y="11930"/>
                    <a:pt x="8" y="14619"/>
                    <a:pt x="1" y="17376"/>
                  </a:cubicBezTo>
                  <a:cubicBezTo>
                    <a:pt x="1" y="19255"/>
                    <a:pt x="313" y="21014"/>
                    <a:pt x="888" y="22593"/>
                  </a:cubicBezTo>
                  <a:cubicBezTo>
                    <a:pt x="2675" y="27533"/>
                    <a:pt x="7016" y="30779"/>
                    <a:pt x="12269" y="30779"/>
                  </a:cubicBezTo>
                  <a:cubicBezTo>
                    <a:pt x="12330" y="30779"/>
                    <a:pt x="12391" y="30779"/>
                    <a:pt x="12452" y="30778"/>
                  </a:cubicBezTo>
                  <a:lnTo>
                    <a:pt x="12432" y="25601"/>
                  </a:lnTo>
                  <a:cubicBezTo>
                    <a:pt x="8863" y="25414"/>
                    <a:pt x="5994" y="22926"/>
                    <a:pt x="5066" y="19317"/>
                  </a:cubicBezTo>
                  <a:cubicBezTo>
                    <a:pt x="4851" y="18499"/>
                    <a:pt x="4740" y="17627"/>
                    <a:pt x="4740" y="16711"/>
                  </a:cubicBezTo>
                  <a:cubicBezTo>
                    <a:pt x="4747" y="14999"/>
                    <a:pt x="5142" y="13336"/>
                    <a:pt x="5836" y="11826"/>
                  </a:cubicBezTo>
                  <a:cubicBezTo>
                    <a:pt x="6433" y="10525"/>
                    <a:pt x="7254" y="9339"/>
                    <a:pt x="8260" y="8321"/>
                  </a:cubicBezTo>
                  <a:cubicBezTo>
                    <a:pt x="9875" y="6692"/>
                    <a:pt x="11933" y="5562"/>
                    <a:pt x="14157" y="5250"/>
                  </a:cubicBezTo>
                  <a:cubicBezTo>
                    <a:pt x="14570" y="5192"/>
                    <a:pt x="14978" y="5164"/>
                    <a:pt x="15377" y="5164"/>
                  </a:cubicBezTo>
                  <a:cubicBezTo>
                    <a:pt x="19984" y="5164"/>
                    <a:pt x="23545" y="8919"/>
                    <a:pt x="23533" y="14063"/>
                  </a:cubicBezTo>
                  <a:cubicBezTo>
                    <a:pt x="23532" y="15040"/>
                    <a:pt x="23404" y="16011"/>
                    <a:pt x="23152" y="16954"/>
                  </a:cubicBezTo>
                  <a:lnTo>
                    <a:pt x="27219" y="19310"/>
                  </a:lnTo>
                  <a:cubicBezTo>
                    <a:pt x="27897" y="17438"/>
                    <a:pt x="28271" y="15435"/>
                    <a:pt x="28271" y="13398"/>
                  </a:cubicBezTo>
                  <a:cubicBezTo>
                    <a:pt x="28291" y="5653"/>
                    <a:pt x="22942" y="1"/>
                    <a:pt x="16004" y="1"/>
                  </a:cubicBezTo>
                  <a:close/>
                </a:path>
              </a:pathLst>
            </a:custGeom>
            <a:solidFill>
              <a:srgbClr val="C8E2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343" name="CustomShape 45"/>
            <p:cNvSpPr/>
            <p:nvPr/>
          </p:nvSpPr>
          <p:spPr>
            <a:xfrm>
              <a:off x="6262560" y="1041120"/>
              <a:ext cx="53640" cy="29880"/>
            </a:xfrm>
            <a:custGeom>
              <a:avLst/>
              <a:gdLst/>
              <a:ahLst/>
              <a:cxnLst/>
              <a:rect l="l" t="t" r="r" b="b"/>
              <a:pathLst>
                <a:path w="3548" h="1984">
                  <a:moveTo>
                    <a:pt x="1" y="1"/>
                  </a:moveTo>
                  <a:lnTo>
                    <a:pt x="1" y="1"/>
                  </a:lnTo>
                  <a:cubicBezTo>
                    <a:pt x="510" y="505"/>
                    <a:pt x="1087" y="935"/>
                    <a:pt x="1719" y="1275"/>
                  </a:cubicBezTo>
                  <a:lnTo>
                    <a:pt x="1" y="1"/>
                  </a:lnTo>
                  <a:close/>
                  <a:moveTo>
                    <a:pt x="3479" y="1969"/>
                  </a:moveTo>
                  <a:cubicBezTo>
                    <a:pt x="3482" y="1970"/>
                    <a:pt x="3485" y="1971"/>
                    <a:pt x="3488" y="1972"/>
                  </a:cubicBezTo>
                  <a:lnTo>
                    <a:pt x="3488" y="1972"/>
                  </a:lnTo>
                  <a:cubicBezTo>
                    <a:pt x="3485" y="1970"/>
                    <a:pt x="3482" y="1969"/>
                    <a:pt x="3479" y="1969"/>
                  </a:cubicBezTo>
                  <a:close/>
                  <a:moveTo>
                    <a:pt x="3488" y="1972"/>
                  </a:moveTo>
                  <a:lnTo>
                    <a:pt x="3488" y="1972"/>
                  </a:lnTo>
                  <a:cubicBezTo>
                    <a:pt x="3490" y="1973"/>
                    <a:pt x="3491" y="1974"/>
                    <a:pt x="3493" y="1976"/>
                  </a:cubicBezTo>
                  <a:cubicBezTo>
                    <a:pt x="3507" y="1981"/>
                    <a:pt x="3523" y="1984"/>
                    <a:pt x="3538" y="1984"/>
                  </a:cubicBezTo>
                  <a:cubicBezTo>
                    <a:pt x="3541" y="1984"/>
                    <a:pt x="3545" y="1984"/>
                    <a:pt x="3548" y="1983"/>
                  </a:cubicBezTo>
                  <a:cubicBezTo>
                    <a:pt x="3528" y="1982"/>
                    <a:pt x="3508" y="1978"/>
                    <a:pt x="3488" y="1972"/>
                  </a:cubicBezTo>
                  <a:close/>
                </a:path>
              </a:pathLst>
            </a:custGeom>
            <a:solidFill>
              <a:srgbClr val="C8E2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344" name="CustomShape 46"/>
            <p:cNvSpPr/>
            <p:nvPr/>
          </p:nvSpPr>
          <p:spPr>
            <a:xfrm>
              <a:off x="5698440" y="672120"/>
              <a:ext cx="175680" cy="293040"/>
            </a:xfrm>
            <a:custGeom>
              <a:avLst/>
              <a:gdLst/>
              <a:ahLst/>
              <a:cxnLst/>
              <a:rect l="l" t="t" r="r" b="b"/>
              <a:pathLst>
                <a:path w="11603" h="19336">
                  <a:moveTo>
                    <a:pt x="1" y="1"/>
                  </a:moveTo>
                  <a:lnTo>
                    <a:pt x="44" y="12619"/>
                  </a:lnTo>
                  <a:lnTo>
                    <a:pt x="11603" y="19335"/>
                  </a:lnTo>
                  <a:lnTo>
                    <a:pt x="11603" y="19335"/>
                  </a:lnTo>
                  <a:lnTo>
                    <a:pt x="11560" y="671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89BB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345" name="CustomShape 47"/>
            <p:cNvSpPr/>
            <p:nvPr/>
          </p:nvSpPr>
          <p:spPr>
            <a:xfrm>
              <a:off x="5698440" y="672120"/>
              <a:ext cx="175680" cy="293040"/>
            </a:xfrm>
            <a:custGeom>
              <a:avLst/>
              <a:gdLst/>
              <a:ahLst/>
              <a:cxnLst/>
              <a:rect l="l" t="t" r="r" b="b"/>
              <a:pathLst>
                <a:path w="11606" h="19333">
                  <a:moveTo>
                    <a:pt x="1" y="1"/>
                  </a:moveTo>
                  <a:lnTo>
                    <a:pt x="21" y="5718"/>
                  </a:lnTo>
                  <a:lnTo>
                    <a:pt x="41" y="12618"/>
                  </a:lnTo>
                  <a:lnTo>
                    <a:pt x="11606" y="19332"/>
                  </a:lnTo>
                  <a:lnTo>
                    <a:pt x="11585" y="13900"/>
                  </a:lnTo>
                  <a:lnTo>
                    <a:pt x="11565" y="8724"/>
                  </a:lnTo>
                  <a:lnTo>
                    <a:pt x="11558" y="6715"/>
                  </a:lnTo>
                  <a:lnTo>
                    <a:pt x="4199" y="243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89BB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346" name="CustomShape 48"/>
            <p:cNvSpPr/>
            <p:nvPr/>
          </p:nvSpPr>
          <p:spPr>
            <a:xfrm>
              <a:off x="5863680" y="768240"/>
              <a:ext cx="9720" cy="36000"/>
            </a:xfrm>
            <a:custGeom>
              <a:avLst/>
              <a:gdLst/>
              <a:ahLst/>
              <a:cxnLst/>
              <a:rect l="l" t="t" r="r" b="b"/>
              <a:pathLst>
                <a:path w="674" h="2392">
                  <a:moveTo>
                    <a:pt x="1" y="1"/>
                  </a:moveTo>
                  <a:lnTo>
                    <a:pt x="673" y="2392"/>
                  </a:lnTo>
                  <a:lnTo>
                    <a:pt x="666" y="38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89BB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347" name="CustomShape 49"/>
            <p:cNvSpPr/>
            <p:nvPr/>
          </p:nvSpPr>
          <p:spPr>
            <a:xfrm>
              <a:off x="5698440" y="672120"/>
              <a:ext cx="170640" cy="191160"/>
            </a:xfrm>
            <a:custGeom>
              <a:avLst/>
              <a:gdLst/>
              <a:ahLst/>
              <a:cxnLst/>
              <a:rect l="l" t="t" r="r" b="b"/>
              <a:pathLst>
                <a:path w="11278" h="12623">
                  <a:moveTo>
                    <a:pt x="1" y="1"/>
                  </a:moveTo>
                  <a:lnTo>
                    <a:pt x="47" y="12622"/>
                  </a:lnTo>
                  <a:lnTo>
                    <a:pt x="11277" y="655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43C78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348" name="CustomShape 50"/>
            <p:cNvSpPr/>
            <p:nvPr/>
          </p:nvSpPr>
          <p:spPr>
            <a:xfrm>
              <a:off x="5698440" y="672120"/>
              <a:ext cx="170640" cy="191160"/>
            </a:xfrm>
            <a:custGeom>
              <a:avLst/>
              <a:gdLst/>
              <a:ahLst/>
              <a:cxnLst/>
              <a:rect l="l" t="t" r="r" b="b"/>
              <a:pathLst>
                <a:path w="11278" h="12623">
                  <a:moveTo>
                    <a:pt x="1" y="1"/>
                  </a:moveTo>
                  <a:lnTo>
                    <a:pt x="47" y="12622"/>
                  </a:lnTo>
                  <a:lnTo>
                    <a:pt x="11277" y="655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B5488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349" name="CustomShape 51"/>
            <p:cNvSpPr/>
            <p:nvPr/>
          </p:nvSpPr>
          <p:spPr>
            <a:xfrm>
              <a:off x="5797440" y="768240"/>
              <a:ext cx="76320" cy="36000"/>
            </a:xfrm>
            <a:custGeom>
              <a:avLst/>
              <a:gdLst/>
              <a:ahLst/>
              <a:cxnLst/>
              <a:rect l="l" t="t" r="r" b="b"/>
              <a:pathLst>
                <a:path w="5052" h="2392">
                  <a:moveTo>
                    <a:pt x="4380" y="1"/>
                  </a:moveTo>
                  <a:cubicBezTo>
                    <a:pt x="4296" y="28"/>
                    <a:pt x="4220" y="49"/>
                    <a:pt x="4136" y="70"/>
                  </a:cubicBezTo>
                  <a:cubicBezTo>
                    <a:pt x="4054" y="97"/>
                    <a:pt x="3971" y="119"/>
                    <a:pt x="3887" y="139"/>
                  </a:cubicBezTo>
                  <a:cubicBezTo>
                    <a:pt x="3604" y="208"/>
                    <a:pt x="3318" y="264"/>
                    <a:pt x="3028" y="306"/>
                  </a:cubicBezTo>
                  <a:cubicBezTo>
                    <a:pt x="2764" y="340"/>
                    <a:pt x="2502" y="360"/>
                    <a:pt x="2245" y="375"/>
                  </a:cubicBezTo>
                  <a:cubicBezTo>
                    <a:pt x="2168" y="382"/>
                    <a:pt x="2086" y="382"/>
                    <a:pt x="2003" y="382"/>
                  </a:cubicBezTo>
                  <a:cubicBezTo>
                    <a:pt x="1916" y="385"/>
                    <a:pt x="1830" y="386"/>
                    <a:pt x="1743" y="386"/>
                  </a:cubicBezTo>
                  <a:cubicBezTo>
                    <a:pt x="1656" y="386"/>
                    <a:pt x="1569" y="385"/>
                    <a:pt x="1483" y="382"/>
                  </a:cubicBezTo>
                  <a:cubicBezTo>
                    <a:pt x="1394" y="375"/>
                    <a:pt x="1303" y="375"/>
                    <a:pt x="1214" y="368"/>
                  </a:cubicBezTo>
                  <a:cubicBezTo>
                    <a:pt x="1047" y="353"/>
                    <a:pt x="881" y="333"/>
                    <a:pt x="714" y="313"/>
                  </a:cubicBezTo>
                  <a:cubicBezTo>
                    <a:pt x="631" y="306"/>
                    <a:pt x="554" y="291"/>
                    <a:pt x="472" y="284"/>
                  </a:cubicBezTo>
                  <a:cubicBezTo>
                    <a:pt x="313" y="257"/>
                    <a:pt x="160" y="229"/>
                    <a:pt x="0" y="188"/>
                  </a:cubicBezTo>
                  <a:lnTo>
                    <a:pt x="0" y="188"/>
                  </a:lnTo>
                  <a:lnTo>
                    <a:pt x="1719" y="1463"/>
                  </a:lnTo>
                  <a:cubicBezTo>
                    <a:pt x="1768" y="1491"/>
                    <a:pt x="1824" y="1518"/>
                    <a:pt x="1879" y="1545"/>
                  </a:cubicBezTo>
                  <a:lnTo>
                    <a:pt x="2004" y="1609"/>
                  </a:lnTo>
                  <a:cubicBezTo>
                    <a:pt x="2037" y="1630"/>
                    <a:pt x="2075" y="1646"/>
                    <a:pt x="2115" y="1656"/>
                  </a:cubicBezTo>
                  <a:cubicBezTo>
                    <a:pt x="2273" y="1732"/>
                    <a:pt x="2433" y="1796"/>
                    <a:pt x="2593" y="1865"/>
                  </a:cubicBezTo>
                  <a:cubicBezTo>
                    <a:pt x="2699" y="1915"/>
                    <a:pt x="2810" y="1954"/>
                    <a:pt x="2925" y="1981"/>
                  </a:cubicBezTo>
                  <a:cubicBezTo>
                    <a:pt x="3071" y="2038"/>
                    <a:pt x="3223" y="2087"/>
                    <a:pt x="3375" y="2128"/>
                  </a:cubicBezTo>
                  <a:cubicBezTo>
                    <a:pt x="3409" y="2140"/>
                    <a:pt x="3444" y="2150"/>
                    <a:pt x="3480" y="2156"/>
                  </a:cubicBezTo>
                  <a:cubicBezTo>
                    <a:pt x="3485" y="2156"/>
                    <a:pt x="3485" y="2156"/>
                    <a:pt x="3493" y="2163"/>
                  </a:cubicBezTo>
                  <a:cubicBezTo>
                    <a:pt x="3508" y="2168"/>
                    <a:pt x="3524" y="2170"/>
                    <a:pt x="3539" y="2170"/>
                  </a:cubicBezTo>
                  <a:cubicBezTo>
                    <a:pt x="3542" y="2170"/>
                    <a:pt x="3546" y="2170"/>
                    <a:pt x="3549" y="2170"/>
                  </a:cubicBezTo>
                  <a:cubicBezTo>
                    <a:pt x="3558" y="2174"/>
                    <a:pt x="3564" y="2179"/>
                    <a:pt x="3572" y="2179"/>
                  </a:cubicBezTo>
                  <a:cubicBezTo>
                    <a:pt x="3575" y="2179"/>
                    <a:pt x="3579" y="2178"/>
                    <a:pt x="3583" y="2176"/>
                  </a:cubicBezTo>
                  <a:cubicBezTo>
                    <a:pt x="3771" y="2225"/>
                    <a:pt x="3965" y="2259"/>
                    <a:pt x="4151" y="2294"/>
                  </a:cubicBezTo>
                  <a:cubicBezTo>
                    <a:pt x="4177" y="2303"/>
                    <a:pt x="4201" y="2307"/>
                    <a:pt x="4227" y="2308"/>
                  </a:cubicBezTo>
                  <a:cubicBezTo>
                    <a:pt x="4295" y="2314"/>
                    <a:pt x="4362" y="2323"/>
                    <a:pt x="4428" y="2336"/>
                  </a:cubicBezTo>
                  <a:cubicBezTo>
                    <a:pt x="4594" y="2363"/>
                    <a:pt x="4760" y="2379"/>
                    <a:pt x="4927" y="2385"/>
                  </a:cubicBezTo>
                  <a:cubicBezTo>
                    <a:pt x="4968" y="2385"/>
                    <a:pt x="5010" y="2392"/>
                    <a:pt x="5052" y="2392"/>
                  </a:cubicBezTo>
                  <a:lnTo>
                    <a:pt x="5045" y="389"/>
                  </a:lnTo>
                  <a:lnTo>
                    <a:pt x="4380" y="1"/>
                  </a:lnTo>
                  <a:close/>
                </a:path>
              </a:pathLst>
            </a:custGeom>
            <a:solidFill>
              <a:srgbClr val="90C4FE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350" name="CustomShape 52"/>
            <p:cNvSpPr/>
            <p:nvPr/>
          </p:nvSpPr>
          <p:spPr>
            <a:xfrm>
              <a:off x="5628960" y="385200"/>
              <a:ext cx="385560" cy="475560"/>
            </a:xfrm>
            <a:custGeom>
              <a:avLst/>
              <a:gdLst/>
              <a:ahLst/>
              <a:cxnLst/>
              <a:rect l="l" t="t" r="r" b="b"/>
              <a:pathLst>
                <a:path w="25436" h="31367">
                  <a:moveTo>
                    <a:pt x="25430" y="3444"/>
                  </a:moveTo>
                  <a:lnTo>
                    <a:pt x="25436" y="3447"/>
                  </a:lnTo>
                  <a:cubicBezTo>
                    <a:pt x="25434" y="3446"/>
                    <a:pt x="25432" y="3445"/>
                    <a:pt x="25430" y="3444"/>
                  </a:cubicBezTo>
                  <a:close/>
                  <a:moveTo>
                    <a:pt x="16040" y="1"/>
                  </a:moveTo>
                  <a:cubicBezTo>
                    <a:pt x="15792" y="1"/>
                    <a:pt x="15540" y="8"/>
                    <a:pt x="15288" y="22"/>
                  </a:cubicBezTo>
                  <a:cubicBezTo>
                    <a:pt x="15224" y="26"/>
                    <a:pt x="15161" y="30"/>
                    <a:pt x="15098" y="35"/>
                  </a:cubicBezTo>
                  <a:cubicBezTo>
                    <a:pt x="14792" y="56"/>
                    <a:pt x="14484" y="85"/>
                    <a:pt x="14173" y="130"/>
                  </a:cubicBezTo>
                  <a:cubicBezTo>
                    <a:pt x="13854" y="174"/>
                    <a:pt x="13537" y="235"/>
                    <a:pt x="13223" y="301"/>
                  </a:cubicBezTo>
                  <a:cubicBezTo>
                    <a:pt x="13141" y="318"/>
                    <a:pt x="13060" y="337"/>
                    <a:pt x="12980" y="356"/>
                  </a:cubicBezTo>
                  <a:cubicBezTo>
                    <a:pt x="12692" y="422"/>
                    <a:pt x="12405" y="495"/>
                    <a:pt x="12122" y="579"/>
                  </a:cubicBezTo>
                  <a:cubicBezTo>
                    <a:pt x="12096" y="587"/>
                    <a:pt x="12070" y="593"/>
                    <a:pt x="12044" y="600"/>
                  </a:cubicBezTo>
                  <a:cubicBezTo>
                    <a:pt x="11739" y="694"/>
                    <a:pt x="11438" y="799"/>
                    <a:pt x="11140" y="911"/>
                  </a:cubicBezTo>
                  <a:cubicBezTo>
                    <a:pt x="11062" y="940"/>
                    <a:pt x="10987" y="970"/>
                    <a:pt x="10911" y="1001"/>
                  </a:cubicBezTo>
                  <a:cubicBezTo>
                    <a:pt x="10651" y="1103"/>
                    <a:pt x="10393" y="1214"/>
                    <a:pt x="10138" y="1330"/>
                  </a:cubicBezTo>
                  <a:cubicBezTo>
                    <a:pt x="10106" y="1345"/>
                    <a:pt x="10075" y="1356"/>
                    <a:pt x="10043" y="1371"/>
                  </a:cubicBezTo>
                  <a:cubicBezTo>
                    <a:pt x="10034" y="1375"/>
                    <a:pt x="10026" y="1381"/>
                    <a:pt x="10017" y="1385"/>
                  </a:cubicBezTo>
                  <a:cubicBezTo>
                    <a:pt x="9661" y="1552"/>
                    <a:pt x="9312" y="1738"/>
                    <a:pt x="8968" y="1932"/>
                  </a:cubicBezTo>
                  <a:cubicBezTo>
                    <a:pt x="8914" y="1964"/>
                    <a:pt x="8860" y="1992"/>
                    <a:pt x="8806" y="2024"/>
                  </a:cubicBezTo>
                  <a:cubicBezTo>
                    <a:pt x="8475" y="2217"/>
                    <a:pt x="8150" y="2423"/>
                    <a:pt x="7832" y="2642"/>
                  </a:cubicBezTo>
                  <a:cubicBezTo>
                    <a:pt x="7803" y="2660"/>
                    <a:pt x="7774" y="2676"/>
                    <a:pt x="7747" y="2696"/>
                  </a:cubicBezTo>
                  <a:cubicBezTo>
                    <a:pt x="7711" y="2721"/>
                    <a:pt x="7678" y="2748"/>
                    <a:pt x="7642" y="2774"/>
                  </a:cubicBezTo>
                  <a:cubicBezTo>
                    <a:pt x="7400" y="2944"/>
                    <a:pt x="7161" y="3120"/>
                    <a:pt x="6928" y="3303"/>
                  </a:cubicBezTo>
                  <a:cubicBezTo>
                    <a:pt x="6905" y="3320"/>
                    <a:pt x="6882" y="3337"/>
                    <a:pt x="6859" y="3354"/>
                  </a:cubicBezTo>
                  <a:cubicBezTo>
                    <a:pt x="6607" y="3554"/>
                    <a:pt x="6362" y="3763"/>
                    <a:pt x="6121" y="3978"/>
                  </a:cubicBezTo>
                  <a:cubicBezTo>
                    <a:pt x="6094" y="4002"/>
                    <a:pt x="6065" y="4024"/>
                    <a:pt x="6038" y="4048"/>
                  </a:cubicBezTo>
                  <a:cubicBezTo>
                    <a:pt x="5999" y="4083"/>
                    <a:pt x="5963" y="4120"/>
                    <a:pt x="5926" y="4156"/>
                  </a:cubicBezTo>
                  <a:cubicBezTo>
                    <a:pt x="5751" y="4316"/>
                    <a:pt x="5582" y="4477"/>
                    <a:pt x="5415" y="4644"/>
                  </a:cubicBezTo>
                  <a:cubicBezTo>
                    <a:pt x="5360" y="4698"/>
                    <a:pt x="5304" y="4752"/>
                    <a:pt x="5249" y="4807"/>
                  </a:cubicBezTo>
                  <a:cubicBezTo>
                    <a:pt x="5034" y="5024"/>
                    <a:pt x="4827" y="5247"/>
                    <a:pt x="4623" y="5476"/>
                  </a:cubicBezTo>
                  <a:cubicBezTo>
                    <a:pt x="4614" y="5486"/>
                    <a:pt x="4604" y="5497"/>
                    <a:pt x="4595" y="5507"/>
                  </a:cubicBezTo>
                  <a:cubicBezTo>
                    <a:pt x="4564" y="5543"/>
                    <a:pt x="4535" y="5579"/>
                    <a:pt x="4505" y="5615"/>
                  </a:cubicBezTo>
                  <a:cubicBezTo>
                    <a:pt x="4341" y="5803"/>
                    <a:pt x="4181" y="5995"/>
                    <a:pt x="4025" y="6190"/>
                  </a:cubicBezTo>
                  <a:cubicBezTo>
                    <a:pt x="3968" y="6262"/>
                    <a:pt x="3910" y="6336"/>
                    <a:pt x="3853" y="6409"/>
                  </a:cubicBezTo>
                  <a:cubicBezTo>
                    <a:pt x="3701" y="6605"/>
                    <a:pt x="3555" y="6802"/>
                    <a:pt x="3411" y="7004"/>
                  </a:cubicBezTo>
                  <a:cubicBezTo>
                    <a:pt x="3382" y="7044"/>
                    <a:pt x="3350" y="7082"/>
                    <a:pt x="3323" y="7123"/>
                  </a:cubicBezTo>
                  <a:cubicBezTo>
                    <a:pt x="3313" y="7135"/>
                    <a:pt x="3305" y="7149"/>
                    <a:pt x="3297" y="7161"/>
                  </a:cubicBezTo>
                  <a:cubicBezTo>
                    <a:pt x="3113" y="7426"/>
                    <a:pt x="2935" y="7695"/>
                    <a:pt x="2766" y="7968"/>
                  </a:cubicBezTo>
                  <a:cubicBezTo>
                    <a:pt x="2724" y="8036"/>
                    <a:pt x="2684" y="8104"/>
                    <a:pt x="2642" y="8173"/>
                  </a:cubicBezTo>
                  <a:cubicBezTo>
                    <a:pt x="2506" y="8397"/>
                    <a:pt x="2374" y="8625"/>
                    <a:pt x="2247" y="8857"/>
                  </a:cubicBezTo>
                  <a:cubicBezTo>
                    <a:pt x="2223" y="8901"/>
                    <a:pt x="2194" y="8944"/>
                    <a:pt x="2170" y="8991"/>
                  </a:cubicBezTo>
                  <a:cubicBezTo>
                    <a:pt x="2158" y="9012"/>
                    <a:pt x="2149" y="9034"/>
                    <a:pt x="2138" y="9055"/>
                  </a:cubicBezTo>
                  <a:cubicBezTo>
                    <a:pt x="1961" y="9386"/>
                    <a:pt x="1794" y="9725"/>
                    <a:pt x="1638" y="10069"/>
                  </a:cubicBezTo>
                  <a:cubicBezTo>
                    <a:pt x="1607" y="10137"/>
                    <a:pt x="1578" y="10204"/>
                    <a:pt x="1548" y="10272"/>
                  </a:cubicBezTo>
                  <a:cubicBezTo>
                    <a:pt x="1392" y="10623"/>
                    <a:pt x="1245" y="10977"/>
                    <a:pt x="1111" y="11339"/>
                  </a:cubicBezTo>
                  <a:cubicBezTo>
                    <a:pt x="1109" y="11350"/>
                    <a:pt x="1103" y="11360"/>
                    <a:pt x="1100" y="11370"/>
                  </a:cubicBezTo>
                  <a:cubicBezTo>
                    <a:pt x="1058" y="11483"/>
                    <a:pt x="1022" y="11596"/>
                    <a:pt x="982" y="11710"/>
                  </a:cubicBezTo>
                  <a:cubicBezTo>
                    <a:pt x="943" y="11824"/>
                    <a:pt x="903" y="11935"/>
                    <a:pt x="867" y="12048"/>
                  </a:cubicBezTo>
                  <a:cubicBezTo>
                    <a:pt x="824" y="12179"/>
                    <a:pt x="786" y="12310"/>
                    <a:pt x="747" y="12443"/>
                  </a:cubicBezTo>
                  <a:cubicBezTo>
                    <a:pt x="713" y="12557"/>
                    <a:pt x="677" y="12670"/>
                    <a:pt x="645" y="12784"/>
                  </a:cubicBezTo>
                  <a:cubicBezTo>
                    <a:pt x="609" y="12918"/>
                    <a:pt x="576" y="13053"/>
                    <a:pt x="543" y="13187"/>
                  </a:cubicBezTo>
                  <a:cubicBezTo>
                    <a:pt x="514" y="13301"/>
                    <a:pt x="482" y="13415"/>
                    <a:pt x="456" y="13530"/>
                  </a:cubicBezTo>
                  <a:cubicBezTo>
                    <a:pt x="425" y="13669"/>
                    <a:pt x="397" y="13809"/>
                    <a:pt x="369" y="13950"/>
                  </a:cubicBezTo>
                  <a:cubicBezTo>
                    <a:pt x="346" y="14061"/>
                    <a:pt x="320" y="14172"/>
                    <a:pt x="300" y="14284"/>
                  </a:cubicBezTo>
                  <a:cubicBezTo>
                    <a:pt x="272" y="14428"/>
                    <a:pt x="252" y="14573"/>
                    <a:pt x="229" y="14719"/>
                  </a:cubicBezTo>
                  <a:cubicBezTo>
                    <a:pt x="210" y="14828"/>
                    <a:pt x="192" y="14938"/>
                    <a:pt x="174" y="15047"/>
                  </a:cubicBezTo>
                  <a:cubicBezTo>
                    <a:pt x="154" y="15200"/>
                    <a:pt x="138" y="15354"/>
                    <a:pt x="121" y="15505"/>
                  </a:cubicBezTo>
                  <a:cubicBezTo>
                    <a:pt x="109" y="15610"/>
                    <a:pt x="94" y="15712"/>
                    <a:pt x="85" y="15817"/>
                  </a:cubicBezTo>
                  <a:cubicBezTo>
                    <a:pt x="69" y="15984"/>
                    <a:pt x="59" y="16154"/>
                    <a:pt x="49" y="16323"/>
                  </a:cubicBezTo>
                  <a:cubicBezTo>
                    <a:pt x="43" y="16412"/>
                    <a:pt x="33" y="16503"/>
                    <a:pt x="29" y="16593"/>
                  </a:cubicBezTo>
                  <a:cubicBezTo>
                    <a:pt x="17" y="16854"/>
                    <a:pt x="10" y="17114"/>
                    <a:pt x="10" y="17375"/>
                  </a:cubicBezTo>
                  <a:cubicBezTo>
                    <a:pt x="0" y="22802"/>
                    <a:pt x="2616" y="27199"/>
                    <a:pt x="6566" y="29349"/>
                  </a:cubicBezTo>
                  <a:lnTo>
                    <a:pt x="10279" y="31367"/>
                  </a:lnTo>
                  <a:cubicBezTo>
                    <a:pt x="6329" y="29218"/>
                    <a:pt x="3713" y="24821"/>
                    <a:pt x="3723" y="19393"/>
                  </a:cubicBezTo>
                  <a:cubicBezTo>
                    <a:pt x="3723" y="19131"/>
                    <a:pt x="3729" y="18871"/>
                    <a:pt x="3742" y="18612"/>
                  </a:cubicBezTo>
                  <a:cubicBezTo>
                    <a:pt x="3746" y="18528"/>
                    <a:pt x="3755" y="18446"/>
                    <a:pt x="3760" y="18361"/>
                  </a:cubicBezTo>
                  <a:cubicBezTo>
                    <a:pt x="3770" y="18186"/>
                    <a:pt x="3781" y="18010"/>
                    <a:pt x="3798" y="17836"/>
                  </a:cubicBezTo>
                  <a:cubicBezTo>
                    <a:pt x="3806" y="17734"/>
                    <a:pt x="3821" y="17633"/>
                    <a:pt x="3834" y="17531"/>
                  </a:cubicBezTo>
                  <a:cubicBezTo>
                    <a:pt x="3851" y="17375"/>
                    <a:pt x="3867" y="17220"/>
                    <a:pt x="3889" y="17066"/>
                  </a:cubicBezTo>
                  <a:cubicBezTo>
                    <a:pt x="3903" y="16958"/>
                    <a:pt x="3923" y="16851"/>
                    <a:pt x="3940" y="16744"/>
                  </a:cubicBezTo>
                  <a:cubicBezTo>
                    <a:pt x="3963" y="16596"/>
                    <a:pt x="3985" y="16449"/>
                    <a:pt x="4012" y="16303"/>
                  </a:cubicBezTo>
                  <a:cubicBezTo>
                    <a:pt x="4032" y="16190"/>
                    <a:pt x="4058" y="16079"/>
                    <a:pt x="4081" y="15969"/>
                  </a:cubicBezTo>
                  <a:cubicBezTo>
                    <a:pt x="4110" y="15827"/>
                    <a:pt x="4136" y="15686"/>
                    <a:pt x="4169" y="15548"/>
                  </a:cubicBezTo>
                  <a:cubicBezTo>
                    <a:pt x="4195" y="15434"/>
                    <a:pt x="4225" y="15322"/>
                    <a:pt x="4254" y="15210"/>
                  </a:cubicBezTo>
                  <a:cubicBezTo>
                    <a:pt x="4287" y="15074"/>
                    <a:pt x="4320" y="14938"/>
                    <a:pt x="4358" y="14802"/>
                  </a:cubicBezTo>
                  <a:cubicBezTo>
                    <a:pt x="4390" y="14689"/>
                    <a:pt x="4426" y="14578"/>
                    <a:pt x="4459" y="14466"/>
                  </a:cubicBezTo>
                  <a:cubicBezTo>
                    <a:pt x="4497" y="14332"/>
                    <a:pt x="4536" y="14199"/>
                    <a:pt x="4578" y="14067"/>
                  </a:cubicBezTo>
                  <a:cubicBezTo>
                    <a:pt x="4614" y="13954"/>
                    <a:pt x="4656" y="13844"/>
                    <a:pt x="4693" y="13731"/>
                  </a:cubicBezTo>
                  <a:cubicBezTo>
                    <a:pt x="4736" y="13606"/>
                    <a:pt x="4778" y="13481"/>
                    <a:pt x="4824" y="13357"/>
                  </a:cubicBezTo>
                  <a:cubicBezTo>
                    <a:pt x="4958" y="12996"/>
                    <a:pt x="5105" y="12641"/>
                    <a:pt x="5261" y="12290"/>
                  </a:cubicBezTo>
                  <a:cubicBezTo>
                    <a:pt x="5291" y="12223"/>
                    <a:pt x="5320" y="12155"/>
                    <a:pt x="5350" y="12087"/>
                  </a:cubicBezTo>
                  <a:cubicBezTo>
                    <a:pt x="5507" y="11743"/>
                    <a:pt x="5674" y="11405"/>
                    <a:pt x="5851" y="11072"/>
                  </a:cubicBezTo>
                  <a:cubicBezTo>
                    <a:pt x="5887" y="11006"/>
                    <a:pt x="5923" y="10941"/>
                    <a:pt x="5959" y="10876"/>
                  </a:cubicBezTo>
                  <a:cubicBezTo>
                    <a:pt x="6087" y="10645"/>
                    <a:pt x="6218" y="10416"/>
                    <a:pt x="6355" y="10190"/>
                  </a:cubicBezTo>
                  <a:cubicBezTo>
                    <a:pt x="6396" y="10122"/>
                    <a:pt x="6437" y="10054"/>
                    <a:pt x="6478" y="9987"/>
                  </a:cubicBezTo>
                  <a:cubicBezTo>
                    <a:pt x="6648" y="9713"/>
                    <a:pt x="6825" y="9444"/>
                    <a:pt x="7010" y="9179"/>
                  </a:cubicBezTo>
                  <a:cubicBezTo>
                    <a:pt x="7047" y="9126"/>
                    <a:pt x="7086" y="9074"/>
                    <a:pt x="7123" y="9022"/>
                  </a:cubicBezTo>
                  <a:cubicBezTo>
                    <a:pt x="7267" y="8821"/>
                    <a:pt x="7414" y="8622"/>
                    <a:pt x="7565" y="8428"/>
                  </a:cubicBezTo>
                  <a:cubicBezTo>
                    <a:pt x="7623" y="8354"/>
                    <a:pt x="7679" y="8281"/>
                    <a:pt x="7738" y="8209"/>
                  </a:cubicBezTo>
                  <a:cubicBezTo>
                    <a:pt x="7894" y="8013"/>
                    <a:pt x="8053" y="7822"/>
                    <a:pt x="8218" y="7633"/>
                  </a:cubicBezTo>
                  <a:cubicBezTo>
                    <a:pt x="8258" y="7587"/>
                    <a:pt x="8295" y="7539"/>
                    <a:pt x="8336" y="7495"/>
                  </a:cubicBezTo>
                  <a:cubicBezTo>
                    <a:pt x="8539" y="7266"/>
                    <a:pt x="8747" y="7043"/>
                    <a:pt x="8962" y="6825"/>
                  </a:cubicBezTo>
                  <a:cubicBezTo>
                    <a:pt x="9015" y="6771"/>
                    <a:pt x="9071" y="6717"/>
                    <a:pt x="9127" y="6663"/>
                  </a:cubicBezTo>
                  <a:cubicBezTo>
                    <a:pt x="9294" y="6496"/>
                    <a:pt x="9466" y="6333"/>
                    <a:pt x="9638" y="6175"/>
                  </a:cubicBezTo>
                  <a:cubicBezTo>
                    <a:pt x="9703" y="6116"/>
                    <a:pt x="9768" y="6055"/>
                    <a:pt x="9834" y="5998"/>
                  </a:cubicBezTo>
                  <a:cubicBezTo>
                    <a:pt x="10076" y="5783"/>
                    <a:pt x="10321" y="5573"/>
                    <a:pt x="10573" y="5373"/>
                  </a:cubicBezTo>
                  <a:cubicBezTo>
                    <a:pt x="10596" y="5355"/>
                    <a:pt x="10619" y="5340"/>
                    <a:pt x="10640" y="5321"/>
                  </a:cubicBezTo>
                  <a:cubicBezTo>
                    <a:pt x="10875" y="5138"/>
                    <a:pt x="11113" y="4962"/>
                    <a:pt x="11354" y="4793"/>
                  </a:cubicBezTo>
                  <a:cubicBezTo>
                    <a:pt x="11418" y="4748"/>
                    <a:pt x="11481" y="4705"/>
                    <a:pt x="11545" y="4662"/>
                  </a:cubicBezTo>
                  <a:cubicBezTo>
                    <a:pt x="11863" y="4443"/>
                    <a:pt x="12188" y="4237"/>
                    <a:pt x="12521" y="4043"/>
                  </a:cubicBezTo>
                  <a:cubicBezTo>
                    <a:pt x="12575" y="4012"/>
                    <a:pt x="12629" y="3982"/>
                    <a:pt x="12682" y="3953"/>
                  </a:cubicBezTo>
                  <a:cubicBezTo>
                    <a:pt x="13024" y="3757"/>
                    <a:pt x="13374" y="3573"/>
                    <a:pt x="13731" y="3405"/>
                  </a:cubicBezTo>
                  <a:cubicBezTo>
                    <a:pt x="13770" y="3386"/>
                    <a:pt x="13812" y="3369"/>
                    <a:pt x="13852" y="3350"/>
                  </a:cubicBezTo>
                  <a:cubicBezTo>
                    <a:pt x="14107" y="3232"/>
                    <a:pt x="14363" y="3123"/>
                    <a:pt x="14624" y="3020"/>
                  </a:cubicBezTo>
                  <a:cubicBezTo>
                    <a:pt x="14700" y="2990"/>
                    <a:pt x="14777" y="2960"/>
                    <a:pt x="14853" y="2931"/>
                  </a:cubicBezTo>
                  <a:cubicBezTo>
                    <a:pt x="15152" y="2819"/>
                    <a:pt x="15453" y="2714"/>
                    <a:pt x="15758" y="2622"/>
                  </a:cubicBezTo>
                  <a:cubicBezTo>
                    <a:pt x="15784" y="2613"/>
                    <a:pt x="15810" y="2607"/>
                    <a:pt x="15836" y="2599"/>
                  </a:cubicBezTo>
                  <a:cubicBezTo>
                    <a:pt x="16118" y="2515"/>
                    <a:pt x="16405" y="2442"/>
                    <a:pt x="16694" y="2375"/>
                  </a:cubicBezTo>
                  <a:cubicBezTo>
                    <a:pt x="16775" y="2357"/>
                    <a:pt x="16855" y="2338"/>
                    <a:pt x="16936" y="2321"/>
                  </a:cubicBezTo>
                  <a:cubicBezTo>
                    <a:pt x="17251" y="2254"/>
                    <a:pt x="17568" y="2195"/>
                    <a:pt x="17888" y="2149"/>
                  </a:cubicBezTo>
                  <a:cubicBezTo>
                    <a:pt x="18199" y="2105"/>
                    <a:pt x="18505" y="2077"/>
                    <a:pt x="18812" y="2056"/>
                  </a:cubicBezTo>
                  <a:cubicBezTo>
                    <a:pt x="18875" y="2050"/>
                    <a:pt x="18937" y="2046"/>
                    <a:pt x="19000" y="2043"/>
                  </a:cubicBezTo>
                  <a:cubicBezTo>
                    <a:pt x="19255" y="2028"/>
                    <a:pt x="19506" y="2021"/>
                    <a:pt x="19755" y="2021"/>
                  </a:cubicBezTo>
                  <a:cubicBezTo>
                    <a:pt x="19797" y="2021"/>
                    <a:pt x="19839" y="2021"/>
                    <a:pt x="19880" y="2021"/>
                  </a:cubicBezTo>
                  <a:cubicBezTo>
                    <a:pt x="19932" y="2021"/>
                    <a:pt x="19984" y="2024"/>
                    <a:pt x="20036" y="2026"/>
                  </a:cubicBezTo>
                  <a:cubicBezTo>
                    <a:pt x="20305" y="2033"/>
                    <a:pt x="20573" y="2047"/>
                    <a:pt x="20837" y="2070"/>
                  </a:cubicBezTo>
                  <a:cubicBezTo>
                    <a:pt x="20876" y="2075"/>
                    <a:pt x="20915" y="2076"/>
                    <a:pt x="20954" y="2079"/>
                  </a:cubicBezTo>
                  <a:cubicBezTo>
                    <a:pt x="21239" y="2108"/>
                    <a:pt x="21520" y="2147"/>
                    <a:pt x="21798" y="2194"/>
                  </a:cubicBezTo>
                  <a:cubicBezTo>
                    <a:pt x="21858" y="2204"/>
                    <a:pt x="21919" y="2216"/>
                    <a:pt x="21978" y="2227"/>
                  </a:cubicBezTo>
                  <a:cubicBezTo>
                    <a:pt x="22253" y="2278"/>
                    <a:pt x="22525" y="2337"/>
                    <a:pt x="22792" y="2406"/>
                  </a:cubicBezTo>
                  <a:cubicBezTo>
                    <a:pt x="23147" y="2498"/>
                    <a:pt x="23494" y="2609"/>
                    <a:pt x="23833" y="2731"/>
                  </a:cubicBezTo>
                  <a:cubicBezTo>
                    <a:pt x="23931" y="2767"/>
                    <a:pt x="24028" y="2807"/>
                    <a:pt x="24124" y="2846"/>
                  </a:cubicBezTo>
                  <a:cubicBezTo>
                    <a:pt x="24367" y="2941"/>
                    <a:pt x="24606" y="3045"/>
                    <a:pt x="24842" y="3154"/>
                  </a:cubicBezTo>
                  <a:cubicBezTo>
                    <a:pt x="25039" y="3247"/>
                    <a:pt x="25239" y="3340"/>
                    <a:pt x="25430" y="3444"/>
                  </a:cubicBezTo>
                  <a:lnTo>
                    <a:pt x="25430" y="3444"/>
                  </a:lnTo>
                  <a:lnTo>
                    <a:pt x="21723" y="1427"/>
                  </a:lnTo>
                  <a:cubicBezTo>
                    <a:pt x="21580" y="1350"/>
                    <a:pt x="21438" y="1276"/>
                    <a:pt x="21292" y="1204"/>
                  </a:cubicBezTo>
                  <a:cubicBezTo>
                    <a:pt x="21238" y="1178"/>
                    <a:pt x="21181" y="1159"/>
                    <a:pt x="21128" y="1134"/>
                  </a:cubicBezTo>
                  <a:cubicBezTo>
                    <a:pt x="20894" y="1024"/>
                    <a:pt x="20655" y="921"/>
                    <a:pt x="20411" y="826"/>
                  </a:cubicBezTo>
                  <a:cubicBezTo>
                    <a:pt x="20313" y="787"/>
                    <a:pt x="20218" y="747"/>
                    <a:pt x="20120" y="711"/>
                  </a:cubicBezTo>
                  <a:cubicBezTo>
                    <a:pt x="19779" y="587"/>
                    <a:pt x="19434" y="477"/>
                    <a:pt x="19080" y="386"/>
                  </a:cubicBezTo>
                  <a:cubicBezTo>
                    <a:pt x="19071" y="383"/>
                    <a:pt x="19065" y="380"/>
                    <a:pt x="19057" y="379"/>
                  </a:cubicBezTo>
                  <a:cubicBezTo>
                    <a:pt x="18797" y="312"/>
                    <a:pt x="18531" y="256"/>
                    <a:pt x="18265" y="207"/>
                  </a:cubicBezTo>
                  <a:cubicBezTo>
                    <a:pt x="18204" y="196"/>
                    <a:pt x="18144" y="184"/>
                    <a:pt x="18085" y="174"/>
                  </a:cubicBezTo>
                  <a:cubicBezTo>
                    <a:pt x="17806" y="127"/>
                    <a:pt x="17526" y="88"/>
                    <a:pt x="17241" y="59"/>
                  </a:cubicBezTo>
                  <a:cubicBezTo>
                    <a:pt x="17202" y="56"/>
                    <a:pt x="17162" y="55"/>
                    <a:pt x="17123" y="50"/>
                  </a:cubicBezTo>
                  <a:cubicBezTo>
                    <a:pt x="16860" y="27"/>
                    <a:pt x="16592" y="13"/>
                    <a:pt x="16321" y="6"/>
                  </a:cubicBezTo>
                  <a:cubicBezTo>
                    <a:pt x="16269" y="4"/>
                    <a:pt x="16218" y="1"/>
                    <a:pt x="16166" y="1"/>
                  </a:cubicBezTo>
                  <a:cubicBezTo>
                    <a:pt x="16124" y="1"/>
                    <a:pt x="16082" y="1"/>
                    <a:pt x="16040" y="1"/>
                  </a:cubicBezTo>
                  <a:close/>
                </a:path>
              </a:pathLst>
            </a:custGeom>
            <a:solidFill>
              <a:srgbClr val="90C4FE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351" name="CustomShape 53"/>
            <p:cNvSpPr/>
            <p:nvPr/>
          </p:nvSpPr>
          <p:spPr>
            <a:xfrm>
              <a:off x="5685120" y="416160"/>
              <a:ext cx="429120" cy="466920"/>
            </a:xfrm>
            <a:custGeom>
              <a:avLst/>
              <a:gdLst/>
              <a:ahLst/>
              <a:cxnLst/>
              <a:rect l="l" t="t" r="r" b="b"/>
              <a:pathLst>
                <a:path w="28293" h="30779">
                  <a:moveTo>
                    <a:pt x="16005" y="0"/>
                  </a:moveTo>
                  <a:cubicBezTo>
                    <a:pt x="15403" y="0"/>
                    <a:pt x="14789" y="43"/>
                    <a:pt x="14165" y="130"/>
                  </a:cubicBezTo>
                  <a:cubicBezTo>
                    <a:pt x="10284" y="677"/>
                    <a:pt x="6758" y="2860"/>
                    <a:pt x="4194" y="5964"/>
                  </a:cubicBezTo>
                  <a:cubicBezTo>
                    <a:pt x="3287" y="7059"/>
                    <a:pt x="2513" y="8257"/>
                    <a:pt x="1886" y="9533"/>
                  </a:cubicBezTo>
                  <a:cubicBezTo>
                    <a:pt x="687" y="11930"/>
                    <a:pt x="8" y="14619"/>
                    <a:pt x="1" y="17376"/>
                  </a:cubicBezTo>
                  <a:cubicBezTo>
                    <a:pt x="1" y="19255"/>
                    <a:pt x="313" y="21014"/>
                    <a:pt x="887" y="22595"/>
                  </a:cubicBezTo>
                  <a:cubicBezTo>
                    <a:pt x="2676" y="27533"/>
                    <a:pt x="7016" y="30779"/>
                    <a:pt x="12269" y="30779"/>
                  </a:cubicBezTo>
                  <a:cubicBezTo>
                    <a:pt x="12330" y="30779"/>
                    <a:pt x="12391" y="30778"/>
                    <a:pt x="12452" y="30777"/>
                  </a:cubicBezTo>
                  <a:lnTo>
                    <a:pt x="12432" y="25601"/>
                  </a:lnTo>
                  <a:cubicBezTo>
                    <a:pt x="8863" y="25413"/>
                    <a:pt x="5995" y="22927"/>
                    <a:pt x="5067" y="19316"/>
                  </a:cubicBezTo>
                  <a:cubicBezTo>
                    <a:pt x="4852" y="18499"/>
                    <a:pt x="4740" y="17625"/>
                    <a:pt x="4740" y="16711"/>
                  </a:cubicBezTo>
                  <a:cubicBezTo>
                    <a:pt x="4747" y="14999"/>
                    <a:pt x="5143" y="13336"/>
                    <a:pt x="5835" y="11826"/>
                  </a:cubicBezTo>
                  <a:cubicBezTo>
                    <a:pt x="6433" y="10525"/>
                    <a:pt x="7253" y="9338"/>
                    <a:pt x="8261" y="8321"/>
                  </a:cubicBezTo>
                  <a:cubicBezTo>
                    <a:pt x="9876" y="6691"/>
                    <a:pt x="11934" y="5562"/>
                    <a:pt x="14159" y="5251"/>
                  </a:cubicBezTo>
                  <a:cubicBezTo>
                    <a:pt x="14573" y="5193"/>
                    <a:pt x="14980" y="5165"/>
                    <a:pt x="15380" y="5165"/>
                  </a:cubicBezTo>
                  <a:cubicBezTo>
                    <a:pt x="19986" y="5165"/>
                    <a:pt x="23546" y="8919"/>
                    <a:pt x="23534" y="14065"/>
                  </a:cubicBezTo>
                  <a:cubicBezTo>
                    <a:pt x="23534" y="15041"/>
                    <a:pt x="23406" y="16013"/>
                    <a:pt x="23153" y="16954"/>
                  </a:cubicBezTo>
                  <a:lnTo>
                    <a:pt x="27220" y="19311"/>
                  </a:lnTo>
                  <a:cubicBezTo>
                    <a:pt x="27899" y="17439"/>
                    <a:pt x="28274" y="15437"/>
                    <a:pt x="28274" y="13400"/>
                  </a:cubicBezTo>
                  <a:cubicBezTo>
                    <a:pt x="28292" y="5653"/>
                    <a:pt x="22943" y="0"/>
                    <a:pt x="16005" y="0"/>
                  </a:cubicBezTo>
                  <a:close/>
                </a:path>
              </a:pathLst>
            </a:custGeom>
            <a:solidFill>
              <a:srgbClr val="C8E2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352" name="CustomShape 54"/>
            <p:cNvSpPr/>
            <p:nvPr/>
          </p:nvSpPr>
          <p:spPr>
            <a:xfrm>
              <a:off x="5797440" y="771120"/>
              <a:ext cx="53640" cy="29880"/>
            </a:xfrm>
            <a:custGeom>
              <a:avLst/>
              <a:gdLst/>
              <a:ahLst/>
              <a:cxnLst/>
              <a:rect l="l" t="t" r="r" b="b"/>
              <a:pathLst>
                <a:path w="3548" h="1984">
                  <a:moveTo>
                    <a:pt x="1" y="1"/>
                  </a:moveTo>
                  <a:lnTo>
                    <a:pt x="1" y="1"/>
                  </a:lnTo>
                  <a:cubicBezTo>
                    <a:pt x="509" y="505"/>
                    <a:pt x="1087" y="935"/>
                    <a:pt x="1718" y="1276"/>
                  </a:cubicBezTo>
                  <a:lnTo>
                    <a:pt x="1" y="1"/>
                  </a:lnTo>
                  <a:close/>
                  <a:moveTo>
                    <a:pt x="3479" y="1969"/>
                  </a:moveTo>
                  <a:cubicBezTo>
                    <a:pt x="3482" y="1970"/>
                    <a:pt x="3485" y="1971"/>
                    <a:pt x="3488" y="1972"/>
                  </a:cubicBezTo>
                  <a:lnTo>
                    <a:pt x="3488" y="1972"/>
                  </a:lnTo>
                  <a:cubicBezTo>
                    <a:pt x="3485" y="1970"/>
                    <a:pt x="3482" y="1969"/>
                    <a:pt x="3479" y="1969"/>
                  </a:cubicBezTo>
                  <a:close/>
                  <a:moveTo>
                    <a:pt x="3488" y="1972"/>
                  </a:moveTo>
                  <a:cubicBezTo>
                    <a:pt x="3490" y="1973"/>
                    <a:pt x="3491" y="1974"/>
                    <a:pt x="3493" y="1976"/>
                  </a:cubicBezTo>
                  <a:cubicBezTo>
                    <a:pt x="3507" y="1981"/>
                    <a:pt x="3523" y="1983"/>
                    <a:pt x="3538" y="1983"/>
                  </a:cubicBezTo>
                  <a:cubicBezTo>
                    <a:pt x="3541" y="1983"/>
                    <a:pt x="3545" y="1983"/>
                    <a:pt x="3548" y="1983"/>
                  </a:cubicBezTo>
                  <a:cubicBezTo>
                    <a:pt x="3528" y="1982"/>
                    <a:pt x="3507" y="1977"/>
                    <a:pt x="3488" y="1972"/>
                  </a:cubicBezTo>
                  <a:close/>
                </a:path>
              </a:pathLst>
            </a:custGeom>
            <a:solidFill>
              <a:srgbClr val="C8E2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353" name="CustomShape 55"/>
            <p:cNvSpPr/>
            <p:nvPr/>
          </p:nvSpPr>
          <p:spPr>
            <a:xfrm>
              <a:off x="7114680" y="1629360"/>
              <a:ext cx="946080" cy="1936080"/>
            </a:xfrm>
            <a:custGeom>
              <a:avLst/>
              <a:gdLst/>
              <a:ahLst/>
              <a:cxnLst/>
              <a:rect l="l" t="t" r="r" b="b"/>
              <a:pathLst>
                <a:path w="62364" h="127582">
                  <a:moveTo>
                    <a:pt x="37701" y="0"/>
                  </a:moveTo>
                  <a:lnTo>
                    <a:pt x="37676" y="113"/>
                  </a:lnTo>
                  <a:lnTo>
                    <a:pt x="37676" y="56"/>
                  </a:lnTo>
                  <a:lnTo>
                    <a:pt x="37674" y="58"/>
                  </a:lnTo>
                  <a:lnTo>
                    <a:pt x="37674" y="55"/>
                  </a:lnTo>
                  <a:lnTo>
                    <a:pt x="35399" y="1227"/>
                  </a:lnTo>
                  <a:lnTo>
                    <a:pt x="33169" y="2374"/>
                  </a:lnTo>
                  <a:lnTo>
                    <a:pt x="33170" y="2380"/>
                  </a:lnTo>
                  <a:lnTo>
                    <a:pt x="1" y="127581"/>
                  </a:lnTo>
                  <a:lnTo>
                    <a:pt x="5880" y="124092"/>
                  </a:lnTo>
                  <a:lnTo>
                    <a:pt x="35179" y="9786"/>
                  </a:lnTo>
                  <a:lnTo>
                    <a:pt x="57818" y="93270"/>
                  </a:lnTo>
                  <a:lnTo>
                    <a:pt x="62363" y="91022"/>
                  </a:lnTo>
                  <a:lnTo>
                    <a:pt x="37701" y="0"/>
                  </a:lnTo>
                  <a:close/>
                </a:path>
              </a:pathLst>
            </a:custGeom>
            <a:solidFill>
              <a:srgbClr val="CB5488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354" name="CustomShape 56"/>
            <p:cNvSpPr/>
            <p:nvPr/>
          </p:nvSpPr>
          <p:spPr>
            <a:xfrm>
              <a:off x="5805360" y="1368000"/>
              <a:ext cx="334080" cy="393840"/>
            </a:xfrm>
            <a:custGeom>
              <a:avLst/>
              <a:gdLst/>
              <a:ahLst/>
              <a:cxnLst/>
              <a:rect l="l" t="t" r="r" b="b"/>
              <a:pathLst>
                <a:path w="22036" h="25972">
                  <a:moveTo>
                    <a:pt x="6347" y="1"/>
                  </a:moveTo>
                  <a:cubicBezTo>
                    <a:pt x="5192" y="1"/>
                    <a:pt x="4098" y="761"/>
                    <a:pt x="3779" y="1981"/>
                  </a:cubicBezTo>
                  <a:lnTo>
                    <a:pt x="303" y="15280"/>
                  </a:lnTo>
                  <a:cubicBezTo>
                    <a:pt x="0" y="16436"/>
                    <a:pt x="510" y="17651"/>
                    <a:pt x="1547" y="18246"/>
                  </a:cubicBezTo>
                  <a:lnTo>
                    <a:pt x="14375" y="25618"/>
                  </a:lnTo>
                  <a:cubicBezTo>
                    <a:pt x="14796" y="25860"/>
                    <a:pt x="15248" y="25972"/>
                    <a:pt x="15691" y="25972"/>
                  </a:cubicBezTo>
                  <a:cubicBezTo>
                    <a:pt x="16845" y="25972"/>
                    <a:pt x="17939" y="25212"/>
                    <a:pt x="18258" y="23991"/>
                  </a:cubicBezTo>
                  <a:lnTo>
                    <a:pt x="21735" y="10693"/>
                  </a:lnTo>
                  <a:cubicBezTo>
                    <a:pt x="22036" y="9537"/>
                    <a:pt x="21527" y="8321"/>
                    <a:pt x="20491" y="7726"/>
                  </a:cubicBezTo>
                  <a:lnTo>
                    <a:pt x="7662" y="354"/>
                  </a:lnTo>
                  <a:cubicBezTo>
                    <a:pt x="7242" y="113"/>
                    <a:pt x="6790" y="1"/>
                    <a:pt x="63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355" name="CustomShape 57"/>
            <p:cNvSpPr/>
            <p:nvPr/>
          </p:nvSpPr>
          <p:spPr>
            <a:xfrm>
              <a:off x="6165000" y="1574280"/>
              <a:ext cx="334080" cy="393840"/>
            </a:xfrm>
            <a:custGeom>
              <a:avLst/>
              <a:gdLst/>
              <a:ahLst/>
              <a:cxnLst/>
              <a:rect l="l" t="t" r="r" b="b"/>
              <a:pathLst>
                <a:path w="22038" h="25973">
                  <a:moveTo>
                    <a:pt x="6346" y="1"/>
                  </a:moveTo>
                  <a:cubicBezTo>
                    <a:pt x="5193" y="1"/>
                    <a:pt x="4099" y="761"/>
                    <a:pt x="3780" y="1982"/>
                  </a:cubicBezTo>
                  <a:lnTo>
                    <a:pt x="303" y="15280"/>
                  </a:lnTo>
                  <a:cubicBezTo>
                    <a:pt x="1" y="16436"/>
                    <a:pt x="511" y="17651"/>
                    <a:pt x="1547" y="18247"/>
                  </a:cubicBezTo>
                  <a:lnTo>
                    <a:pt x="14376" y="25619"/>
                  </a:lnTo>
                  <a:cubicBezTo>
                    <a:pt x="14796" y="25861"/>
                    <a:pt x="15248" y="25973"/>
                    <a:pt x="15691" y="25973"/>
                  </a:cubicBezTo>
                  <a:cubicBezTo>
                    <a:pt x="16845" y="25973"/>
                    <a:pt x="17939" y="25213"/>
                    <a:pt x="18258" y="23993"/>
                  </a:cubicBezTo>
                  <a:lnTo>
                    <a:pt x="21735" y="10693"/>
                  </a:lnTo>
                  <a:cubicBezTo>
                    <a:pt x="22038" y="9537"/>
                    <a:pt x="21528" y="8322"/>
                    <a:pt x="20491" y="7726"/>
                  </a:cubicBezTo>
                  <a:lnTo>
                    <a:pt x="7663" y="355"/>
                  </a:lnTo>
                  <a:cubicBezTo>
                    <a:pt x="7242" y="113"/>
                    <a:pt x="6790" y="1"/>
                    <a:pt x="63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356" name="CustomShape 58"/>
            <p:cNvSpPr/>
            <p:nvPr/>
          </p:nvSpPr>
          <p:spPr>
            <a:xfrm>
              <a:off x="6524280" y="1779840"/>
              <a:ext cx="334080" cy="393840"/>
            </a:xfrm>
            <a:custGeom>
              <a:avLst/>
              <a:gdLst/>
              <a:ahLst/>
              <a:cxnLst/>
              <a:rect l="l" t="t" r="r" b="b"/>
              <a:pathLst>
                <a:path w="22038" h="25973">
                  <a:moveTo>
                    <a:pt x="6347" y="0"/>
                  </a:moveTo>
                  <a:cubicBezTo>
                    <a:pt x="5193" y="0"/>
                    <a:pt x="4099" y="761"/>
                    <a:pt x="3780" y="1981"/>
                  </a:cubicBezTo>
                  <a:lnTo>
                    <a:pt x="303" y="15280"/>
                  </a:lnTo>
                  <a:cubicBezTo>
                    <a:pt x="0" y="16436"/>
                    <a:pt x="510" y="17651"/>
                    <a:pt x="1547" y="18247"/>
                  </a:cubicBezTo>
                  <a:lnTo>
                    <a:pt x="14375" y="25618"/>
                  </a:lnTo>
                  <a:cubicBezTo>
                    <a:pt x="14796" y="25860"/>
                    <a:pt x="15248" y="25973"/>
                    <a:pt x="15692" y="25973"/>
                  </a:cubicBezTo>
                  <a:cubicBezTo>
                    <a:pt x="16846" y="25973"/>
                    <a:pt x="17940" y="25212"/>
                    <a:pt x="18258" y="23991"/>
                  </a:cubicBezTo>
                  <a:lnTo>
                    <a:pt x="21735" y="10693"/>
                  </a:lnTo>
                  <a:cubicBezTo>
                    <a:pt x="22037" y="9537"/>
                    <a:pt x="21527" y="8321"/>
                    <a:pt x="20491" y="7726"/>
                  </a:cubicBezTo>
                  <a:lnTo>
                    <a:pt x="7662" y="354"/>
                  </a:lnTo>
                  <a:cubicBezTo>
                    <a:pt x="7242" y="113"/>
                    <a:pt x="6790" y="0"/>
                    <a:pt x="63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357" name="CustomShape 59"/>
            <p:cNvSpPr/>
            <p:nvPr/>
          </p:nvSpPr>
          <p:spPr>
            <a:xfrm>
              <a:off x="5333760" y="1560960"/>
              <a:ext cx="334080" cy="393840"/>
            </a:xfrm>
            <a:custGeom>
              <a:avLst/>
              <a:gdLst/>
              <a:ahLst/>
              <a:cxnLst/>
              <a:rect l="l" t="t" r="r" b="b"/>
              <a:pathLst>
                <a:path w="22037" h="25973">
                  <a:moveTo>
                    <a:pt x="6346" y="1"/>
                  </a:moveTo>
                  <a:cubicBezTo>
                    <a:pt x="5192" y="1"/>
                    <a:pt x="4097" y="761"/>
                    <a:pt x="3779" y="1981"/>
                  </a:cubicBezTo>
                  <a:lnTo>
                    <a:pt x="302" y="15280"/>
                  </a:lnTo>
                  <a:cubicBezTo>
                    <a:pt x="0" y="16436"/>
                    <a:pt x="510" y="17651"/>
                    <a:pt x="1546" y="18246"/>
                  </a:cubicBezTo>
                  <a:lnTo>
                    <a:pt x="14375" y="25618"/>
                  </a:lnTo>
                  <a:cubicBezTo>
                    <a:pt x="14796" y="25860"/>
                    <a:pt x="15248" y="25973"/>
                    <a:pt x="15691" y="25973"/>
                  </a:cubicBezTo>
                  <a:cubicBezTo>
                    <a:pt x="16845" y="25973"/>
                    <a:pt x="17938" y="25212"/>
                    <a:pt x="18258" y="23992"/>
                  </a:cubicBezTo>
                  <a:lnTo>
                    <a:pt x="21734" y="10692"/>
                  </a:lnTo>
                  <a:cubicBezTo>
                    <a:pt x="22037" y="9536"/>
                    <a:pt x="21527" y="8321"/>
                    <a:pt x="20491" y="7727"/>
                  </a:cubicBezTo>
                  <a:lnTo>
                    <a:pt x="7662" y="354"/>
                  </a:lnTo>
                  <a:cubicBezTo>
                    <a:pt x="7242" y="113"/>
                    <a:pt x="6790" y="1"/>
                    <a:pt x="63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358" name="CustomShape 60"/>
            <p:cNvSpPr/>
            <p:nvPr/>
          </p:nvSpPr>
          <p:spPr>
            <a:xfrm>
              <a:off x="5693040" y="1767960"/>
              <a:ext cx="334080" cy="393840"/>
            </a:xfrm>
            <a:custGeom>
              <a:avLst/>
              <a:gdLst/>
              <a:ahLst/>
              <a:cxnLst/>
              <a:rect l="l" t="t" r="r" b="b"/>
              <a:pathLst>
                <a:path w="22037" h="25973">
                  <a:moveTo>
                    <a:pt x="6345" y="1"/>
                  </a:moveTo>
                  <a:cubicBezTo>
                    <a:pt x="5192" y="1"/>
                    <a:pt x="4098" y="761"/>
                    <a:pt x="3779" y="1982"/>
                  </a:cubicBezTo>
                  <a:lnTo>
                    <a:pt x="303" y="15280"/>
                  </a:lnTo>
                  <a:cubicBezTo>
                    <a:pt x="0" y="16436"/>
                    <a:pt x="510" y="17653"/>
                    <a:pt x="1546" y="18247"/>
                  </a:cubicBezTo>
                  <a:lnTo>
                    <a:pt x="14375" y="25620"/>
                  </a:lnTo>
                  <a:cubicBezTo>
                    <a:pt x="14795" y="25861"/>
                    <a:pt x="15247" y="25973"/>
                    <a:pt x="15691" y="25973"/>
                  </a:cubicBezTo>
                  <a:cubicBezTo>
                    <a:pt x="16844" y="25973"/>
                    <a:pt x="17938" y="25213"/>
                    <a:pt x="18258" y="23993"/>
                  </a:cubicBezTo>
                  <a:lnTo>
                    <a:pt x="21735" y="10693"/>
                  </a:lnTo>
                  <a:cubicBezTo>
                    <a:pt x="22037" y="9537"/>
                    <a:pt x="21527" y="8322"/>
                    <a:pt x="20491" y="7728"/>
                  </a:cubicBezTo>
                  <a:lnTo>
                    <a:pt x="7662" y="355"/>
                  </a:lnTo>
                  <a:cubicBezTo>
                    <a:pt x="7241" y="113"/>
                    <a:pt x="6789" y="1"/>
                    <a:pt x="634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359" name="CustomShape 61"/>
            <p:cNvSpPr/>
            <p:nvPr/>
          </p:nvSpPr>
          <p:spPr>
            <a:xfrm>
              <a:off x="6052320" y="1974240"/>
              <a:ext cx="334080" cy="393840"/>
            </a:xfrm>
            <a:custGeom>
              <a:avLst/>
              <a:gdLst/>
              <a:ahLst/>
              <a:cxnLst/>
              <a:rect l="l" t="t" r="r" b="b"/>
              <a:pathLst>
                <a:path w="22038" h="25974">
                  <a:moveTo>
                    <a:pt x="6347" y="0"/>
                  </a:moveTo>
                  <a:cubicBezTo>
                    <a:pt x="5193" y="0"/>
                    <a:pt x="4099" y="761"/>
                    <a:pt x="3780" y="1981"/>
                  </a:cubicBezTo>
                  <a:lnTo>
                    <a:pt x="303" y="15280"/>
                  </a:lnTo>
                  <a:cubicBezTo>
                    <a:pt x="1" y="16436"/>
                    <a:pt x="510" y="17651"/>
                    <a:pt x="1547" y="18247"/>
                  </a:cubicBezTo>
                  <a:lnTo>
                    <a:pt x="14376" y="25620"/>
                  </a:lnTo>
                  <a:cubicBezTo>
                    <a:pt x="14796" y="25861"/>
                    <a:pt x="15248" y="25973"/>
                    <a:pt x="15691" y="25973"/>
                  </a:cubicBezTo>
                  <a:cubicBezTo>
                    <a:pt x="16845" y="25973"/>
                    <a:pt x="17940" y="25213"/>
                    <a:pt x="18258" y="23991"/>
                  </a:cubicBezTo>
                  <a:lnTo>
                    <a:pt x="21735" y="10693"/>
                  </a:lnTo>
                  <a:cubicBezTo>
                    <a:pt x="22037" y="9537"/>
                    <a:pt x="21528" y="8322"/>
                    <a:pt x="20491" y="7726"/>
                  </a:cubicBezTo>
                  <a:lnTo>
                    <a:pt x="7663" y="354"/>
                  </a:lnTo>
                  <a:cubicBezTo>
                    <a:pt x="7242" y="113"/>
                    <a:pt x="6790" y="0"/>
                    <a:pt x="63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360" name="CustomShape 62"/>
            <p:cNvSpPr/>
            <p:nvPr/>
          </p:nvSpPr>
          <p:spPr>
            <a:xfrm>
              <a:off x="6411960" y="2179800"/>
              <a:ext cx="334080" cy="393840"/>
            </a:xfrm>
            <a:custGeom>
              <a:avLst/>
              <a:gdLst/>
              <a:ahLst/>
              <a:cxnLst/>
              <a:rect l="l" t="t" r="r" b="b"/>
              <a:pathLst>
                <a:path w="22037" h="25974">
                  <a:moveTo>
                    <a:pt x="6346" y="1"/>
                  </a:moveTo>
                  <a:cubicBezTo>
                    <a:pt x="5192" y="1"/>
                    <a:pt x="4099" y="761"/>
                    <a:pt x="3779" y="1982"/>
                  </a:cubicBezTo>
                  <a:lnTo>
                    <a:pt x="303" y="15280"/>
                  </a:lnTo>
                  <a:cubicBezTo>
                    <a:pt x="0" y="16436"/>
                    <a:pt x="510" y="17651"/>
                    <a:pt x="1547" y="18247"/>
                  </a:cubicBezTo>
                  <a:lnTo>
                    <a:pt x="14375" y="25619"/>
                  </a:lnTo>
                  <a:cubicBezTo>
                    <a:pt x="14796" y="25861"/>
                    <a:pt x="15248" y="25974"/>
                    <a:pt x="15692" y="25974"/>
                  </a:cubicBezTo>
                  <a:cubicBezTo>
                    <a:pt x="16846" y="25974"/>
                    <a:pt x="17940" y="25213"/>
                    <a:pt x="18258" y="23993"/>
                  </a:cubicBezTo>
                  <a:lnTo>
                    <a:pt x="21735" y="10693"/>
                  </a:lnTo>
                  <a:cubicBezTo>
                    <a:pt x="22037" y="9537"/>
                    <a:pt x="21527" y="8322"/>
                    <a:pt x="20492" y="7728"/>
                  </a:cubicBezTo>
                  <a:lnTo>
                    <a:pt x="7662" y="355"/>
                  </a:lnTo>
                  <a:cubicBezTo>
                    <a:pt x="7241" y="113"/>
                    <a:pt x="6789" y="1"/>
                    <a:pt x="63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361" name="CustomShape 63"/>
            <p:cNvSpPr/>
            <p:nvPr/>
          </p:nvSpPr>
          <p:spPr>
            <a:xfrm>
              <a:off x="5208840" y="1967040"/>
              <a:ext cx="334080" cy="393840"/>
            </a:xfrm>
            <a:custGeom>
              <a:avLst/>
              <a:gdLst/>
              <a:ahLst/>
              <a:cxnLst/>
              <a:rect l="l" t="t" r="r" b="b"/>
              <a:pathLst>
                <a:path w="22036" h="25973">
                  <a:moveTo>
                    <a:pt x="6347" y="1"/>
                  </a:moveTo>
                  <a:cubicBezTo>
                    <a:pt x="5192" y="1"/>
                    <a:pt x="4098" y="761"/>
                    <a:pt x="3780" y="1981"/>
                  </a:cubicBezTo>
                  <a:lnTo>
                    <a:pt x="303" y="15280"/>
                  </a:lnTo>
                  <a:cubicBezTo>
                    <a:pt x="1" y="16436"/>
                    <a:pt x="510" y="17651"/>
                    <a:pt x="1545" y="18246"/>
                  </a:cubicBezTo>
                  <a:lnTo>
                    <a:pt x="14375" y="25618"/>
                  </a:lnTo>
                  <a:cubicBezTo>
                    <a:pt x="14796" y="25860"/>
                    <a:pt x="15248" y="25973"/>
                    <a:pt x="15692" y="25973"/>
                  </a:cubicBezTo>
                  <a:cubicBezTo>
                    <a:pt x="16845" y="25973"/>
                    <a:pt x="17939" y="25212"/>
                    <a:pt x="18258" y="23992"/>
                  </a:cubicBezTo>
                  <a:lnTo>
                    <a:pt x="21735" y="10692"/>
                  </a:lnTo>
                  <a:cubicBezTo>
                    <a:pt x="22036" y="9536"/>
                    <a:pt x="21527" y="8321"/>
                    <a:pt x="20491" y="7725"/>
                  </a:cubicBezTo>
                  <a:lnTo>
                    <a:pt x="7662" y="354"/>
                  </a:lnTo>
                  <a:cubicBezTo>
                    <a:pt x="7242" y="113"/>
                    <a:pt x="6790" y="1"/>
                    <a:pt x="63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362" name="CustomShape 64"/>
            <p:cNvSpPr/>
            <p:nvPr/>
          </p:nvSpPr>
          <p:spPr>
            <a:xfrm>
              <a:off x="5568120" y="2174400"/>
              <a:ext cx="334080" cy="393840"/>
            </a:xfrm>
            <a:custGeom>
              <a:avLst/>
              <a:gdLst/>
              <a:ahLst/>
              <a:cxnLst/>
              <a:rect l="l" t="t" r="r" b="b"/>
              <a:pathLst>
                <a:path w="22036" h="25974">
                  <a:moveTo>
                    <a:pt x="6346" y="1"/>
                  </a:moveTo>
                  <a:cubicBezTo>
                    <a:pt x="5192" y="1"/>
                    <a:pt x="4098" y="761"/>
                    <a:pt x="3780" y="1982"/>
                  </a:cubicBezTo>
                  <a:lnTo>
                    <a:pt x="303" y="15280"/>
                  </a:lnTo>
                  <a:cubicBezTo>
                    <a:pt x="1" y="16436"/>
                    <a:pt x="510" y="17651"/>
                    <a:pt x="1545" y="18247"/>
                  </a:cubicBezTo>
                  <a:lnTo>
                    <a:pt x="14375" y="25620"/>
                  </a:lnTo>
                  <a:cubicBezTo>
                    <a:pt x="14796" y="25861"/>
                    <a:pt x="15248" y="25973"/>
                    <a:pt x="15691" y="25973"/>
                  </a:cubicBezTo>
                  <a:cubicBezTo>
                    <a:pt x="16845" y="25973"/>
                    <a:pt x="17939" y="25213"/>
                    <a:pt x="18258" y="23993"/>
                  </a:cubicBezTo>
                  <a:lnTo>
                    <a:pt x="21735" y="10693"/>
                  </a:lnTo>
                  <a:cubicBezTo>
                    <a:pt x="22036" y="9537"/>
                    <a:pt x="21528" y="8322"/>
                    <a:pt x="20491" y="7728"/>
                  </a:cubicBezTo>
                  <a:lnTo>
                    <a:pt x="7662" y="355"/>
                  </a:lnTo>
                  <a:cubicBezTo>
                    <a:pt x="7242" y="113"/>
                    <a:pt x="6789" y="1"/>
                    <a:pt x="63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363" name="CustomShape 65"/>
            <p:cNvSpPr/>
            <p:nvPr/>
          </p:nvSpPr>
          <p:spPr>
            <a:xfrm>
              <a:off x="5927400" y="2380680"/>
              <a:ext cx="334080" cy="393840"/>
            </a:xfrm>
            <a:custGeom>
              <a:avLst/>
              <a:gdLst/>
              <a:ahLst/>
              <a:cxnLst/>
              <a:rect l="l" t="t" r="r" b="b"/>
              <a:pathLst>
                <a:path w="22037" h="25974">
                  <a:moveTo>
                    <a:pt x="6346" y="1"/>
                  </a:moveTo>
                  <a:cubicBezTo>
                    <a:pt x="5192" y="1"/>
                    <a:pt x="4098" y="761"/>
                    <a:pt x="3779" y="1981"/>
                  </a:cubicBezTo>
                  <a:lnTo>
                    <a:pt x="303" y="15280"/>
                  </a:lnTo>
                  <a:cubicBezTo>
                    <a:pt x="0" y="16436"/>
                    <a:pt x="510" y="17651"/>
                    <a:pt x="1546" y="18247"/>
                  </a:cubicBezTo>
                  <a:lnTo>
                    <a:pt x="14375" y="25620"/>
                  </a:lnTo>
                  <a:cubicBezTo>
                    <a:pt x="14795" y="25861"/>
                    <a:pt x="15247" y="25973"/>
                    <a:pt x="15690" y="25973"/>
                  </a:cubicBezTo>
                  <a:cubicBezTo>
                    <a:pt x="16844" y="25973"/>
                    <a:pt x="17938" y="25213"/>
                    <a:pt x="18258" y="23991"/>
                  </a:cubicBezTo>
                  <a:lnTo>
                    <a:pt x="21734" y="10693"/>
                  </a:lnTo>
                  <a:cubicBezTo>
                    <a:pt x="22037" y="9537"/>
                    <a:pt x="21527" y="8322"/>
                    <a:pt x="20491" y="7726"/>
                  </a:cubicBezTo>
                  <a:lnTo>
                    <a:pt x="7662" y="354"/>
                  </a:lnTo>
                  <a:cubicBezTo>
                    <a:pt x="7242" y="113"/>
                    <a:pt x="6790" y="1"/>
                    <a:pt x="63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364" name="CustomShape 66"/>
            <p:cNvSpPr/>
            <p:nvPr/>
          </p:nvSpPr>
          <p:spPr>
            <a:xfrm>
              <a:off x="6287040" y="2586240"/>
              <a:ext cx="334080" cy="393840"/>
            </a:xfrm>
            <a:custGeom>
              <a:avLst/>
              <a:gdLst/>
              <a:ahLst/>
              <a:cxnLst/>
              <a:rect l="l" t="t" r="r" b="b"/>
              <a:pathLst>
                <a:path w="22036" h="25973">
                  <a:moveTo>
                    <a:pt x="6346" y="1"/>
                  </a:moveTo>
                  <a:cubicBezTo>
                    <a:pt x="5193" y="1"/>
                    <a:pt x="4099" y="760"/>
                    <a:pt x="3780" y="1981"/>
                  </a:cubicBezTo>
                  <a:lnTo>
                    <a:pt x="303" y="15280"/>
                  </a:lnTo>
                  <a:cubicBezTo>
                    <a:pt x="1" y="16436"/>
                    <a:pt x="510" y="17652"/>
                    <a:pt x="1547" y="18246"/>
                  </a:cubicBezTo>
                  <a:lnTo>
                    <a:pt x="14376" y="25619"/>
                  </a:lnTo>
                  <a:cubicBezTo>
                    <a:pt x="14796" y="25860"/>
                    <a:pt x="15248" y="25972"/>
                    <a:pt x="15692" y="25972"/>
                  </a:cubicBezTo>
                  <a:cubicBezTo>
                    <a:pt x="16845" y="25972"/>
                    <a:pt x="17939" y="25213"/>
                    <a:pt x="18258" y="23992"/>
                  </a:cubicBezTo>
                  <a:lnTo>
                    <a:pt x="21735" y="10692"/>
                  </a:lnTo>
                  <a:cubicBezTo>
                    <a:pt x="22036" y="9536"/>
                    <a:pt x="21528" y="8321"/>
                    <a:pt x="20491" y="7727"/>
                  </a:cubicBezTo>
                  <a:lnTo>
                    <a:pt x="7662" y="354"/>
                  </a:lnTo>
                  <a:cubicBezTo>
                    <a:pt x="7242" y="113"/>
                    <a:pt x="6790" y="1"/>
                    <a:pt x="63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365" name="CustomShape 67"/>
            <p:cNvSpPr/>
            <p:nvPr/>
          </p:nvSpPr>
          <p:spPr>
            <a:xfrm>
              <a:off x="5446440" y="1160640"/>
              <a:ext cx="334080" cy="393840"/>
            </a:xfrm>
            <a:custGeom>
              <a:avLst/>
              <a:gdLst/>
              <a:ahLst/>
              <a:cxnLst/>
              <a:rect l="l" t="t" r="r" b="b"/>
              <a:pathLst>
                <a:path w="22036" h="25973">
                  <a:moveTo>
                    <a:pt x="6346" y="0"/>
                  </a:moveTo>
                  <a:cubicBezTo>
                    <a:pt x="5192" y="0"/>
                    <a:pt x="4098" y="761"/>
                    <a:pt x="3779" y="1981"/>
                  </a:cubicBezTo>
                  <a:lnTo>
                    <a:pt x="303" y="15280"/>
                  </a:lnTo>
                  <a:cubicBezTo>
                    <a:pt x="0" y="16436"/>
                    <a:pt x="510" y="17651"/>
                    <a:pt x="1546" y="18247"/>
                  </a:cubicBezTo>
                  <a:lnTo>
                    <a:pt x="14375" y="25618"/>
                  </a:lnTo>
                  <a:cubicBezTo>
                    <a:pt x="14796" y="25860"/>
                    <a:pt x="15248" y="25972"/>
                    <a:pt x="15692" y="25972"/>
                  </a:cubicBezTo>
                  <a:cubicBezTo>
                    <a:pt x="16845" y="25972"/>
                    <a:pt x="17939" y="25212"/>
                    <a:pt x="18258" y="23991"/>
                  </a:cubicBezTo>
                  <a:lnTo>
                    <a:pt x="21735" y="10693"/>
                  </a:lnTo>
                  <a:cubicBezTo>
                    <a:pt x="22035" y="9537"/>
                    <a:pt x="21527" y="8322"/>
                    <a:pt x="20491" y="7726"/>
                  </a:cubicBezTo>
                  <a:lnTo>
                    <a:pt x="7662" y="354"/>
                  </a:lnTo>
                  <a:cubicBezTo>
                    <a:pt x="7242" y="113"/>
                    <a:pt x="6790" y="0"/>
                    <a:pt x="634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366" name="CustomShape 68"/>
            <p:cNvSpPr/>
            <p:nvPr/>
          </p:nvSpPr>
          <p:spPr>
            <a:xfrm>
              <a:off x="5562000" y="1261800"/>
              <a:ext cx="138240" cy="86760"/>
            </a:xfrm>
            <a:custGeom>
              <a:avLst/>
              <a:gdLst/>
              <a:ahLst/>
              <a:cxnLst/>
              <a:rect l="l" t="t" r="r" b="b"/>
              <a:pathLst>
                <a:path w="9133" h="5746">
                  <a:moveTo>
                    <a:pt x="1035" y="1"/>
                  </a:moveTo>
                  <a:cubicBezTo>
                    <a:pt x="625" y="1"/>
                    <a:pt x="235" y="271"/>
                    <a:pt x="122" y="706"/>
                  </a:cubicBezTo>
                  <a:lnTo>
                    <a:pt x="109" y="683"/>
                  </a:lnTo>
                  <a:lnTo>
                    <a:pt x="109" y="683"/>
                  </a:lnTo>
                  <a:cubicBezTo>
                    <a:pt x="1" y="1094"/>
                    <a:pt x="182" y="1528"/>
                    <a:pt x="551" y="1739"/>
                  </a:cubicBezTo>
                  <a:lnTo>
                    <a:pt x="7628" y="5619"/>
                  </a:lnTo>
                  <a:cubicBezTo>
                    <a:pt x="7778" y="5705"/>
                    <a:pt x="7940" y="5745"/>
                    <a:pt x="8098" y="5745"/>
                  </a:cubicBezTo>
                  <a:cubicBezTo>
                    <a:pt x="8509" y="5745"/>
                    <a:pt x="8898" y="5475"/>
                    <a:pt x="9012" y="5040"/>
                  </a:cubicBezTo>
                  <a:lnTo>
                    <a:pt x="9025" y="5064"/>
                  </a:lnTo>
                  <a:cubicBezTo>
                    <a:pt x="9133" y="4652"/>
                    <a:pt x="8951" y="4218"/>
                    <a:pt x="8583" y="4007"/>
                  </a:cubicBezTo>
                  <a:lnTo>
                    <a:pt x="1504" y="127"/>
                  </a:lnTo>
                  <a:cubicBezTo>
                    <a:pt x="1354" y="41"/>
                    <a:pt x="1193" y="1"/>
                    <a:pt x="1035" y="1"/>
                  </a:cubicBezTo>
                  <a:close/>
                </a:path>
              </a:pathLst>
            </a:custGeom>
            <a:solidFill>
              <a:srgbClr val="324788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367" name="CustomShape 69"/>
            <p:cNvSpPr/>
            <p:nvPr/>
          </p:nvSpPr>
          <p:spPr>
            <a:xfrm>
              <a:off x="5540040" y="1325160"/>
              <a:ext cx="138240" cy="86760"/>
            </a:xfrm>
            <a:custGeom>
              <a:avLst/>
              <a:gdLst/>
              <a:ahLst/>
              <a:cxnLst/>
              <a:rect l="l" t="t" r="r" b="b"/>
              <a:pathLst>
                <a:path w="9133" h="5746">
                  <a:moveTo>
                    <a:pt x="1036" y="1"/>
                  </a:moveTo>
                  <a:cubicBezTo>
                    <a:pt x="625" y="1"/>
                    <a:pt x="235" y="272"/>
                    <a:pt x="121" y="707"/>
                  </a:cubicBezTo>
                  <a:lnTo>
                    <a:pt x="109" y="682"/>
                  </a:lnTo>
                  <a:lnTo>
                    <a:pt x="109" y="682"/>
                  </a:lnTo>
                  <a:cubicBezTo>
                    <a:pt x="1" y="1094"/>
                    <a:pt x="182" y="1527"/>
                    <a:pt x="552" y="1739"/>
                  </a:cubicBezTo>
                  <a:lnTo>
                    <a:pt x="7629" y="5619"/>
                  </a:lnTo>
                  <a:cubicBezTo>
                    <a:pt x="7779" y="5705"/>
                    <a:pt x="7940" y="5746"/>
                    <a:pt x="8098" y="5746"/>
                  </a:cubicBezTo>
                  <a:cubicBezTo>
                    <a:pt x="8509" y="5746"/>
                    <a:pt x="8898" y="5475"/>
                    <a:pt x="9011" y="5040"/>
                  </a:cubicBezTo>
                  <a:lnTo>
                    <a:pt x="9026" y="5063"/>
                  </a:lnTo>
                  <a:cubicBezTo>
                    <a:pt x="9132" y="4651"/>
                    <a:pt x="8951" y="4218"/>
                    <a:pt x="8582" y="4007"/>
                  </a:cubicBezTo>
                  <a:lnTo>
                    <a:pt x="1505" y="127"/>
                  </a:lnTo>
                  <a:cubicBezTo>
                    <a:pt x="1355" y="41"/>
                    <a:pt x="1194" y="1"/>
                    <a:pt x="1036" y="1"/>
                  </a:cubicBezTo>
                  <a:close/>
                </a:path>
              </a:pathLst>
            </a:custGeom>
            <a:solidFill>
              <a:srgbClr val="324788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368" name="CustomShape 70"/>
            <p:cNvSpPr/>
            <p:nvPr/>
          </p:nvSpPr>
          <p:spPr>
            <a:xfrm>
              <a:off x="5541840" y="1402560"/>
              <a:ext cx="83520" cy="56880"/>
            </a:xfrm>
            <a:custGeom>
              <a:avLst/>
              <a:gdLst/>
              <a:ahLst/>
              <a:cxnLst/>
              <a:rect l="l" t="t" r="r" b="b"/>
              <a:pathLst>
                <a:path w="5519" h="3782">
                  <a:moveTo>
                    <a:pt x="1035" y="0"/>
                  </a:moveTo>
                  <a:cubicBezTo>
                    <a:pt x="625" y="0"/>
                    <a:pt x="235" y="271"/>
                    <a:pt x="122" y="705"/>
                  </a:cubicBezTo>
                  <a:lnTo>
                    <a:pt x="109" y="682"/>
                  </a:lnTo>
                  <a:lnTo>
                    <a:pt x="109" y="682"/>
                  </a:lnTo>
                  <a:cubicBezTo>
                    <a:pt x="1" y="1094"/>
                    <a:pt x="182" y="1527"/>
                    <a:pt x="551" y="1739"/>
                  </a:cubicBezTo>
                  <a:lnTo>
                    <a:pt x="4016" y="3655"/>
                  </a:lnTo>
                  <a:cubicBezTo>
                    <a:pt x="4165" y="3741"/>
                    <a:pt x="4327" y="3781"/>
                    <a:pt x="4484" y="3781"/>
                  </a:cubicBezTo>
                  <a:cubicBezTo>
                    <a:pt x="4895" y="3781"/>
                    <a:pt x="5285" y="3511"/>
                    <a:pt x="5398" y="3076"/>
                  </a:cubicBezTo>
                  <a:lnTo>
                    <a:pt x="5411" y="3099"/>
                  </a:lnTo>
                  <a:cubicBezTo>
                    <a:pt x="5519" y="2688"/>
                    <a:pt x="5337" y="2254"/>
                    <a:pt x="4969" y="2043"/>
                  </a:cubicBezTo>
                  <a:lnTo>
                    <a:pt x="1504" y="126"/>
                  </a:lnTo>
                  <a:cubicBezTo>
                    <a:pt x="1354" y="40"/>
                    <a:pt x="1193" y="0"/>
                    <a:pt x="1035" y="0"/>
                  </a:cubicBezTo>
                  <a:close/>
                </a:path>
              </a:pathLst>
            </a:custGeom>
            <a:solidFill>
              <a:srgbClr val="324788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369" name="CustomShape 71"/>
            <p:cNvSpPr/>
            <p:nvPr/>
          </p:nvSpPr>
          <p:spPr>
            <a:xfrm>
              <a:off x="5810400" y="1860840"/>
              <a:ext cx="138240" cy="86760"/>
            </a:xfrm>
            <a:custGeom>
              <a:avLst/>
              <a:gdLst/>
              <a:ahLst/>
              <a:cxnLst/>
              <a:rect l="l" t="t" r="r" b="b"/>
              <a:pathLst>
                <a:path w="9133" h="5746">
                  <a:moveTo>
                    <a:pt x="1035" y="1"/>
                  </a:moveTo>
                  <a:cubicBezTo>
                    <a:pt x="624" y="1"/>
                    <a:pt x="235" y="272"/>
                    <a:pt x="122" y="706"/>
                  </a:cubicBezTo>
                  <a:lnTo>
                    <a:pt x="109" y="683"/>
                  </a:lnTo>
                  <a:lnTo>
                    <a:pt x="109" y="683"/>
                  </a:lnTo>
                  <a:cubicBezTo>
                    <a:pt x="1" y="1095"/>
                    <a:pt x="182" y="1527"/>
                    <a:pt x="551" y="1740"/>
                  </a:cubicBezTo>
                  <a:lnTo>
                    <a:pt x="7629" y="5620"/>
                  </a:lnTo>
                  <a:cubicBezTo>
                    <a:pt x="7779" y="5705"/>
                    <a:pt x="7939" y="5745"/>
                    <a:pt x="8097" y="5745"/>
                  </a:cubicBezTo>
                  <a:cubicBezTo>
                    <a:pt x="8508" y="5745"/>
                    <a:pt x="8898" y="5474"/>
                    <a:pt x="9011" y="5039"/>
                  </a:cubicBezTo>
                  <a:lnTo>
                    <a:pt x="9024" y="5064"/>
                  </a:lnTo>
                  <a:cubicBezTo>
                    <a:pt x="9132" y="4651"/>
                    <a:pt x="8951" y="4219"/>
                    <a:pt x="8582" y="4007"/>
                  </a:cubicBezTo>
                  <a:lnTo>
                    <a:pt x="1505" y="127"/>
                  </a:lnTo>
                  <a:cubicBezTo>
                    <a:pt x="1355" y="41"/>
                    <a:pt x="1194" y="1"/>
                    <a:pt x="1035" y="1"/>
                  </a:cubicBezTo>
                  <a:close/>
                </a:path>
              </a:pathLst>
            </a:custGeom>
            <a:solidFill>
              <a:srgbClr val="324788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370" name="CustomShape 72"/>
            <p:cNvSpPr/>
            <p:nvPr/>
          </p:nvSpPr>
          <p:spPr>
            <a:xfrm>
              <a:off x="5788800" y="1924200"/>
              <a:ext cx="138240" cy="86760"/>
            </a:xfrm>
            <a:custGeom>
              <a:avLst/>
              <a:gdLst/>
              <a:ahLst/>
              <a:cxnLst/>
              <a:rect l="l" t="t" r="r" b="b"/>
              <a:pathLst>
                <a:path w="9133" h="5745">
                  <a:moveTo>
                    <a:pt x="1035" y="0"/>
                  </a:moveTo>
                  <a:cubicBezTo>
                    <a:pt x="624" y="0"/>
                    <a:pt x="235" y="271"/>
                    <a:pt x="122" y="706"/>
                  </a:cubicBezTo>
                  <a:lnTo>
                    <a:pt x="109" y="683"/>
                  </a:lnTo>
                  <a:lnTo>
                    <a:pt x="109" y="683"/>
                  </a:lnTo>
                  <a:cubicBezTo>
                    <a:pt x="1" y="1094"/>
                    <a:pt x="182" y="1528"/>
                    <a:pt x="551" y="1739"/>
                  </a:cubicBezTo>
                  <a:lnTo>
                    <a:pt x="7629" y="5619"/>
                  </a:lnTo>
                  <a:cubicBezTo>
                    <a:pt x="7779" y="5705"/>
                    <a:pt x="7939" y="5745"/>
                    <a:pt x="8097" y="5745"/>
                  </a:cubicBezTo>
                  <a:cubicBezTo>
                    <a:pt x="8508" y="5745"/>
                    <a:pt x="8898" y="5474"/>
                    <a:pt x="9011" y="5039"/>
                  </a:cubicBezTo>
                  <a:lnTo>
                    <a:pt x="9024" y="5064"/>
                  </a:lnTo>
                  <a:cubicBezTo>
                    <a:pt x="9132" y="4652"/>
                    <a:pt x="8951" y="4219"/>
                    <a:pt x="8582" y="4007"/>
                  </a:cubicBezTo>
                  <a:lnTo>
                    <a:pt x="1504" y="127"/>
                  </a:lnTo>
                  <a:cubicBezTo>
                    <a:pt x="1354" y="41"/>
                    <a:pt x="1193" y="0"/>
                    <a:pt x="1035" y="0"/>
                  </a:cubicBezTo>
                  <a:close/>
                </a:path>
              </a:pathLst>
            </a:custGeom>
            <a:solidFill>
              <a:srgbClr val="324788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371" name="CustomShape 73"/>
            <p:cNvSpPr/>
            <p:nvPr/>
          </p:nvSpPr>
          <p:spPr>
            <a:xfrm>
              <a:off x="5790600" y="2001600"/>
              <a:ext cx="83520" cy="56880"/>
            </a:xfrm>
            <a:custGeom>
              <a:avLst/>
              <a:gdLst/>
              <a:ahLst/>
              <a:cxnLst/>
              <a:rect l="l" t="t" r="r" b="b"/>
              <a:pathLst>
                <a:path w="5519" h="3783">
                  <a:moveTo>
                    <a:pt x="1036" y="1"/>
                  </a:moveTo>
                  <a:cubicBezTo>
                    <a:pt x="625" y="1"/>
                    <a:pt x="235" y="272"/>
                    <a:pt x="121" y="707"/>
                  </a:cubicBezTo>
                  <a:lnTo>
                    <a:pt x="107" y="684"/>
                  </a:lnTo>
                  <a:lnTo>
                    <a:pt x="107" y="684"/>
                  </a:lnTo>
                  <a:cubicBezTo>
                    <a:pt x="0" y="1095"/>
                    <a:pt x="182" y="1527"/>
                    <a:pt x="550" y="1740"/>
                  </a:cubicBezTo>
                  <a:lnTo>
                    <a:pt x="4016" y="3656"/>
                  </a:lnTo>
                  <a:cubicBezTo>
                    <a:pt x="4165" y="3742"/>
                    <a:pt x="4326" y="3782"/>
                    <a:pt x="4483" y="3782"/>
                  </a:cubicBezTo>
                  <a:cubicBezTo>
                    <a:pt x="4894" y="3782"/>
                    <a:pt x="5284" y="3511"/>
                    <a:pt x="5398" y="3076"/>
                  </a:cubicBezTo>
                  <a:lnTo>
                    <a:pt x="5411" y="3101"/>
                  </a:lnTo>
                  <a:cubicBezTo>
                    <a:pt x="5519" y="2688"/>
                    <a:pt x="5337" y="2256"/>
                    <a:pt x="4969" y="2044"/>
                  </a:cubicBezTo>
                  <a:lnTo>
                    <a:pt x="1503" y="126"/>
                  </a:lnTo>
                  <a:cubicBezTo>
                    <a:pt x="1354" y="41"/>
                    <a:pt x="1193" y="1"/>
                    <a:pt x="1036" y="1"/>
                  </a:cubicBezTo>
                  <a:close/>
                </a:path>
              </a:pathLst>
            </a:custGeom>
            <a:solidFill>
              <a:srgbClr val="324788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372" name="CustomShape 74"/>
            <p:cNvSpPr/>
            <p:nvPr/>
          </p:nvSpPr>
          <p:spPr>
            <a:xfrm>
              <a:off x="6533640" y="2278800"/>
              <a:ext cx="138240" cy="86760"/>
            </a:xfrm>
            <a:custGeom>
              <a:avLst/>
              <a:gdLst/>
              <a:ahLst/>
              <a:cxnLst/>
              <a:rect l="l" t="t" r="r" b="b"/>
              <a:pathLst>
                <a:path w="9132" h="5745">
                  <a:moveTo>
                    <a:pt x="1036" y="0"/>
                  </a:moveTo>
                  <a:cubicBezTo>
                    <a:pt x="625" y="0"/>
                    <a:pt x="234" y="271"/>
                    <a:pt x="121" y="706"/>
                  </a:cubicBezTo>
                  <a:lnTo>
                    <a:pt x="108" y="683"/>
                  </a:lnTo>
                  <a:lnTo>
                    <a:pt x="108" y="683"/>
                  </a:lnTo>
                  <a:cubicBezTo>
                    <a:pt x="0" y="1095"/>
                    <a:pt x="181" y="1527"/>
                    <a:pt x="551" y="1738"/>
                  </a:cubicBezTo>
                  <a:lnTo>
                    <a:pt x="7629" y="5618"/>
                  </a:lnTo>
                  <a:cubicBezTo>
                    <a:pt x="7778" y="5704"/>
                    <a:pt x="7940" y="5745"/>
                    <a:pt x="8098" y="5745"/>
                  </a:cubicBezTo>
                  <a:cubicBezTo>
                    <a:pt x="8508" y="5745"/>
                    <a:pt x="8897" y="5474"/>
                    <a:pt x="9011" y="5039"/>
                  </a:cubicBezTo>
                  <a:lnTo>
                    <a:pt x="9025" y="5062"/>
                  </a:lnTo>
                  <a:cubicBezTo>
                    <a:pt x="9132" y="4651"/>
                    <a:pt x="8950" y="4219"/>
                    <a:pt x="8582" y="4006"/>
                  </a:cubicBezTo>
                  <a:lnTo>
                    <a:pt x="1505" y="126"/>
                  </a:lnTo>
                  <a:cubicBezTo>
                    <a:pt x="1355" y="40"/>
                    <a:pt x="1194" y="0"/>
                    <a:pt x="1036" y="0"/>
                  </a:cubicBezTo>
                  <a:close/>
                </a:path>
              </a:pathLst>
            </a:custGeom>
            <a:solidFill>
              <a:srgbClr val="324788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373" name="CustomShape 75"/>
            <p:cNvSpPr/>
            <p:nvPr/>
          </p:nvSpPr>
          <p:spPr>
            <a:xfrm>
              <a:off x="6512040" y="2342160"/>
              <a:ext cx="138240" cy="86760"/>
            </a:xfrm>
            <a:custGeom>
              <a:avLst/>
              <a:gdLst/>
              <a:ahLst/>
              <a:cxnLst/>
              <a:rect l="l" t="t" r="r" b="b"/>
              <a:pathLst>
                <a:path w="9132" h="5746">
                  <a:moveTo>
                    <a:pt x="1035" y="1"/>
                  </a:moveTo>
                  <a:cubicBezTo>
                    <a:pt x="624" y="1"/>
                    <a:pt x="234" y="272"/>
                    <a:pt x="120" y="707"/>
                  </a:cubicBezTo>
                  <a:lnTo>
                    <a:pt x="107" y="684"/>
                  </a:lnTo>
                  <a:lnTo>
                    <a:pt x="107" y="684"/>
                  </a:lnTo>
                  <a:cubicBezTo>
                    <a:pt x="0" y="1095"/>
                    <a:pt x="181" y="1527"/>
                    <a:pt x="550" y="1740"/>
                  </a:cubicBezTo>
                  <a:lnTo>
                    <a:pt x="7627" y="5620"/>
                  </a:lnTo>
                  <a:cubicBezTo>
                    <a:pt x="7777" y="5706"/>
                    <a:pt x="7938" y="5746"/>
                    <a:pt x="8096" y="5746"/>
                  </a:cubicBezTo>
                  <a:cubicBezTo>
                    <a:pt x="8507" y="5746"/>
                    <a:pt x="8896" y="5475"/>
                    <a:pt x="9011" y="5040"/>
                  </a:cubicBezTo>
                  <a:lnTo>
                    <a:pt x="9024" y="5063"/>
                  </a:lnTo>
                  <a:cubicBezTo>
                    <a:pt x="9132" y="4651"/>
                    <a:pt x="8950" y="4219"/>
                    <a:pt x="8580" y="4008"/>
                  </a:cubicBezTo>
                  <a:lnTo>
                    <a:pt x="1503" y="126"/>
                  </a:lnTo>
                  <a:cubicBezTo>
                    <a:pt x="1354" y="41"/>
                    <a:pt x="1193" y="1"/>
                    <a:pt x="1035" y="1"/>
                  </a:cubicBezTo>
                  <a:close/>
                </a:path>
              </a:pathLst>
            </a:custGeom>
            <a:solidFill>
              <a:srgbClr val="324788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374" name="CustomShape 76"/>
            <p:cNvSpPr/>
            <p:nvPr/>
          </p:nvSpPr>
          <p:spPr>
            <a:xfrm>
              <a:off x="6513840" y="2419560"/>
              <a:ext cx="83520" cy="56880"/>
            </a:xfrm>
            <a:custGeom>
              <a:avLst/>
              <a:gdLst/>
              <a:ahLst/>
              <a:cxnLst/>
              <a:rect l="l" t="t" r="r" b="b"/>
              <a:pathLst>
                <a:path w="5519" h="3782">
                  <a:moveTo>
                    <a:pt x="1037" y="1"/>
                  </a:moveTo>
                  <a:cubicBezTo>
                    <a:pt x="625" y="1"/>
                    <a:pt x="235" y="272"/>
                    <a:pt x="122" y="706"/>
                  </a:cubicBezTo>
                  <a:lnTo>
                    <a:pt x="109" y="682"/>
                  </a:lnTo>
                  <a:lnTo>
                    <a:pt x="109" y="682"/>
                  </a:lnTo>
                  <a:cubicBezTo>
                    <a:pt x="1" y="1094"/>
                    <a:pt x="182" y="1527"/>
                    <a:pt x="552" y="1739"/>
                  </a:cubicBezTo>
                  <a:lnTo>
                    <a:pt x="4016" y="3655"/>
                  </a:lnTo>
                  <a:cubicBezTo>
                    <a:pt x="4166" y="3741"/>
                    <a:pt x="4327" y="3781"/>
                    <a:pt x="4485" y="3781"/>
                  </a:cubicBezTo>
                  <a:cubicBezTo>
                    <a:pt x="4895" y="3781"/>
                    <a:pt x="5285" y="3511"/>
                    <a:pt x="5399" y="3076"/>
                  </a:cubicBezTo>
                  <a:lnTo>
                    <a:pt x="5412" y="3099"/>
                  </a:lnTo>
                  <a:cubicBezTo>
                    <a:pt x="5519" y="2687"/>
                    <a:pt x="5338" y="2255"/>
                    <a:pt x="4969" y="2042"/>
                  </a:cubicBezTo>
                  <a:lnTo>
                    <a:pt x="1505" y="126"/>
                  </a:lnTo>
                  <a:cubicBezTo>
                    <a:pt x="1356" y="40"/>
                    <a:pt x="1195" y="1"/>
                    <a:pt x="1037" y="1"/>
                  </a:cubicBezTo>
                  <a:close/>
                </a:path>
              </a:pathLst>
            </a:custGeom>
            <a:solidFill>
              <a:srgbClr val="324788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375" name="CustomShape 77"/>
            <p:cNvSpPr/>
            <p:nvPr/>
          </p:nvSpPr>
          <p:spPr>
            <a:xfrm>
              <a:off x="6048000" y="2471040"/>
              <a:ext cx="138240" cy="86760"/>
            </a:xfrm>
            <a:custGeom>
              <a:avLst/>
              <a:gdLst/>
              <a:ahLst/>
              <a:cxnLst/>
              <a:rect l="l" t="t" r="r" b="b"/>
              <a:pathLst>
                <a:path w="9132" h="5746">
                  <a:moveTo>
                    <a:pt x="1035" y="1"/>
                  </a:moveTo>
                  <a:cubicBezTo>
                    <a:pt x="625" y="1"/>
                    <a:pt x="234" y="272"/>
                    <a:pt x="121" y="707"/>
                  </a:cubicBezTo>
                  <a:lnTo>
                    <a:pt x="108" y="684"/>
                  </a:lnTo>
                  <a:lnTo>
                    <a:pt x="108" y="684"/>
                  </a:lnTo>
                  <a:cubicBezTo>
                    <a:pt x="0" y="1095"/>
                    <a:pt x="181" y="1527"/>
                    <a:pt x="550" y="1740"/>
                  </a:cubicBezTo>
                  <a:lnTo>
                    <a:pt x="7629" y="5619"/>
                  </a:lnTo>
                  <a:cubicBezTo>
                    <a:pt x="7778" y="5705"/>
                    <a:pt x="7940" y="5745"/>
                    <a:pt x="8098" y="5745"/>
                  </a:cubicBezTo>
                  <a:cubicBezTo>
                    <a:pt x="8508" y="5745"/>
                    <a:pt x="8897" y="5475"/>
                    <a:pt x="9011" y="5040"/>
                  </a:cubicBezTo>
                  <a:lnTo>
                    <a:pt x="9024" y="5063"/>
                  </a:lnTo>
                  <a:cubicBezTo>
                    <a:pt x="9132" y="4651"/>
                    <a:pt x="8950" y="4219"/>
                    <a:pt x="8582" y="4006"/>
                  </a:cubicBezTo>
                  <a:lnTo>
                    <a:pt x="1503" y="127"/>
                  </a:lnTo>
                  <a:cubicBezTo>
                    <a:pt x="1354" y="41"/>
                    <a:pt x="1193" y="1"/>
                    <a:pt x="1035" y="1"/>
                  </a:cubicBezTo>
                  <a:close/>
                </a:path>
              </a:pathLst>
            </a:custGeom>
            <a:solidFill>
              <a:srgbClr val="324788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376" name="CustomShape 78"/>
            <p:cNvSpPr/>
            <p:nvPr/>
          </p:nvSpPr>
          <p:spPr>
            <a:xfrm>
              <a:off x="6026040" y="2534400"/>
              <a:ext cx="138240" cy="86760"/>
            </a:xfrm>
            <a:custGeom>
              <a:avLst/>
              <a:gdLst/>
              <a:ahLst/>
              <a:cxnLst/>
              <a:rect l="l" t="t" r="r" b="b"/>
              <a:pathLst>
                <a:path w="9134" h="5746">
                  <a:moveTo>
                    <a:pt x="1037" y="1"/>
                  </a:moveTo>
                  <a:cubicBezTo>
                    <a:pt x="626" y="1"/>
                    <a:pt x="236" y="272"/>
                    <a:pt x="122" y="706"/>
                  </a:cubicBezTo>
                  <a:lnTo>
                    <a:pt x="109" y="683"/>
                  </a:lnTo>
                  <a:lnTo>
                    <a:pt x="109" y="683"/>
                  </a:lnTo>
                  <a:cubicBezTo>
                    <a:pt x="1" y="1095"/>
                    <a:pt x="182" y="1527"/>
                    <a:pt x="552" y="1740"/>
                  </a:cubicBezTo>
                  <a:lnTo>
                    <a:pt x="7629" y="5620"/>
                  </a:lnTo>
                  <a:cubicBezTo>
                    <a:pt x="7779" y="5706"/>
                    <a:pt x="7940" y="5746"/>
                    <a:pt x="8098" y="5746"/>
                  </a:cubicBezTo>
                  <a:cubicBezTo>
                    <a:pt x="8509" y="5746"/>
                    <a:pt x="8898" y="5475"/>
                    <a:pt x="9013" y="5040"/>
                  </a:cubicBezTo>
                  <a:lnTo>
                    <a:pt x="9026" y="5063"/>
                  </a:lnTo>
                  <a:cubicBezTo>
                    <a:pt x="9134" y="4651"/>
                    <a:pt x="8952" y="4219"/>
                    <a:pt x="8582" y="4008"/>
                  </a:cubicBezTo>
                  <a:lnTo>
                    <a:pt x="1505" y="126"/>
                  </a:lnTo>
                  <a:cubicBezTo>
                    <a:pt x="1355" y="40"/>
                    <a:pt x="1194" y="1"/>
                    <a:pt x="1037" y="1"/>
                  </a:cubicBezTo>
                  <a:close/>
                </a:path>
              </a:pathLst>
            </a:custGeom>
            <a:solidFill>
              <a:srgbClr val="324788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377" name="CustomShape 79"/>
            <p:cNvSpPr/>
            <p:nvPr/>
          </p:nvSpPr>
          <p:spPr>
            <a:xfrm>
              <a:off x="6027840" y="2611800"/>
              <a:ext cx="83520" cy="56880"/>
            </a:xfrm>
            <a:custGeom>
              <a:avLst/>
              <a:gdLst/>
              <a:ahLst/>
              <a:cxnLst/>
              <a:rect l="l" t="t" r="r" b="b"/>
              <a:pathLst>
                <a:path w="5519" h="3782">
                  <a:moveTo>
                    <a:pt x="1037" y="0"/>
                  </a:moveTo>
                  <a:cubicBezTo>
                    <a:pt x="625" y="0"/>
                    <a:pt x="235" y="271"/>
                    <a:pt x="122" y="706"/>
                  </a:cubicBezTo>
                  <a:lnTo>
                    <a:pt x="109" y="682"/>
                  </a:lnTo>
                  <a:lnTo>
                    <a:pt x="109" y="682"/>
                  </a:lnTo>
                  <a:cubicBezTo>
                    <a:pt x="1" y="1093"/>
                    <a:pt x="182" y="1527"/>
                    <a:pt x="552" y="1738"/>
                  </a:cubicBezTo>
                  <a:lnTo>
                    <a:pt x="4016" y="3655"/>
                  </a:lnTo>
                  <a:cubicBezTo>
                    <a:pt x="4166" y="3741"/>
                    <a:pt x="4327" y="3781"/>
                    <a:pt x="4485" y="3781"/>
                  </a:cubicBezTo>
                  <a:cubicBezTo>
                    <a:pt x="4895" y="3781"/>
                    <a:pt x="5285" y="3510"/>
                    <a:pt x="5399" y="3076"/>
                  </a:cubicBezTo>
                  <a:lnTo>
                    <a:pt x="5412" y="3099"/>
                  </a:lnTo>
                  <a:cubicBezTo>
                    <a:pt x="5519" y="2687"/>
                    <a:pt x="5339" y="2255"/>
                    <a:pt x="4969" y="2042"/>
                  </a:cubicBezTo>
                  <a:lnTo>
                    <a:pt x="1505" y="126"/>
                  </a:lnTo>
                  <a:cubicBezTo>
                    <a:pt x="1355" y="40"/>
                    <a:pt x="1195" y="0"/>
                    <a:pt x="1037" y="0"/>
                  </a:cubicBezTo>
                  <a:close/>
                </a:path>
              </a:pathLst>
            </a:custGeom>
            <a:solidFill>
              <a:srgbClr val="324788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378" name="CustomShape 80"/>
            <p:cNvSpPr/>
            <p:nvPr/>
          </p:nvSpPr>
          <p:spPr>
            <a:xfrm>
              <a:off x="5401080" y="1708920"/>
              <a:ext cx="193680" cy="115200"/>
            </a:xfrm>
            <a:custGeom>
              <a:avLst/>
              <a:gdLst/>
              <a:ahLst/>
              <a:cxnLst/>
              <a:rect l="l" t="t" r="r" b="b"/>
              <a:pathLst>
                <a:path w="12777" h="7609">
                  <a:moveTo>
                    <a:pt x="11720" y="0"/>
                  </a:moveTo>
                  <a:lnTo>
                    <a:pt x="3179" y="4793"/>
                  </a:lnTo>
                  <a:lnTo>
                    <a:pt x="1826" y="2433"/>
                  </a:lnTo>
                  <a:lnTo>
                    <a:pt x="0" y="3418"/>
                  </a:lnTo>
                  <a:lnTo>
                    <a:pt x="2411" y="7609"/>
                  </a:lnTo>
                  <a:lnTo>
                    <a:pt x="12777" y="1832"/>
                  </a:lnTo>
                  <a:lnTo>
                    <a:pt x="11720" y="0"/>
                  </a:lnTo>
                  <a:close/>
                </a:path>
              </a:pathLst>
            </a:custGeom>
            <a:solidFill>
              <a:srgbClr val="FF66A7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379" name="CustomShape 81"/>
            <p:cNvSpPr/>
            <p:nvPr/>
          </p:nvSpPr>
          <p:spPr>
            <a:xfrm>
              <a:off x="5649480" y="2313720"/>
              <a:ext cx="193680" cy="115200"/>
            </a:xfrm>
            <a:custGeom>
              <a:avLst/>
              <a:gdLst/>
              <a:ahLst/>
              <a:cxnLst/>
              <a:rect l="l" t="t" r="r" b="b"/>
              <a:pathLst>
                <a:path w="12778" h="7609">
                  <a:moveTo>
                    <a:pt x="11721" y="0"/>
                  </a:moveTo>
                  <a:lnTo>
                    <a:pt x="3179" y="4793"/>
                  </a:lnTo>
                  <a:lnTo>
                    <a:pt x="1826" y="2433"/>
                  </a:lnTo>
                  <a:lnTo>
                    <a:pt x="1" y="3418"/>
                  </a:lnTo>
                  <a:lnTo>
                    <a:pt x="2412" y="7609"/>
                  </a:lnTo>
                  <a:lnTo>
                    <a:pt x="12778" y="1833"/>
                  </a:lnTo>
                  <a:lnTo>
                    <a:pt x="11721" y="0"/>
                  </a:lnTo>
                  <a:close/>
                </a:path>
              </a:pathLst>
            </a:custGeom>
            <a:solidFill>
              <a:srgbClr val="FF66A7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380" name="CustomShape 82"/>
            <p:cNvSpPr/>
            <p:nvPr/>
          </p:nvSpPr>
          <p:spPr>
            <a:xfrm>
              <a:off x="6237360" y="1714680"/>
              <a:ext cx="193680" cy="115200"/>
            </a:xfrm>
            <a:custGeom>
              <a:avLst/>
              <a:gdLst/>
              <a:ahLst/>
              <a:cxnLst/>
              <a:rect l="l" t="t" r="r" b="b"/>
              <a:pathLst>
                <a:path w="12777" h="7608">
                  <a:moveTo>
                    <a:pt x="11721" y="0"/>
                  </a:moveTo>
                  <a:lnTo>
                    <a:pt x="3178" y="4793"/>
                  </a:lnTo>
                  <a:lnTo>
                    <a:pt x="1826" y="2433"/>
                  </a:lnTo>
                  <a:lnTo>
                    <a:pt x="1" y="3418"/>
                  </a:lnTo>
                  <a:lnTo>
                    <a:pt x="2411" y="7607"/>
                  </a:lnTo>
                  <a:lnTo>
                    <a:pt x="12776" y="1832"/>
                  </a:lnTo>
                  <a:lnTo>
                    <a:pt x="11721" y="0"/>
                  </a:lnTo>
                  <a:close/>
                </a:path>
              </a:pathLst>
            </a:custGeom>
            <a:solidFill>
              <a:srgbClr val="FF66A7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1" name="Picture 1"/>
          <p:cNvPicPr/>
          <p:nvPr/>
        </p:nvPicPr>
        <p:blipFill>
          <a:blip r:embed="rId2"/>
          <a:stretch/>
        </p:blipFill>
        <p:spPr>
          <a:xfrm>
            <a:off x="397800" y="1110600"/>
            <a:ext cx="8348400" cy="2921760"/>
          </a:xfrm>
          <a:prstGeom prst="rect">
            <a:avLst/>
          </a:prstGeom>
          <a:ln>
            <a:noFill/>
          </a:ln>
        </p:spPr>
      </p:pic>
      <p:sp>
        <p:nvSpPr>
          <p:cNvPr id="1382" name="TextShape 1"/>
          <p:cNvSpPr txBox="1"/>
          <p:nvPr/>
        </p:nvSpPr>
        <p:spPr>
          <a:xfrm>
            <a:off x="616680" y="347400"/>
            <a:ext cx="475956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/>
          <a:lstStyle/>
          <a:p>
            <a:pPr>
              <a:lnSpc>
                <a:spcPct val="100000"/>
              </a:lnSpc>
            </a:pPr>
            <a:r>
              <a:rPr lang="en-US" sz="3600" b="0" strike="noStrike" spc="-1">
                <a:solidFill>
                  <a:srgbClr val="90C4FE"/>
                </a:solidFill>
                <a:latin typeface="Dosis ExtraLight"/>
                <a:ea typeface="Dosis ExtraLight"/>
              </a:rPr>
              <a:t>JADWAL PENELITIAN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83" name="Picture 7"/>
          <p:cNvPicPr/>
          <p:nvPr/>
        </p:nvPicPr>
        <p:blipFill>
          <a:blip r:embed="rId3"/>
          <a:stretch/>
        </p:blipFill>
        <p:spPr>
          <a:xfrm>
            <a:off x="8046000" y="-19080"/>
            <a:ext cx="1007640" cy="11066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4" name="CustomShape 1"/>
          <p:cNvSpPr/>
          <p:nvPr/>
        </p:nvSpPr>
        <p:spPr>
          <a:xfrm>
            <a:off x="865440" y="-1134720"/>
            <a:ext cx="7412760" cy="74127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85" name="TextShape 2"/>
          <p:cNvSpPr txBox="1"/>
          <p:nvPr/>
        </p:nvSpPr>
        <p:spPr>
          <a:xfrm>
            <a:off x="1332720" y="1972080"/>
            <a:ext cx="3817080" cy="1198800"/>
          </a:xfrm>
          <a:prstGeom prst="rect">
            <a:avLst/>
          </a:prstGeom>
          <a:noFill/>
          <a:ln>
            <a:noFill/>
          </a:ln>
        </p:spPr>
        <p:txBody>
          <a:bodyPr tIns="91440" bIns="91440"/>
          <a:lstStyle/>
          <a:p>
            <a:pPr>
              <a:lnSpc>
                <a:spcPct val="100000"/>
              </a:lnSpc>
            </a:pPr>
            <a:r>
              <a:rPr lang="en-US" sz="3600" b="1" strike="noStrike" spc="-1">
                <a:solidFill>
                  <a:srgbClr val="324788"/>
                </a:solidFill>
                <a:latin typeface="Dosis ExtraLight"/>
                <a:ea typeface="Dosis ExtraLight"/>
              </a:rPr>
              <a:t>JAZAKUMULLAH</a:t>
            </a:r>
            <a:r>
              <a:rPr lang="en-US" sz="3600" b="0" strike="noStrike" spc="-1">
                <a:solidFill>
                  <a:srgbClr val="F5FBFB"/>
                </a:solidFill>
                <a:latin typeface="Dosis ExtraLight"/>
                <a:ea typeface="Dosis ExtraLight"/>
              </a:rPr>
              <a:t> </a:t>
            </a:r>
            <a:r>
              <a:rPr lang="en-US" sz="2800" b="0" strike="noStrike" spc="-1">
                <a:solidFill>
                  <a:srgbClr val="F5FBFB"/>
                </a:solidFill>
                <a:latin typeface="Dosis ExtraLight"/>
                <a:ea typeface="Dosis ExtraLight"/>
              </a:rPr>
              <a:t>KHAIRAN KATSIRAN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6" name="CustomShape 3"/>
          <p:cNvSpPr/>
          <p:nvPr/>
        </p:nvSpPr>
        <p:spPr>
          <a:xfrm>
            <a:off x="6971400" y="2712960"/>
            <a:ext cx="2642400" cy="1610280"/>
          </a:xfrm>
          <a:custGeom>
            <a:avLst/>
            <a:gdLst/>
            <a:ahLst/>
            <a:cxnLst/>
            <a:rect l="l" t="t" r="r" b="b"/>
            <a:pathLst>
              <a:path w="162290" h="98904">
                <a:moveTo>
                  <a:pt x="162290" y="0"/>
                </a:moveTo>
                <a:lnTo>
                  <a:pt x="1" y="93697"/>
                </a:lnTo>
                <a:lnTo>
                  <a:pt x="1" y="98903"/>
                </a:lnTo>
                <a:lnTo>
                  <a:pt x="162290" y="5217"/>
                </a:lnTo>
                <a:lnTo>
                  <a:pt x="162290" y="0"/>
                </a:lnTo>
                <a:close/>
              </a:path>
            </a:pathLst>
          </a:custGeom>
          <a:solidFill>
            <a:srgbClr val="C3D4D8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87" name="CustomShape 4"/>
          <p:cNvSpPr/>
          <p:nvPr/>
        </p:nvSpPr>
        <p:spPr>
          <a:xfrm>
            <a:off x="5007960" y="2658600"/>
            <a:ext cx="4666680" cy="1588680"/>
          </a:xfrm>
          <a:custGeom>
            <a:avLst/>
            <a:gdLst/>
            <a:ahLst/>
            <a:cxnLst/>
            <a:rect l="l" t="t" r="r" b="b"/>
            <a:pathLst>
              <a:path w="286595" h="97579">
                <a:moveTo>
                  <a:pt x="282866" y="1"/>
                </a:moveTo>
                <a:lnTo>
                  <a:pt x="272101" y="1000"/>
                </a:lnTo>
                <a:lnTo>
                  <a:pt x="23749" y="24106"/>
                </a:lnTo>
                <a:lnTo>
                  <a:pt x="21773" y="24306"/>
                </a:lnTo>
                <a:lnTo>
                  <a:pt x="11142" y="25281"/>
                </a:lnTo>
                <a:lnTo>
                  <a:pt x="3639" y="25992"/>
                </a:lnTo>
                <a:lnTo>
                  <a:pt x="3351" y="26013"/>
                </a:lnTo>
                <a:cubicBezTo>
                  <a:pt x="3351" y="26013"/>
                  <a:pt x="2774" y="26370"/>
                  <a:pt x="1953" y="26879"/>
                </a:cubicBezTo>
                <a:cubicBezTo>
                  <a:pt x="1708" y="27036"/>
                  <a:pt x="1466" y="27190"/>
                  <a:pt x="1199" y="27368"/>
                </a:cubicBezTo>
                <a:cubicBezTo>
                  <a:pt x="1" y="28101"/>
                  <a:pt x="755" y="29720"/>
                  <a:pt x="2885" y="30942"/>
                </a:cubicBezTo>
                <a:lnTo>
                  <a:pt x="4571" y="31918"/>
                </a:lnTo>
                <a:lnTo>
                  <a:pt x="8901" y="34405"/>
                </a:lnTo>
                <a:lnTo>
                  <a:pt x="17669" y="39465"/>
                </a:lnTo>
                <a:lnTo>
                  <a:pt x="20332" y="41018"/>
                </a:lnTo>
                <a:lnTo>
                  <a:pt x="116730" y="96663"/>
                </a:lnTo>
                <a:cubicBezTo>
                  <a:pt x="117795" y="97273"/>
                  <a:pt x="119187" y="97578"/>
                  <a:pt x="120577" y="97578"/>
                </a:cubicBezTo>
                <a:cubicBezTo>
                  <a:pt x="121967" y="97578"/>
                  <a:pt x="123354" y="97273"/>
                  <a:pt x="124409" y="96663"/>
                </a:cubicBezTo>
                <a:lnTo>
                  <a:pt x="283820" y="4640"/>
                </a:lnTo>
                <a:cubicBezTo>
                  <a:pt x="285951" y="3418"/>
                  <a:pt x="286595" y="1865"/>
                  <a:pt x="285263" y="1199"/>
                </a:cubicBezTo>
                <a:lnTo>
                  <a:pt x="282866" y="1"/>
                </a:lnTo>
                <a:close/>
              </a:path>
            </a:pathLst>
          </a:custGeom>
          <a:solidFill>
            <a:srgbClr val="FF66A7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88" name="CustomShape 5"/>
          <p:cNvSpPr/>
          <p:nvPr/>
        </p:nvSpPr>
        <p:spPr>
          <a:xfrm>
            <a:off x="5062680" y="1471320"/>
            <a:ext cx="4551120" cy="2627640"/>
          </a:xfrm>
          <a:custGeom>
            <a:avLst/>
            <a:gdLst/>
            <a:ahLst/>
            <a:cxnLst/>
            <a:rect l="l" t="t" r="r" b="b"/>
            <a:pathLst>
              <a:path w="279498" h="161370">
                <a:moveTo>
                  <a:pt x="162289" y="0"/>
                </a:moveTo>
                <a:lnTo>
                  <a:pt x="0" y="93699"/>
                </a:lnTo>
                <a:lnTo>
                  <a:pt x="117209" y="161370"/>
                </a:lnTo>
                <a:lnTo>
                  <a:pt x="279498" y="67671"/>
                </a:lnTo>
                <a:lnTo>
                  <a:pt x="162289" y="0"/>
                </a:lnTo>
                <a:close/>
              </a:path>
            </a:pathLst>
          </a:custGeom>
          <a:solidFill>
            <a:srgbClr val="F5FBF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89" name="CustomShape 6"/>
          <p:cNvSpPr/>
          <p:nvPr/>
        </p:nvSpPr>
        <p:spPr>
          <a:xfrm>
            <a:off x="6971400" y="2573280"/>
            <a:ext cx="2642400" cy="1610280"/>
          </a:xfrm>
          <a:custGeom>
            <a:avLst/>
            <a:gdLst/>
            <a:ahLst/>
            <a:cxnLst/>
            <a:rect l="l" t="t" r="r" b="b"/>
            <a:pathLst>
              <a:path w="162290" h="98904">
                <a:moveTo>
                  <a:pt x="162290" y="0"/>
                </a:moveTo>
                <a:lnTo>
                  <a:pt x="1" y="93699"/>
                </a:lnTo>
                <a:lnTo>
                  <a:pt x="1" y="98903"/>
                </a:lnTo>
                <a:lnTo>
                  <a:pt x="162290" y="5220"/>
                </a:lnTo>
                <a:lnTo>
                  <a:pt x="162290" y="0"/>
                </a:lnTo>
                <a:close/>
              </a:path>
            </a:pathLst>
          </a:custGeom>
          <a:solidFill>
            <a:srgbClr val="C3D4D8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90" name="CustomShape 7"/>
          <p:cNvSpPr/>
          <p:nvPr/>
        </p:nvSpPr>
        <p:spPr>
          <a:xfrm>
            <a:off x="5545080" y="1919520"/>
            <a:ext cx="3439440" cy="1986120"/>
          </a:xfrm>
          <a:custGeom>
            <a:avLst/>
            <a:gdLst/>
            <a:ahLst/>
            <a:cxnLst/>
            <a:rect l="l" t="t" r="r" b="b"/>
            <a:pathLst>
              <a:path w="211226" h="121977">
                <a:moveTo>
                  <a:pt x="117879" y="1839"/>
                </a:moveTo>
                <a:lnTo>
                  <a:pt x="3185" y="68056"/>
                </a:lnTo>
                <a:cubicBezTo>
                  <a:pt x="0" y="69894"/>
                  <a:pt x="0" y="72878"/>
                  <a:pt x="3185" y="74718"/>
                </a:cubicBezTo>
                <a:lnTo>
                  <a:pt x="81768" y="120136"/>
                </a:lnTo>
                <a:cubicBezTo>
                  <a:pt x="84951" y="121977"/>
                  <a:pt x="90114" y="121977"/>
                  <a:pt x="93299" y="120138"/>
                </a:cubicBezTo>
                <a:lnTo>
                  <a:pt x="208040" y="53893"/>
                </a:lnTo>
                <a:cubicBezTo>
                  <a:pt x="211225" y="52055"/>
                  <a:pt x="211225" y="49073"/>
                  <a:pt x="208040" y="47235"/>
                </a:cubicBezTo>
                <a:lnTo>
                  <a:pt x="129413" y="1839"/>
                </a:lnTo>
                <a:cubicBezTo>
                  <a:pt x="126228" y="0"/>
                  <a:pt x="121064" y="0"/>
                  <a:pt x="117879" y="1839"/>
                </a:cubicBezTo>
                <a:close/>
              </a:path>
            </a:pathLst>
          </a:custGeom>
          <a:noFill/>
          <a:ln w="720">
            <a:solidFill>
              <a:srgbClr val="AACAF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91" name="CustomShape 8"/>
          <p:cNvSpPr/>
          <p:nvPr/>
        </p:nvSpPr>
        <p:spPr>
          <a:xfrm>
            <a:off x="7411680" y="1980000"/>
            <a:ext cx="1468080" cy="847440"/>
          </a:xfrm>
          <a:custGeom>
            <a:avLst/>
            <a:gdLst/>
            <a:ahLst/>
            <a:cxnLst/>
            <a:rect l="l" t="t" r="r" b="b"/>
            <a:pathLst>
              <a:path w="90162" h="52056">
                <a:moveTo>
                  <a:pt x="0" y="1"/>
                </a:moveTo>
                <a:lnTo>
                  <a:pt x="90162" y="52055"/>
                </a:lnTo>
              </a:path>
            </a:pathLst>
          </a:custGeom>
          <a:noFill/>
          <a:ln w="720">
            <a:solidFill>
              <a:srgbClr val="AACAF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92" name="CustomShape 9"/>
          <p:cNvSpPr/>
          <p:nvPr/>
        </p:nvSpPr>
        <p:spPr>
          <a:xfrm>
            <a:off x="7264800" y="2064960"/>
            <a:ext cx="1467720" cy="847440"/>
          </a:xfrm>
          <a:custGeom>
            <a:avLst/>
            <a:gdLst/>
            <a:ahLst/>
            <a:cxnLst/>
            <a:rect l="l" t="t" r="r" b="b"/>
            <a:pathLst>
              <a:path w="90160" h="52055">
                <a:moveTo>
                  <a:pt x="1" y="0"/>
                </a:moveTo>
                <a:lnTo>
                  <a:pt x="90160" y="52055"/>
                </a:lnTo>
              </a:path>
            </a:pathLst>
          </a:custGeom>
          <a:noFill/>
          <a:ln w="720">
            <a:solidFill>
              <a:srgbClr val="AACAF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93" name="CustomShape 10"/>
          <p:cNvSpPr/>
          <p:nvPr/>
        </p:nvSpPr>
        <p:spPr>
          <a:xfrm>
            <a:off x="7118280" y="2149560"/>
            <a:ext cx="1468080" cy="847440"/>
          </a:xfrm>
          <a:custGeom>
            <a:avLst/>
            <a:gdLst/>
            <a:ahLst/>
            <a:cxnLst/>
            <a:rect l="l" t="t" r="r" b="b"/>
            <a:pathLst>
              <a:path w="90162" h="52055">
                <a:moveTo>
                  <a:pt x="0" y="0"/>
                </a:moveTo>
                <a:lnTo>
                  <a:pt x="90161" y="52055"/>
                </a:lnTo>
              </a:path>
            </a:pathLst>
          </a:custGeom>
          <a:noFill/>
          <a:ln w="720">
            <a:solidFill>
              <a:srgbClr val="AACAF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94" name="CustomShape 11"/>
          <p:cNvSpPr/>
          <p:nvPr/>
        </p:nvSpPr>
        <p:spPr>
          <a:xfrm>
            <a:off x="6971400" y="2234520"/>
            <a:ext cx="1468080" cy="847440"/>
          </a:xfrm>
          <a:custGeom>
            <a:avLst/>
            <a:gdLst/>
            <a:ahLst/>
            <a:cxnLst/>
            <a:rect l="l" t="t" r="r" b="b"/>
            <a:pathLst>
              <a:path w="90162" h="52054">
                <a:moveTo>
                  <a:pt x="1" y="1"/>
                </a:moveTo>
                <a:lnTo>
                  <a:pt x="90162" y="52053"/>
                </a:lnTo>
              </a:path>
            </a:pathLst>
          </a:custGeom>
          <a:noFill/>
          <a:ln w="720">
            <a:solidFill>
              <a:srgbClr val="AACAF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95" name="CustomShape 12"/>
          <p:cNvSpPr/>
          <p:nvPr/>
        </p:nvSpPr>
        <p:spPr>
          <a:xfrm>
            <a:off x="6824520" y="2319120"/>
            <a:ext cx="1467720" cy="847440"/>
          </a:xfrm>
          <a:custGeom>
            <a:avLst/>
            <a:gdLst/>
            <a:ahLst/>
            <a:cxnLst/>
            <a:rect l="l" t="t" r="r" b="b"/>
            <a:pathLst>
              <a:path w="90159" h="52055">
                <a:moveTo>
                  <a:pt x="0" y="0"/>
                </a:moveTo>
                <a:lnTo>
                  <a:pt x="90159" y="52055"/>
                </a:lnTo>
              </a:path>
            </a:pathLst>
          </a:custGeom>
          <a:noFill/>
          <a:ln w="720">
            <a:solidFill>
              <a:srgbClr val="AACAF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96" name="CustomShape 13"/>
          <p:cNvSpPr/>
          <p:nvPr/>
        </p:nvSpPr>
        <p:spPr>
          <a:xfrm>
            <a:off x="6677640" y="2404080"/>
            <a:ext cx="1468080" cy="847440"/>
          </a:xfrm>
          <a:custGeom>
            <a:avLst/>
            <a:gdLst/>
            <a:ahLst/>
            <a:cxnLst/>
            <a:rect l="l" t="t" r="r" b="b"/>
            <a:pathLst>
              <a:path w="90162" h="52055">
                <a:moveTo>
                  <a:pt x="0" y="0"/>
                </a:moveTo>
                <a:lnTo>
                  <a:pt x="90161" y="52055"/>
                </a:lnTo>
              </a:path>
            </a:pathLst>
          </a:custGeom>
          <a:noFill/>
          <a:ln w="720">
            <a:solidFill>
              <a:srgbClr val="AACAF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97" name="CustomShape 14"/>
          <p:cNvSpPr/>
          <p:nvPr/>
        </p:nvSpPr>
        <p:spPr>
          <a:xfrm>
            <a:off x="6530760" y="2488680"/>
            <a:ext cx="1468080" cy="847440"/>
          </a:xfrm>
          <a:custGeom>
            <a:avLst/>
            <a:gdLst/>
            <a:ahLst/>
            <a:cxnLst/>
            <a:rect l="l" t="t" r="r" b="b"/>
            <a:pathLst>
              <a:path w="90162" h="52056">
                <a:moveTo>
                  <a:pt x="1" y="1"/>
                </a:moveTo>
                <a:lnTo>
                  <a:pt x="90162" y="52055"/>
                </a:lnTo>
              </a:path>
            </a:pathLst>
          </a:custGeom>
          <a:noFill/>
          <a:ln w="720">
            <a:solidFill>
              <a:srgbClr val="AACAF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98" name="CustomShape 15"/>
          <p:cNvSpPr/>
          <p:nvPr/>
        </p:nvSpPr>
        <p:spPr>
          <a:xfrm>
            <a:off x="6383880" y="2573640"/>
            <a:ext cx="1468080" cy="847440"/>
          </a:xfrm>
          <a:custGeom>
            <a:avLst/>
            <a:gdLst/>
            <a:ahLst/>
            <a:cxnLst/>
            <a:rect l="l" t="t" r="r" b="b"/>
            <a:pathLst>
              <a:path w="90162" h="52055">
                <a:moveTo>
                  <a:pt x="0" y="0"/>
                </a:moveTo>
                <a:lnTo>
                  <a:pt x="90161" y="52055"/>
                </a:lnTo>
              </a:path>
            </a:pathLst>
          </a:custGeom>
          <a:noFill/>
          <a:ln w="720">
            <a:solidFill>
              <a:srgbClr val="AACAF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99" name="CustomShape 16"/>
          <p:cNvSpPr/>
          <p:nvPr/>
        </p:nvSpPr>
        <p:spPr>
          <a:xfrm>
            <a:off x="6237000" y="2658240"/>
            <a:ext cx="1468080" cy="847440"/>
          </a:xfrm>
          <a:custGeom>
            <a:avLst/>
            <a:gdLst/>
            <a:ahLst/>
            <a:cxnLst/>
            <a:rect l="l" t="t" r="r" b="b"/>
            <a:pathLst>
              <a:path w="90162" h="52055">
                <a:moveTo>
                  <a:pt x="0" y="0"/>
                </a:moveTo>
                <a:lnTo>
                  <a:pt x="90162" y="52055"/>
                </a:lnTo>
              </a:path>
            </a:pathLst>
          </a:custGeom>
          <a:noFill/>
          <a:ln w="720">
            <a:solidFill>
              <a:srgbClr val="AACAF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00" name="CustomShape 17"/>
          <p:cNvSpPr/>
          <p:nvPr/>
        </p:nvSpPr>
        <p:spPr>
          <a:xfrm>
            <a:off x="6090120" y="2743200"/>
            <a:ext cx="1468080" cy="847440"/>
          </a:xfrm>
          <a:custGeom>
            <a:avLst/>
            <a:gdLst/>
            <a:ahLst/>
            <a:cxnLst/>
            <a:rect l="l" t="t" r="r" b="b"/>
            <a:pathLst>
              <a:path w="90162" h="52056">
                <a:moveTo>
                  <a:pt x="1" y="1"/>
                </a:moveTo>
                <a:lnTo>
                  <a:pt x="90162" y="52055"/>
                </a:lnTo>
              </a:path>
            </a:pathLst>
          </a:custGeom>
          <a:noFill/>
          <a:ln w="720">
            <a:solidFill>
              <a:srgbClr val="AACAF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01" name="CustomShape 18"/>
          <p:cNvSpPr/>
          <p:nvPr/>
        </p:nvSpPr>
        <p:spPr>
          <a:xfrm>
            <a:off x="7738560" y="1744920"/>
            <a:ext cx="1547640" cy="894240"/>
          </a:xfrm>
          <a:custGeom>
            <a:avLst/>
            <a:gdLst/>
            <a:ahLst/>
            <a:cxnLst/>
            <a:rect l="l" t="t" r="r" b="b"/>
            <a:pathLst>
              <a:path w="95066" h="54942">
                <a:moveTo>
                  <a:pt x="2486" y="1442"/>
                </a:moveTo>
                <a:cubicBezTo>
                  <a:pt x="4973" y="0"/>
                  <a:pt x="9142" y="76"/>
                  <a:pt x="11796" y="1607"/>
                </a:cubicBezTo>
                <a:lnTo>
                  <a:pt x="92333" y="48120"/>
                </a:lnTo>
                <a:cubicBezTo>
                  <a:pt x="94988" y="49654"/>
                  <a:pt x="95065" y="52063"/>
                  <a:pt x="92505" y="53502"/>
                </a:cubicBezTo>
                <a:cubicBezTo>
                  <a:pt x="89945" y="54942"/>
                  <a:pt x="85720" y="54864"/>
                  <a:pt x="83070" y="53329"/>
                </a:cubicBezTo>
                <a:lnTo>
                  <a:pt x="2784" y="6833"/>
                </a:lnTo>
                <a:cubicBezTo>
                  <a:pt x="132" y="5295"/>
                  <a:pt x="1" y="2883"/>
                  <a:pt x="2486" y="1442"/>
                </a:cubicBezTo>
                <a:close/>
              </a:path>
            </a:pathLst>
          </a:custGeom>
          <a:noFill/>
          <a:ln w="720">
            <a:solidFill>
              <a:srgbClr val="AACAF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1402" name="Picture 75"/>
          <p:cNvPicPr/>
          <p:nvPr/>
        </p:nvPicPr>
        <p:blipFill>
          <a:blip r:embed="rId2"/>
          <a:stretch/>
        </p:blipFill>
        <p:spPr>
          <a:xfrm>
            <a:off x="109800" y="-19080"/>
            <a:ext cx="1007640" cy="11066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95959"/>
      </a:dk2>
      <a:lt2>
        <a:srgbClr val="E2ECFF"/>
      </a:lt2>
      <a:accent1>
        <a:srgbClr val="FF66A7"/>
      </a:accent1>
      <a:accent2>
        <a:srgbClr val="90C4FE"/>
      </a:accent2>
      <a:accent3>
        <a:srgbClr val="706EDC"/>
      </a:accent3>
      <a:accent4>
        <a:srgbClr val="FFDB4C"/>
      </a:accent4>
      <a:accent5>
        <a:srgbClr val="FF66A7"/>
      </a:accent5>
      <a:accent6>
        <a:srgbClr val="90C4FE"/>
      </a:accent6>
      <a:hlink>
        <a:srgbClr val="324788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390</TotalTime>
  <Words>471</Words>
  <Application>Microsoft Office PowerPoint</Application>
  <PresentationFormat>On-screen Show (16:9)</PresentationFormat>
  <Paragraphs>121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12</vt:i4>
      </vt:variant>
      <vt:variant>
        <vt:lpstr>Slide Titles</vt:lpstr>
      </vt:variant>
      <vt:variant>
        <vt:i4>21</vt:i4>
      </vt:variant>
    </vt:vector>
  </HeadingPairs>
  <TitlesOfParts>
    <vt:vector size="39" baseType="lpstr">
      <vt:lpstr>Arial</vt:lpstr>
      <vt:lpstr>Dosis ExtraLight</vt:lpstr>
      <vt:lpstr>Raleway</vt:lpstr>
      <vt:lpstr>Raleway Light</vt:lpstr>
      <vt:lpstr>Symbol</vt:lpstr>
      <vt:lpstr>Wingdings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COLLEGE NEWSLETTER</dc:title>
  <dc:subject/>
  <dc:creator>Ardith Lutfiawan</dc:creator>
  <dc:description/>
  <cp:lastModifiedBy>Ardith Lutfiawan</cp:lastModifiedBy>
  <cp:revision>33</cp:revision>
  <dcterms:modified xsi:type="dcterms:W3CDTF">2020-07-13T01:20:41Z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21</vt:i4>
  </property>
  <property fmtid="{D5CDD505-2E9C-101B-9397-08002B2CF9AE}" pid="8" name="PresentationFormat">
    <vt:lpwstr>On-screen Show (16:9)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21</vt:i4>
  </property>
</Properties>
</file>