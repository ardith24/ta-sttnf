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3" r:id="rId1"/>
  </p:sldMasterIdLst>
  <p:notesMasterIdLst>
    <p:notesMasterId r:id="rId25"/>
  </p:notesMasterIdLst>
  <p:sldIdLst>
    <p:sldId id="256" r:id="rId2"/>
    <p:sldId id="258" r:id="rId3"/>
    <p:sldId id="302" r:id="rId4"/>
    <p:sldId id="259" r:id="rId5"/>
    <p:sldId id="276" r:id="rId6"/>
    <p:sldId id="314" r:id="rId7"/>
    <p:sldId id="264" r:id="rId8"/>
    <p:sldId id="261" r:id="rId9"/>
    <p:sldId id="268" r:id="rId10"/>
    <p:sldId id="267" r:id="rId11"/>
    <p:sldId id="277" r:id="rId12"/>
    <p:sldId id="309" r:id="rId13"/>
    <p:sldId id="316" r:id="rId14"/>
    <p:sldId id="275" r:id="rId15"/>
    <p:sldId id="273" r:id="rId16"/>
    <p:sldId id="310" r:id="rId17"/>
    <p:sldId id="305" r:id="rId18"/>
    <p:sldId id="315" r:id="rId19"/>
    <p:sldId id="308" r:id="rId20"/>
    <p:sldId id="311" r:id="rId21"/>
    <p:sldId id="304" r:id="rId22"/>
    <p:sldId id="312" r:id="rId23"/>
    <p:sldId id="260" r:id="rId24"/>
  </p:sldIdLst>
  <p:sldSz cx="9144000" cy="5143500" type="screen16x9"/>
  <p:notesSz cx="6858000" cy="9144000"/>
  <p:embeddedFontLst>
    <p:embeddedFont>
      <p:font typeface="Dosis ExtraLight" panose="020B0604020202020204" charset="0"/>
      <p:regular r:id="rId26"/>
      <p:bold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Raleway" panose="020B0503030101060003" pitchFamily="34" charset="0"/>
      <p:regular r:id="rId32"/>
      <p:bold r:id="rId33"/>
      <p:italic r:id="rId34"/>
      <p:boldItalic r:id="rId35"/>
    </p:embeddedFont>
    <p:embeddedFont>
      <p:font typeface="Raleway Light" panose="020B0403030101060003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C7FE"/>
    <a:srgbClr val="324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59BD3-344E-4E92-B66B-2CB23C39393A}">
  <a:tblStyle styleId="{06159BD3-344E-4E92-B66B-2CB23C393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3" autoAdjust="0"/>
    <p:restoredTop sz="94669" autoAdjust="0"/>
  </p:normalViewPr>
  <p:slideViewPr>
    <p:cSldViewPr snapToGrid="0">
      <p:cViewPr varScale="1">
        <p:scale>
          <a:sx n="97" d="100"/>
          <a:sy n="97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59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320de4b7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320de4b7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860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63e8071f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63e8071f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257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870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213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96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610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028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556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73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20de4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20de4b7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688" y="214825"/>
            <a:ext cx="4067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65900" y="2148250"/>
            <a:ext cx="24186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1350" y="2450851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16650" y="1602561"/>
            <a:ext cx="3359400" cy="29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2950" y="344150"/>
            <a:ext cx="3817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9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 flipH="1">
            <a:off x="652624" y="154050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 flipH="1">
            <a:off x="652624" y="1918111"/>
            <a:ext cx="26523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4"/>
          </p:nvPr>
        </p:nvSpPr>
        <p:spPr>
          <a:xfrm flipH="1">
            <a:off x="5806476" y="2158804"/>
            <a:ext cx="2384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 flipH="1">
            <a:off x="5806476" y="252549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7"/>
          </p:nvPr>
        </p:nvSpPr>
        <p:spPr>
          <a:xfrm flipH="1">
            <a:off x="851824" y="255083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 flipH="1">
            <a:off x="699424" y="2931224"/>
            <a:ext cx="26055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ctrTitle" idx="13"/>
          </p:nvPr>
        </p:nvSpPr>
        <p:spPr>
          <a:xfrm flipH="1">
            <a:off x="5806476" y="315714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 flipH="1">
            <a:off x="5806476" y="3523828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 flipH="1">
            <a:off x="851824" y="3567989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 flipH="1">
            <a:off x="851824" y="3948096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8" hasCustomPrompt="1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 flipH="1">
            <a:off x="6173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6"/>
          </p:nvPr>
        </p:nvSpPr>
        <p:spPr>
          <a:xfrm>
            <a:off x="4966150" y="344150"/>
            <a:ext cx="35622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columns 3">
  <p:cSld name="CUSTOM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 flipH="1">
            <a:off x="5758076" y="2953536"/>
            <a:ext cx="22500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 flipH="1">
            <a:off x="1429413" y="2066667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ctrTitle" idx="2"/>
          </p:nvPr>
        </p:nvSpPr>
        <p:spPr>
          <a:xfrm flipH="1">
            <a:off x="1151501" y="1604710"/>
            <a:ext cx="2205600" cy="6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 flipH="1">
            <a:off x="6058223" y="3363893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4"/>
          </p:nvPr>
        </p:nvSpPr>
        <p:spPr>
          <a:xfrm>
            <a:off x="311700" y="3820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 flipH="1">
            <a:off x="4441165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 flipH="1">
            <a:off x="3853177" y="3315572"/>
            <a:ext cx="21486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2"/>
          </p:nvPr>
        </p:nvSpPr>
        <p:spPr>
          <a:xfrm flipH="1">
            <a:off x="69651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 flipH="1">
            <a:off x="6541577" y="3315572"/>
            <a:ext cx="198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ctrTitle" idx="4"/>
          </p:nvPr>
        </p:nvSpPr>
        <p:spPr>
          <a:xfrm flipH="1">
            <a:off x="6965177" y="17502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 flipH="1">
            <a:off x="6411377" y="2129507"/>
            <a:ext cx="2114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 idx="6"/>
          </p:nvPr>
        </p:nvSpPr>
        <p:spPr>
          <a:xfrm flipH="1">
            <a:off x="4441165" y="17502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 flipH="1">
            <a:off x="3975276" y="2129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8"/>
          </p:nvPr>
        </p:nvSpPr>
        <p:spPr>
          <a:xfrm>
            <a:off x="5367144" y="347869"/>
            <a:ext cx="316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">
  <p:cSld name="CUSTOM_6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 flipH="1">
            <a:off x="1631950" y="2449119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">
  <p:cSld name="CUSTOM_6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801000" y="2347819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931350" y="276749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3770263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">
  <p:cSld name="CUSTOM_6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ctrTitle"/>
          </p:nvPr>
        </p:nvSpPr>
        <p:spPr>
          <a:xfrm flipH="1">
            <a:off x="1619069" y="235431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 flipH="1">
            <a:off x="1619119" y="2773985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19119" y="3789746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5">
  <p:cSld name="CUSTOM_6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 flipH="1">
            <a:off x="2726844" y="1355377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 flipH="1">
            <a:off x="3292044" y="305793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51644" y="2126971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Light"/>
              <a:buChar char="●"/>
              <a:defRPr sz="18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Light"/>
              <a:buChar char="○"/>
              <a:defRPr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8" r:id="rId12"/>
    <p:sldLayoutId id="2147483670" r:id="rId13"/>
    <p:sldLayoutId id="214748367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111034" y="221708"/>
            <a:ext cx="4989381" cy="2919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02C9B8-28C0-4274-9E58-2391334FACA3}"/>
              </a:ext>
            </a:extLst>
          </p:cNvPr>
          <p:cNvGrpSpPr/>
          <p:nvPr/>
        </p:nvGrpSpPr>
        <p:grpSpPr>
          <a:xfrm>
            <a:off x="5202979" y="1102929"/>
            <a:ext cx="4032464" cy="2965162"/>
            <a:chOff x="4584500" y="824413"/>
            <a:chExt cx="5171100" cy="3802425"/>
          </a:xfrm>
        </p:grpSpPr>
        <p:sp>
          <p:nvSpPr>
            <p:cNvPr id="138" name="Google Shape;138;p28"/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61325" y="1412563"/>
              <a:ext cx="2013450" cy="1162474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554475" y="469471"/>
            <a:ext cx="4067100" cy="1473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d-ID" sz="2200" dirty="0"/>
              <a:t>RANCANG BANGUN APLIKASI</a:t>
            </a:r>
            <a:br>
              <a:rPr lang="en-US" sz="2200" dirty="0"/>
            </a:br>
            <a:r>
              <a:rPr lang="id-ID" sz="2200" dirty="0"/>
              <a:t>LINK-MATCH KAMPUS STT-NF MODUL DOSEN BERBASIS MOBILE MENGGUNAKAN FLUTTER</a:t>
            </a:r>
            <a:endParaRPr lang="en-ID" sz="22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613941" y="2003490"/>
            <a:ext cx="3947708" cy="85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Ardith Lutfiawan (0110217068)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 – STT </a:t>
            </a:r>
            <a:r>
              <a:rPr lang="en-GB" dirty="0" err="1"/>
              <a:t>Terpadu</a:t>
            </a:r>
            <a:r>
              <a:rPr lang="en-GB" dirty="0"/>
              <a:t> Nurul Fikri</a:t>
            </a:r>
          </a:p>
        </p:txBody>
      </p:sp>
      <p:sp>
        <p:nvSpPr>
          <p:cNvPr id="325" name="Google Shape;900;p37">
            <a:extLst>
              <a:ext uri="{FF2B5EF4-FFF2-40B4-BE49-F238E27FC236}">
                <a16:creationId xmlns:a16="http://schemas.microsoft.com/office/drawing/2014/main" id="{FDB8EA11-D5DF-4E31-87FC-3BD589B1B4F7}"/>
              </a:ext>
            </a:extLst>
          </p:cNvPr>
          <p:cNvSpPr txBox="1">
            <a:spLocks/>
          </p:cNvSpPr>
          <p:nvPr/>
        </p:nvSpPr>
        <p:spPr>
          <a:xfrm flipH="1">
            <a:off x="5021013" y="374180"/>
            <a:ext cx="2407449" cy="83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48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2400" dirty="0">
                <a:solidFill>
                  <a:srgbClr val="324788"/>
                </a:solidFill>
              </a:rPr>
              <a:t>PROPOSAL</a:t>
            </a:r>
          </a:p>
          <a:p>
            <a:pPr algn="l"/>
            <a:r>
              <a:rPr lang="en-GB" sz="2400" dirty="0">
                <a:solidFill>
                  <a:srgbClr val="324788"/>
                </a:solidFill>
              </a:rPr>
              <a:t>TUGAS AKHIR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8047B-BEA0-423C-90AD-0385E169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1BDCE4-37FB-4811-B105-C02E5B4F567D}"/>
              </a:ext>
            </a:extLst>
          </p:cNvPr>
          <p:cNvGrpSpPr/>
          <p:nvPr/>
        </p:nvGrpSpPr>
        <p:grpSpPr>
          <a:xfrm>
            <a:off x="586807" y="3128500"/>
            <a:ext cx="4377882" cy="1650777"/>
            <a:chOff x="243274" y="3147310"/>
            <a:chExt cx="4377882" cy="1650777"/>
          </a:xfrm>
        </p:grpSpPr>
        <p:sp>
          <p:nvSpPr>
            <p:cNvPr id="4" name="TextShape 87">
              <a:extLst>
                <a:ext uri="{FF2B5EF4-FFF2-40B4-BE49-F238E27FC236}">
                  <a16:creationId xmlns:a16="http://schemas.microsoft.com/office/drawing/2014/main" id="{0808B95B-5F04-4D32-9D98-FD0DE3627888}"/>
                </a:ext>
              </a:extLst>
            </p:cNvPr>
            <p:cNvSpPr txBox="1"/>
            <p:nvPr/>
          </p:nvSpPr>
          <p:spPr>
            <a:xfrm>
              <a:off x="243274" y="3147310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Pembimbing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Sirojul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Munir,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S.Si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  <p:sp>
          <p:nvSpPr>
            <p:cNvPr id="5" name="TextShape 87">
              <a:extLst>
                <a:ext uri="{FF2B5EF4-FFF2-40B4-BE49-F238E27FC236}">
                  <a16:creationId xmlns:a16="http://schemas.microsoft.com/office/drawing/2014/main" id="{0F71CB98-3E30-4408-A79B-D345D7E77A51}"/>
                </a:ext>
              </a:extLst>
            </p:cNvPr>
            <p:cNvSpPr txBox="1"/>
            <p:nvPr/>
          </p:nvSpPr>
          <p:spPr>
            <a:xfrm>
              <a:off x="243274" y="3932691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Penguji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Hilmy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Abidzar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Tawakal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, ST.,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673861" y="1834172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LATAR BELAKANG</a:t>
            </a:r>
            <a:endParaRPr dirty="0"/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2072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440369" y="2777400"/>
            <a:ext cx="295937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 algn="l">
              <a:lnSpc>
                <a:spcPct val="115000"/>
              </a:lnSpc>
              <a:buSzPts val="1200"/>
            </a:pPr>
            <a:r>
              <a:rPr lang="en-GB" dirty="0"/>
              <a:t>TUJUAN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ctrTitle" idx="13"/>
          </p:nvPr>
        </p:nvSpPr>
        <p:spPr>
          <a:xfrm flipH="1">
            <a:off x="5649880" y="3338118"/>
            <a:ext cx="330362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BATASAN PENELITIAN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ctrTitle" idx="16"/>
          </p:nvPr>
        </p:nvSpPr>
        <p:spPr>
          <a:xfrm flipH="1">
            <a:off x="376491" y="3710422"/>
            <a:ext cx="292393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sp>
        <p:nvSpPr>
          <p:cNvPr id="340" name="Google Shape;340;p30"/>
          <p:cNvSpPr txBox="1">
            <a:spLocks noGrp="1"/>
          </p:cNvSpPr>
          <p:nvPr>
            <p:ph type="title" idx="18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 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title" idx="15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0"/>
          <p:cNvCxnSpPr/>
          <p:nvPr/>
        </p:nvCxnSpPr>
        <p:spPr>
          <a:xfrm>
            <a:off x="4030125" y="399932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0"/>
          <p:cNvCxnSpPr/>
          <p:nvPr/>
        </p:nvCxnSpPr>
        <p:spPr>
          <a:xfrm>
            <a:off x="4482925" y="353132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273E1A4-3586-4DA3-B7EA-497FD6BE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345825" y="1845300"/>
            <a:ext cx="298795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ALAT DAN BAHAN</a:t>
            </a:r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06</a:t>
            </a:r>
            <a:endParaRPr dirty="0"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0167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262278" y="2788958"/>
            <a:ext cx="3099327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JADWAL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08</a:t>
            </a:r>
            <a:endParaRPr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07</a:t>
            </a:r>
            <a:endParaRPr dirty="0"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5ACA0AB-1D50-49FA-BD27-E037499F8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6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LATAR BELAKANG</a:t>
            </a:r>
          </a:p>
        </p:txBody>
      </p:sp>
      <p:sp>
        <p:nvSpPr>
          <p:cNvPr id="377" name="Google Shape;377;p31"/>
          <p:cNvSpPr txBox="1">
            <a:spLocks noGrp="1"/>
          </p:cNvSpPr>
          <p:nvPr>
            <p:ph type="title" idx="2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" name="Google Shape;1307;p43">
            <a:extLst>
              <a:ext uri="{FF2B5EF4-FFF2-40B4-BE49-F238E27FC236}">
                <a16:creationId xmlns:a16="http://schemas.microsoft.com/office/drawing/2014/main" id="{DBB63D6D-A90F-438C-B191-EFC6FED26CD8}"/>
              </a:ext>
            </a:extLst>
          </p:cNvPr>
          <p:cNvGrpSpPr/>
          <p:nvPr/>
        </p:nvGrpSpPr>
        <p:grpSpPr>
          <a:xfrm>
            <a:off x="217240" y="1917945"/>
            <a:ext cx="3905480" cy="2677553"/>
            <a:chOff x="3555975" y="2466200"/>
            <a:chExt cx="1348950" cy="924825"/>
          </a:xfrm>
        </p:grpSpPr>
        <p:sp>
          <p:nvSpPr>
            <p:cNvPr id="22" name="Google Shape;1308;p43">
              <a:extLst>
                <a:ext uri="{FF2B5EF4-FFF2-40B4-BE49-F238E27FC236}">
                  <a16:creationId xmlns:a16="http://schemas.microsoft.com/office/drawing/2014/main" id="{3E0E987E-C072-440E-B6A2-BC04ED0F7193}"/>
                </a:ext>
              </a:extLst>
            </p:cNvPr>
            <p:cNvSpPr/>
            <p:nvPr/>
          </p:nvSpPr>
          <p:spPr>
            <a:xfrm>
              <a:off x="3563500" y="2639025"/>
              <a:ext cx="1338550" cy="752000"/>
            </a:xfrm>
            <a:custGeom>
              <a:avLst/>
              <a:gdLst/>
              <a:ahLst/>
              <a:cxnLst/>
              <a:rect l="l" t="t" r="r" b="b"/>
              <a:pathLst>
                <a:path w="53542" h="30080" extrusionOk="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9;p43">
              <a:extLst>
                <a:ext uri="{FF2B5EF4-FFF2-40B4-BE49-F238E27FC236}">
                  <a16:creationId xmlns:a16="http://schemas.microsoft.com/office/drawing/2014/main" id="{3F22D11F-A2C3-4993-A720-A3966F6E526C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0;p43">
              <a:extLst>
                <a:ext uri="{FF2B5EF4-FFF2-40B4-BE49-F238E27FC236}">
                  <a16:creationId xmlns:a16="http://schemas.microsoft.com/office/drawing/2014/main" id="{B3F43987-CC5A-403F-AF99-50C7E4812D5F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11;p43">
              <a:extLst>
                <a:ext uri="{FF2B5EF4-FFF2-40B4-BE49-F238E27FC236}">
                  <a16:creationId xmlns:a16="http://schemas.microsoft.com/office/drawing/2014/main" id="{51E10F5A-508B-4DBC-97D0-D7DF642BAAA0}"/>
                </a:ext>
              </a:extLst>
            </p:cNvPr>
            <p:cNvSpPr/>
            <p:nvPr/>
          </p:nvSpPr>
          <p:spPr>
            <a:xfrm>
              <a:off x="3558100" y="3046025"/>
              <a:ext cx="273075" cy="91175"/>
            </a:xfrm>
            <a:custGeom>
              <a:avLst/>
              <a:gdLst/>
              <a:ahLst/>
              <a:cxnLst/>
              <a:rect l="l" t="t" r="r" b="b"/>
              <a:pathLst>
                <a:path w="10923" h="3647" extrusionOk="0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2;p43">
              <a:extLst>
                <a:ext uri="{FF2B5EF4-FFF2-40B4-BE49-F238E27FC236}">
                  <a16:creationId xmlns:a16="http://schemas.microsoft.com/office/drawing/2014/main" id="{F02C71A1-D93A-4A8B-8F89-90D94DDDD937}"/>
                </a:ext>
              </a:extLst>
            </p:cNvPr>
            <p:cNvSpPr/>
            <p:nvPr/>
          </p:nvSpPr>
          <p:spPr>
            <a:xfrm>
              <a:off x="4401175" y="2530750"/>
              <a:ext cx="2800" cy="1625"/>
            </a:xfrm>
            <a:custGeom>
              <a:avLst/>
              <a:gdLst/>
              <a:ahLst/>
              <a:cxnLst/>
              <a:rect l="l" t="t" r="r" b="b"/>
              <a:pathLst>
                <a:path w="112" h="65" extrusionOk="0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13;p43">
              <a:extLst>
                <a:ext uri="{FF2B5EF4-FFF2-40B4-BE49-F238E27FC236}">
                  <a16:creationId xmlns:a16="http://schemas.microsoft.com/office/drawing/2014/main" id="{EBA004AC-ED3F-477C-8F58-AB024FDC1A73}"/>
                </a:ext>
              </a:extLst>
            </p:cNvPr>
            <p:cNvSpPr/>
            <p:nvPr/>
          </p:nvSpPr>
          <p:spPr>
            <a:xfrm>
              <a:off x="4363575" y="2552475"/>
              <a:ext cx="2800" cy="1650"/>
            </a:xfrm>
            <a:custGeom>
              <a:avLst/>
              <a:gdLst/>
              <a:ahLst/>
              <a:cxnLst/>
              <a:rect l="l" t="t" r="r" b="b"/>
              <a:pathLst>
                <a:path w="112" h="66" extrusionOk="0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14;p43">
              <a:extLst>
                <a:ext uri="{FF2B5EF4-FFF2-40B4-BE49-F238E27FC236}">
                  <a16:creationId xmlns:a16="http://schemas.microsoft.com/office/drawing/2014/main" id="{1A452F00-AE43-4325-A3D4-55F31F2231F5}"/>
                </a:ext>
              </a:extLst>
            </p:cNvPr>
            <p:cNvSpPr/>
            <p:nvPr/>
          </p:nvSpPr>
          <p:spPr>
            <a:xfrm>
              <a:off x="4325950" y="2574200"/>
              <a:ext cx="2800" cy="1600"/>
            </a:xfrm>
            <a:custGeom>
              <a:avLst/>
              <a:gdLst/>
              <a:ahLst/>
              <a:cxnLst/>
              <a:rect l="l" t="t" r="r" b="b"/>
              <a:pathLst>
                <a:path w="112" h="64" extrusionOk="0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5;p43">
              <a:extLst>
                <a:ext uri="{FF2B5EF4-FFF2-40B4-BE49-F238E27FC236}">
                  <a16:creationId xmlns:a16="http://schemas.microsoft.com/office/drawing/2014/main" id="{86D18291-8BD4-4CB6-9DE2-8AF55D74F860}"/>
                </a:ext>
              </a:extLst>
            </p:cNvPr>
            <p:cNvSpPr/>
            <p:nvPr/>
          </p:nvSpPr>
          <p:spPr>
            <a:xfrm>
              <a:off x="4288325" y="2595900"/>
              <a:ext cx="2775" cy="1625"/>
            </a:xfrm>
            <a:custGeom>
              <a:avLst/>
              <a:gdLst/>
              <a:ahLst/>
              <a:cxnLst/>
              <a:rect l="l" t="t" r="r" b="b"/>
              <a:pathLst>
                <a:path w="111" h="65" extrusionOk="0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6;p43">
              <a:extLst>
                <a:ext uri="{FF2B5EF4-FFF2-40B4-BE49-F238E27FC236}">
                  <a16:creationId xmlns:a16="http://schemas.microsoft.com/office/drawing/2014/main" id="{C9445879-E74A-43F9-87E2-C9424D960AD3}"/>
                </a:ext>
              </a:extLst>
            </p:cNvPr>
            <p:cNvSpPr/>
            <p:nvPr/>
          </p:nvSpPr>
          <p:spPr>
            <a:xfrm>
              <a:off x="3794925" y="310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7;p43">
              <a:extLst>
                <a:ext uri="{FF2B5EF4-FFF2-40B4-BE49-F238E27FC236}">
                  <a16:creationId xmlns:a16="http://schemas.microsoft.com/office/drawing/2014/main" id="{988EC8E4-85D5-40DE-AFEF-47A8566FE843}"/>
                </a:ext>
              </a:extLst>
            </p:cNvPr>
            <p:cNvSpPr/>
            <p:nvPr/>
          </p:nvSpPr>
          <p:spPr>
            <a:xfrm>
              <a:off x="4403950" y="2466200"/>
              <a:ext cx="221550" cy="234275"/>
            </a:xfrm>
            <a:custGeom>
              <a:avLst/>
              <a:gdLst/>
              <a:ahLst/>
              <a:cxnLst/>
              <a:rect l="l" t="t" r="r" b="b"/>
              <a:pathLst>
                <a:path w="8862" h="9371" extrusionOk="0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8;p43">
              <a:extLst>
                <a:ext uri="{FF2B5EF4-FFF2-40B4-BE49-F238E27FC236}">
                  <a16:creationId xmlns:a16="http://schemas.microsoft.com/office/drawing/2014/main" id="{05D2D965-5A61-4287-8997-BDAB064CC4BB}"/>
                </a:ext>
              </a:extLst>
            </p:cNvPr>
            <p:cNvSpPr/>
            <p:nvPr/>
          </p:nvSpPr>
          <p:spPr>
            <a:xfrm>
              <a:off x="4366350" y="2526925"/>
              <a:ext cx="153925" cy="195250"/>
            </a:xfrm>
            <a:custGeom>
              <a:avLst/>
              <a:gdLst/>
              <a:ahLst/>
              <a:cxnLst/>
              <a:rect l="l" t="t" r="r" b="b"/>
              <a:pathLst>
                <a:path w="6157" h="7810" extrusionOk="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9;p43">
              <a:extLst>
                <a:ext uri="{FF2B5EF4-FFF2-40B4-BE49-F238E27FC236}">
                  <a16:creationId xmlns:a16="http://schemas.microsoft.com/office/drawing/2014/main" id="{C633C44F-309A-485E-9951-506915C39140}"/>
                </a:ext>
              </a:extLst>
            </p:cNvPr>
            <p:cNvSpPr/>
            <p:nvPr/>
          </p:nvSpPr>
          <p:spPr>
            <a:xfrm>
              <a:off x="4328725" y="2548675"/>
              <a:ext cx="153950" cy="195225"/>
            </a:xfrm>
            <a:custGeom>
              <a:avLst/>
              <a:gdLst/>
              <a:ahLst/>
              <a:cxnLst/>
              <a:rect l="l" t="t" r="r" b="b"/>
              <a:pathLst>
                <a:path w="6158" h="7809" extrusionOk="0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20;p43">
              <a:extLst>
                <a:ext uri="{FF2B5EF4-FFF2-40B4-BE49-F238E27FC236}">
                  <a16:creationId xmlns:a16="http://schemas.microsoft.com/office/drawing/2014/main" id="{BE4F6968-F34E-4DE7-B76B-CBE594C221B5}"/>
                </a:ext>
              </a:extLst>
            </p:cNvPr>
            <p:cNvSpPr/>
            <p:nvPr/>
          </p:nvSpPr>
          <p:spPr>
            <a:xfrm>
              <a:off x="4291075" y="2570350"/>
              <a:ext cx="153975" cy="195275"/>
            </a:xfrm>
            <a:custGeom>
              <a:avLst/>
              <a:gdLst/>
              <a:ahLst/>
              <a:cxnLst/>
              <a:rect l="l" t="t" r="r" b="b"/>
              <a:pathLst>
                <a:path w="6159" h="7811" extrusionOk="0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21;p43">
              <a:extLst>
                <a:ext uri="{FF2B5EF4-FFF2-40B4-BE49-F238E27FC236}">
                  <a16:creationId xmlns:a16="http://schemas.microsoft.com/office/drawing/2014/main" id="{A098F695-F1D3-4DC0-AA57-58959A6B1010}"/>
                </a:ext>
              </a:extLst>
            </p:cNvPr>
            <p:cNvSpPr/>
            <p:nvPr/>
          </p:nvSpPr>
          <p:spPr>
            <a:xfrm>
              <a:off x="3698825" y="2592075"/>
              <a:ext cx="669375" cy="374375"/>
            </a:xfrm>
            <a:custGeom>
              <a:avLst/>
              <a:gdLst/>
              <a:ahLst/>
              <a:cxnLst/>
              <a:rect l="l" t="t" r="r" b="b"/>
              <a:pathLst>
                <a:path w="26775" h="14975" extrusionOk="0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2;p43">
              <a:extLst>
                <a:ext uri="{FF2B5EF4-FFF2-40B4-BE49-F238E27FC236}">
                  <a16:creationId xmlns:a16="http://schemas.microsoft.com/office/drawing/2014/main" id="{A5A02CA5-B34A-4F66-AFFA-3736D2C7F355}"/>
                </a:ext>
              </a:extLst>
            </p:cNvPr>
            <p:cNvSpPr/>
            <p:nvPr/>
          </p:nvSpPr>
          <p:spPr>
            <a:xfrm>
              <a:off x="3794925" y="2682750"/>
              <a:ext cx="612500" cy="425250"/>
            </a:xfrm>
            <a:custGeom>
              <a:avLst/>
              <a:gdLst/>
              <a:ahLst/>
              <a:cxnLst/>
              <a:rect l="l" t="t" r="r" b="b"/>
              <a:pathLst>
                <a:path w="24500" h="17010" extrusionOk="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;p43">
              <a:extLst>
                <a:ext uri="{FF2B5EF4-FFF2-40B4-BE49-F238E27FC236}">
                  <a16:creationId xmlns:a16="http://schemas.microsoft.com/office/drawing/2014/main" id="{A4969C40-C870-4917-9B29-E8290E33CE93}"/>
                </a:ext>
              </a:extLst>
            </p:cNvPr>
            <p:cNvSpPr/>
            <p:nvPr/>
          </p:nvSpPr>
          <p:spPr>
            <a:xfrm>
              <a:off x="3744775" y="2613575"/>
              <a:ext cx="660525" cy="439725"/>
            </a:xfrm>
            <a:custGeom>
              <a:avLst/>
              <a:gdLst/>
              <a:ahLst/>
              <a:cxnLst/>
              <a:rect l="l" t="t" r="r" b="b"/>
              <a:pathLst>
                <a:path w="26421" h="17589" extrusionOk="0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24;p43">
              <a:extLst>
                <a:ext uri="{FF2B5EF4-FFF2-40B4-BE49-F238E27FC236}">
                  <a16:creationId xmlns:a16="http://schemas.microsoft.com/office/drawing/2014/main" id="{B6EF0580-4163-4DBA-A700-5F524824D3CA}"/>
                </a:ext>
              </a:extLst>
            </p:cNvPr>
            <p:cNvSpPr/>
            <p:nvPr/>
          </p:nvSpPr>
          <p:spPr>
            <a:xfrm>
              <a:off x="3555975" y="3064350"/>
              <a:ext cx="88500" cy="72850"/>
            </a:xfrm>
            <a:custGeom>
              <a:avLst/>
              <a:gdLst/>
              <a:ahLst/>
              <a:cxnLst/>
              <a:rect l="l" t="t" r="r" b="b"/>
              <a:pathLst>
                <a:path w="3540" h="2914" extrusionOk="0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5;p43">
              <a:extLst>
                <a:ext uri="{FF2B5EF4-FFF2-40B4-BE49-F238E27FC236}">
                  <a16:creationId xmlns:a16="http://schemas.microsoft.com/office/drawing/2014/main" id="{47CF8369-CAF9-49ED-9974-B9134185502D}"/>
                </a:ext>
              </a:extLst>
            </p:cNvPr>
            <p:cNvSpPr/>
            <p:nvPr/>
          </p:nvSpPr>
          <p:spPr>
            <a:xfrm>
              <a:off x="3596400" y="3067000"/>
              <a:ext cx="3800" cy="4950"/>
            </a:xfrm>
            <a:custGeom>
              <a:avLst/>
              <a:gdLst/>
              <a:ahLst/>
              <a:cxnLst/>
              <a:rect l="l" t="t" r="r" b="b"/>
              <a:pathLst>
                <a:path w="152" h="198" extrusionOk="0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6;p43">
              <a:extLst>
                <a:ext uri="{FF2B5EF4-FFF2-40B4-BE49-F238E27FC236}">
                  <a16:creationId xmlns:a16="http://schemas.microsoft.com/office/drawing/2014/main" id="{F30B6BB2-0EA8-4AFE-ABB4-579FC6EF0C82}"/>
                </a:ext>
              </a:extLst>
            </p:cNvPr>
            <p:cNvSpPr/>
            <p:nvPr/>
          </p:nvSpPr>
          <p:spPr>
            <a:xfrm>
              <a:off x="3630100" y="3128600"/>
              <a:ext cx="4325" cy="550"/>
            </a:xfrm>
            <a:custGeom>
              <a:avLst/>
              <a:gdLst/>
              <a:ahLst/>
              <a:cxnLst/>
              <a:rect l="l" t="t" r="r" b="b"/>
              <a:pathLst>
                <a:path w="173" h="22" extrusionOk="0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7;p43">
              <a:extLst>
                <a:ext uri="{FF2B5EF4-FFF2-40B4-BE49-F238E27FC236}">
                  <a16:creationId xmlns:a16="http://schemas.microsoft.com/office/drawing/2014/main" id="{2BAE439C-8085-4EAC-BD66-860D271B3D31}"/>
                </a:ext>
              </a:extLst>
            </p:cNvPr>
            <p:cNvSpPr/>
            <p:nvPr/>
          </p:nvSpPr>
          <p:spPr>
            <a:xfrm>
              <a:off x="3558050" y="3105725"/>
              <a:ext cx="86425" cy="31475"/>
            </a:xfrm>
            <a:custGeom>
              <a:avLst/>
              <a:gdLst/>
              <a:ahLst/>
              <a:cxnLst/>
              <a:rect l="l" t="t" r="r" b="b"/>
              <a:pathLst>
                <a:path w="3457" h="1259" extrusionOk="0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8;p43">
              <a:extLst>
                <a:ext uri="{FF2B5EF4-FFF2-40B4-BE49-F238E27FC236}">
                  <a16:creationId xmlns:a16="http://schemas.microsoft.com/office/drawing/2014/main" id="{A07AD0C5-A388-470A-BE28-64EBE9F8C84D}"/>
                </a:ext>
              </a:extLst>
            </p:cNvPr>
            <p:cNvSpPr/>
            <p:nvPr/>
          </p:nvSpPr>
          <p:spPr>
            <a:xfrm>
              <a:off x="4291075" y="2526925"/>
              <a:ext cx="176975" cy="86675"/>
            </a:xfrm>
            <a:custGeom>
              <a:avLst/>
              <a:gdLst/>
              <a:ahLst/>
              <a:cxnLst/>
              <a:rect l="l" t="t" r="r" b="b"/>
              <a:pathLst>
                <a:path w="7079" h="3467" extrusionOk="0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9;p43">
              <a:extLst>
                <a:ext uri="{FF2B5EF4-FFF2-40B4-BE49-F238E27FC236}">
                  <a16:creationId xmlns:a16="http://schemas.microsoft.com/office/drawing/2014/main" id="{D911E255-F7C9-4A3A-98FB-485C58DD9DCF}"/>
                </a:ext>
              </a:extLst>
            </p:cNvPr>
            <p:cNvSpPr/>
            <p:nvPr/>
          </p:nvSpPr>
          <p:spPr>
            <a:xfrm>
              <a:off x="4403950" y="2466200"/>
              <a:ext cx="221425" cy="125950"/>
            </a:xfrm>
            <a:custGeom>
              <a:avLst/>
              <a:gdLst/>
              <a:ahLst/>
              <a:cxnLst/>
              <a:rect l="l" t="t" r="r" b="b"/>
              <a:pathLst>
                <a:path w="8857" h="5038" extrusionOk="0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0;p43">
              <a:extLst>
                <a:ext uri="{FF2B5EF4-FFF2-40B4-BE49-F238E27FC236}">
                  <a16:creationId xmlns:a16="http://schemas.microsoft.com/office/drawing/2014/main" id="{8A1B330F-5C2D-4BA5-89A7-08409874027D}"/>
                </a:ext>
              </a:extLst>
            </p:cNvPr>
            <p:cNvSpPr/>
            <p:nvPr/>
          </p:nvSpPr>
          <p:spPr>
            <a:xfrm>
              <a:off x="3934350" y="2668225"/>
              <a:ext cx="970575" cy="712775"/>
            </a:xfrm>
            <a:custGeom>
              <a:avLst/>
              <a:gdLst/>
              <a:ahLst/>
              <a:cxnLst/>
              <a:rect l="l" t="t" r="r" b="b"/>
              <a:pathLst>
                <a:path w="38823" h="28511" extrusionOk="0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31;p43">
              <a:extLst>
                <a:ext uri="{FF2B5EF4-FFF2-40B4-BE49-F238E27FC236}">
                  <a16:creationId xmlns:a16="http://schemas.microsoft.com/office/drawing/2014/main" id="{62B68031-D432-4B5D-8A8A-6E3A89C1A601}"/>
                </a:ext>
              </a:extLst>
            </p:cNvPr>
            <p:cNvSpPr/>
            <p:nvPr/>
          </p:nvSpPr>
          <p:spPr>
            <a:xfrm>
              <a:off x="4151325" y="2942225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32;p43">
              <a:extLst>
                <a:ext uri="{FF2B5EF4-FFF2-40B4-BE49-F238E27FC236}">
                  <a16:creationId xmlns:a16="http://schemas.microsoft.com/office/drawing/2014/main" id="{6727047A-D1E6-4589-ACF0-032C1A6FD80D}"/>
                </a:ext>
              </a:extLst>
            </p:cNvPr>
            <p:cNvSpPr/>
            <p:nvPr/>
          </p:nvSpPr>
          <p:spPr>
            <a:xfrm>
              <a:off x="4227250" y="29860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33;p43">
              <a:extLst>
                <a:ext uri="{FF2B5EF4-FFF2-40B4-BE49-F238E27FC236}">
                  <a16:creationId xmlns:a16="http://schemas.microsoft.com/office/drawing/2014/main" id="{11B8C5FE-CCAC-40BE-AE92-4F45483A7177}"/>
                </a:ext>
              </a:extLst>
            </p:cNvPr>
            <p:cNvSpPr/>
            <p:nvPr/>
          </p:nvSpPr>
          <p:spPr>
            <a:xfrm>
              <a:off x="4100850" y="2911375"/>
              <a:ext cx="341375" cy="196725"/>
            </a:xfrm>
            <a:custGeom>
              <a:avLst/>
              <a:gdLst/>
              <a:ahLst/>
              <a:cxnLst/>
              <a:rect l="l" t="t" r="r" b="b"/>
              <a:pathLst>
                <a:path w="13655" h="7869" extrusionOk="0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34;p43">
              <a:extLst>
                <a:ext uri="{FF2B5EF4-FFF2-40B4-BE49-F238E27FC236}">
                  <a16:creationId xmlns:a16="http://schemas.microsoft.com/office/drawing/2014/main" id="{2313F63E-C912-4B2B-9989-89AC01AE96E2}"/>
                </a:ext>
              </a:extLst>
            </p:cNvPr>
            <p:cNvSpPr/>
            <p:nvPr/>
          </p:nvSpPr>
          <p:spPr>
            <a:xfrm>
              <a:off x="4058375" y="2882875"/>
              <a:ext cx="340450" cy="198350"/>
            </a:xfrm>
            <a:custGeom>
              <a:avLst/>
              <a:gdLst/>
              <a:ahLst/>
              <a:cxnLst/>
              <a:rect l="l" t="t" r="r" b="b"/>
              <a:pathLst>
                <a:path w="13618" h="7934" extrusionOk="0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5;p43">
              <a:extLst>
                <a:ext uri="{FF2B5EF4-FFF2-40B4-BE49-F238E27FC236}">
                  <a16:creationId xmlns:a16="http://schemas.microsoft.com/office/drawing/2014/main" id="{AFE625AE-5716-465D-873C-712ED00D4F65}"/>
                </a:ext>
              </a:extLst>
            </p:cNvPr>
            <p:cNvSpPr/>
            <p:nvPr/>
          </p:nvSpPr>
          <p:spPr>
            <a:xfrm>
              <a:off x="4277725" y="3015175"/>
              <a:ext cx="340525" cy="195050"/>
            </a:xfrm>
            <a:custGeom>
              <a:avLst/>
              <a:gdLst/>
              <a:ahLst/>
              <a:cxnLst/>
              <a:rect l="l" t="t" r="r" b="b"/>
              <a:pathLst>
                <a:path w="13621" h="7802" extrusionOk="0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6;p43">
              <a:extLst>
                <a:ext uri="{FF2B5EF4-FFF2-40B4-BE49-F238E27FC236}">
                  <a16:creationId xmlns:a16="http://schemas.microsoft.com/office/drawing/2014/main" id="{D6939E9D-DDA1-43F7-BDA4-351466AF20E5}"/>
                </a:ext>
              </a:extLst>
            </p:cNvPr>
            <p:cNvSpPr/>
            <p:nvPr/>
          </p:nvSpPr>
          <p:spPr>
            <a:xfrm>
              <a:off x="3989250" y="2791200"/>
              <a:ext cx="355850" cy="219600"/>
            </a:xfrm>
            <a:custGeom>
              <a:avLst/>
              <a:gdLst/>
              <a:ahLst/>
              <a:cxnLst/>
              <a:rect l="l" t="t" r="r" b="b"/>
              <a:pathLst>
                <a:path w="14234" h="8784" extrusionOk="0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7;p43">
              <a:extLst>
                <a:ext uri="{FF2B5EF4-FFF2-40B4-BE49-F238E27FC236}">
                  <a16:creationId xmlns:a16="http://schemas.microsoft.com/office/drawing/2014/main" id="{D6E84F82-505A-4230-9F6C-66CC6B1107C8}"/>
                </a:ext>
              </a:extLst>
            </p:cNvPr>
            <p:cNvSpPr/>
            <p:nvPr/>
          </p:nvSpPr>
          <p:spPr>
            <a:xfrm>
              <a:off x="4328225" y="30443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8;p43">
              <a:extLst>
                <a:ext uri="{FF2B5EF4-FFF2-40B4-BE49-F238E27FC236}">
                  <a16:creationId xmlns:a16="http://schemas.microsoft.com/office/drawing/2014/main" id="{99C9A3FB-5E17-4189-8EB6-8ACC67A50665}"/>
                </a:ext>
              </a:extLst>
            </p:cNvPr>
            <p:cNvSpPr/>
            <p:nvPr/>
          </p:nvSpPr>
          <p:spPr>
            <a:xfrm>
              <a:off x="4433925" y="3222275"/>
              <a:ext cx="120550" cy="63425"/>
            </a:xfrm>
            <a:custGeom>
              <a:avLst/>
              <a:gdLst/>
              <a:ahLst/>
              <a:cxnLst/>
              <a:rect l="l" t="t" r="r" b="b"/>
              <a:pathLst>
                <a:path w="4822" h="2537" extrusionOk="0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9;p43">
              <a:extLst>
                <a:ext uri="{FF2B5EF4-FFF2-40B4-BE49-F238E27FC236}">
                  <a16:creationId xmlns:a16="http://schemas.microsoft.com/office/drawing/2014/main" id="{3EDDE56B-21D7-4267-9956-6133BC33EB82}"/>
                </a:ext>
              </a:extLst>
            </p:cNvPr>
            <p:cNvSpPr/>
            <p:nvPr/>
          </p:nvSpPr>
          <p:spPr>
            <a:xfrm>
              <a:off x="4433925" y="3216275"/>
              <a:ext cx="120550" cy="63400"/>
            </a:xfrm>
            <a:custGeom>
              <a:avLst/>
              <a:gdLst/>
              <a:ahLst/>
              <a:cxnLst/>
              <a:rect l="l" t="t" r="r" b="b"/>
              <a:pathLst>
                <a:path w="4822" h="2536" extrusionOk="0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0;p43">
              <a:extLst>
                <a:ext uri="{FF2B5EF4-FFF2-40B4-BE49-F238E27FC236}">
                  <a16:creationId xmlns:a16="http://schemas.microsoft.com/office/drawing/2014/main" id="{9FAEC545-9895-4974-8822-0A280D0EDB21}"/>
                </a:ext>
              </a:extLst>
            </p:cNvPr>
            <p:cNvSpPr/>
            <p:nvPr/>
          </p:nvSpPr>
          <p:spPr>
            <a:xfrm>
              <a:off x="4460100" y="3230050"/>
              <a:ext cx="68200" cy="35850"/>
            </a:xfrm>
            <a:custGeom>
              <a:avLst/>
              <a:gdLst/>
              <a:ahLst/>
              <a:cxnLst/>
              <a:rect l="l" t="t" r="r" b="b"/>
              <a:pathLst>
                <a:path w="2728" h="1434" extrusionOk="0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41;p43">
              <a:extLst>
                <a:ext uri="{FF2B5EF4-FFF2-40B4-BE49-F238E27FC236}">
                  <a16:creationId xmlns:a16="http://schemas.microsoft.com/office/drawing/2014/main" id="{2142294F-7143-415E-9EFD-545ECF630ED8}"/>
                </a:ext>
              </a:extLst>
            </p:cNvPr>
            <p:cNvSpPr/>
            <p:nvPr/>
          </p:nvSpPr>
          <p:spPr>
            <a:xfrm>
              <a:off x="4573100" y="3098875"/>
              <a:ext cx="179550" cy="113100"/>
            </a:xfrm>
            <a:custGeom>
              <a:avLst/>
              <a:gdLst/>
              <a:ahLst/>
              <a:cxnLst/>
              <a:rect l="l" t="t" r="r" b="b"/>
              <a:pathLst>
                <a:path w="7182" h="4524" extrusionOk="0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 w="175" cap="flat" cmpd="sng">
              <a:solidFill>
                <a:srgbClr val="4C68A5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745650" y="451525"/>
            <a:ext cx="3169722" cy="3002400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238497" y="174692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1151501" y="1200412"/>
            <a:ext cx="2205600" cy="1602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SUMBER</a:t>
            </a:r>
            <a:br>
              <a:rPr lang="en-GB" dirty="0"/>
            </a:br>
            <a:r>
              <a:rPr lang="en-GB" dirty="0"/>
              <a:t>DAYA</a:t>
            </a:r>
            <a:br>
              <a:rPr lang="en-GB" dirty="0"/>
            </a:br>
            <a:r>
              <a:rPr lang="en-GB" dirty="0"/>
              <a:t>MANUSIA</a:t>
            </a:r>
            <a:endParaRPr dirty="0"/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758076" y="2462172"/>
            <a:ext cx="2250000" cy="15719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REVOLUSI</a:t>
            </a:r>
            <a:br>
              <a:rPr lang="en-GB" dirty="0"/>
            </a:br>
            <a:r>
              <a:rPr lang="en-GB" dirty="0"/>
              <a:t>INDUSTRI</a:t>
            </a:r>
            <a:br>
              <a:rPr lang="en-GB" dirty="0"/>
            </a:br>
            <a:r>
              <a:rPr lang="en-GB" dirty="0"/>
              <a:t>4.0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704164" y="1529941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5C76D-5E5D-439C-B10A-7B80B9AC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389" y="1696107"/>
            <a:ext cx="2400635" cy="2400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71D0A-A6FA-4148-ADE2-0BDA05E87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1" y="1696108"/>
            <a:ext cx="3759236" cy="2400635"/>
          </a:xfrm>
          <a:prstGeom prst="rect">
            <a:avLst/>
          </a:prstGeom>
        </p:spPr>
      </p:pic>
      <p:sp>
        <p:nvSpPr>
          <p:cNvPr id="9" name="TextShape 87">
            <a:extLst>
              <a:ext uri="{FF2B5EF4-FFF2-40B4-BE49-F238E27FC236}">
                <a16:creationId xmlns:a16="http://schemas.microsoft.com/office/drawing/2014/main" id="{0091BB28-B442-477F-AD4F-AD28FED11833}"/>
              </a:ext>
            </a:extLst>
          </p:cNvPr>
          <p:cNvSpPr txBox="1"/>
          <p:nvPr/>
        </p:nvSpPr>
        <p:spPr>
          <a:xfrm>
            <a:off x="613849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>
                <a:solidFill>
                  <a:srgbClr val="324788"/>
                </a:solidFill>
                <a:latin typeface="Raleway Light"/>
                <a:ea typeface="Raleway Light"/>
              </a:rPr>
              <a:t>Persentase Usaha Menurut Jenis Perangkat Digital yang Digunakan, 2018</a:t>
            </a:r>
            <a:endParaRPr lang="en-US" sz="1200" i="1" strike="noStrike" spc="-1" dirty="0">
              <a:latin typeface="Arial"/>
            </a:endParaRPr>
          </a:p>
        </p:txBody>
      </p:sp>
      <p:sp>
        <p:nvSpPr>
          <p:cNvPr id="10" name="TextShape 87">
            <a:extLst>
              <a:ext uri="{FF2B5EF4-FFF2-40B4-BE49-F238E27FC236}">
                <a16:creationId xmlns:a16="http://schemas.microsoft.com/office/drawing/2014/main" id="{D6F429F6-E561-4568-90DD-6A8F43E066E9}"/>
              </a:ext>
            </a:extLst>
          </p:cNvPr>
          <p:cNvSpPr txBox="1"/>
          <p:nvPr/>
        </p:nvSpPr>
        <p:spPr>
          <a:xfrm>
            <a:off x="2713554" y="1088052"/>
            <a:ext cx="3456706" cy="5727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50000"/>
              </a:lnSpc>
            </a:pP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BPS |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Statistik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Karakteristik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Usaha 2019</a:t>
            </a:r>
            <a:endParaRPr lang="en-US" i="1" strike="noStrike" spc="-1" dirty="0"/>
          </a:p>
        </p:txBody>
      </p:sp>
      <p:sp>
        <p:nvSpPr>
          <p:cNvPr id="11" name="TextShape 87">
            <a:extLst>
              <a:ext uri="{FF2B5EF4-FFF2-40B4-BE49-F238E27FC236}">
                <a16:creationId xmlns:a16="http://schemas.microsoft.com/office/drawing/2014/main" id="{FA970E5A-35D7-4B33-9E4E-E085DCA15A77}"/>
              </a:ext>
            </a:extLst>
          </p:cNvPr>
          <p:cNvSpPr txBox="1"/>
          <p:nvPr/>
        </p:nvSpPr>
        <p:spPr>
          <a:xfrm>
            <a:off x="5179463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Persentase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Usaha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Menurut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Jenis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Perangkat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Digital yang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Digunakan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, 2018</a:t>
            </a:r>
            <a:endParaRPr lang="en-US" sz="1200" i="1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354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8"/>
            <a:ext cx="4552620" cy="1099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4492808" y="2126397"/>
            <a:ext cx="4359808" cy="2651413"/>
            <a:chOff x="238125" y="613775"/>
            <a:chExt cx="7378250" cy="4487075"/>
          </a:xfrm>
        </p:grpSpPr>
        <p:sp>
          <p:nvSpPr>
            <p:cNvPr id="738" name="Google Shape;738;p36"/>
            <p:cNvSpPr/>
            <p:nvPr/>
          </p:nvSpPr>
          <p:spPr>
            <a:xfrm>
              <a:off x="258350" y="3193375"/>
              <a:ext cx="2825375" cy="1907475"/>
            </a:xfrm>
            <a:custGeom>
              <a:avLst/>
              <a:gdLst/>
              <a:ahLst/>
              <a:cxnLst/>
              <a:rect l="l" t="t" r="r" b="b"/>
              <a:pathLst>
                <a:path w="113015" h="76299" extrusionOk="0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301650" y="1018650"/>
              <a:ext cx="5314725" cy="2795550"/>
            </a:xfrm>
            <a:custGeom>
              <a:avLst/>
              <a:gdLst/>
              <a:ahLst/>
              <a:cxnLst/>
              <a:rect l="l" t="t" r="r" b="b"/>
              <a:pathLst>
                <a:path w="212589" h="111822" extrusionOk="0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784100" y="3200600"/>
              <a:ext cx="456625" cy="309675"/>
            </a:xfrm>
            <a:custGeom>
              <a:avLst/>
              <a:gdLst/>
              <a:ahLst/>
              <a:cxnLst/>
              <a:rect l="l" t="t" r="r" b="b"/>
              <a:pathLst>
                <a:path w="18265" h="12387" extrusionOk="0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2725050" y="1327775"/>
              <a:ext cx="4468025" cy="2278250"/>
            </a:xfrm>
            <a:custGeom>
              <a:avLst/>
              <a:gdLst/>
              <a:ahLst/>
              <a:cxnLst/>
              <a:rect l="l" t="t" r="r" b="b"/>
              <a:pathLst>
                <a:path w="178721" h="91130" extrusionOk="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506850" y="613775"/>
              <a:ext cx="4904200" cy="2579625"/>
            </a:xfrm>
            <a:custGeom>
              <a:avLst/>
              <a:gdLst/>
              <a:ahLst/>
              <a:cxnLst/>
              <a:rect l="l" t="t" r="r" b="b"/>
              <a:pathLst>
                <a:path w="196168" h="103185" extrusionOk="0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088150" y="976850"/>
              <a:ext cx="3742150" cy="1132975"/>
            </a:xfrm>
            <a:custGeom>
              <a:avLst/>
              <a:gdLst/>
              <a:ahLst/>
              <a:cxnLst/>
              <a:rect l="l" t="t" r="r" b="b"/>
              <a:pathLst>
                <a:path w="149686" h="45319" extrusionOk="0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3143625" y="1389575"/>
              <a:ext cx="3631200" cy="1440850"/>
            </a:xfrm>
            <a:custGeom>
              <a:avLst/>
              <a:gdLst/>
              <a:ahLst/>
              <a:cxnLst/>
              <a:rect l="l" t="t" r="r" b="b"/>
              <a:pathLst>
                <a:path w="145248" h="57634" extrusionOk="0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284650" y="2413700"/>
              <a:ext cx="2208425" cy="416875"/>
            </a:xfrm>
            <a:custGeom>
              <a:avLst/>
              <a:gdLst/>
              <a:ahLst/>
              <a:cxnLst/>
              <a:rect l="l" t="t" r="r" b="b"/>
              <a:pathLst>
                <a:path w="88337" h="16675" extrusionOk="0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3101150" y="1173975"/>
              <a:ext cx="3716175" cy="935850"/>
            </a:xfrm>
            <a:custGeom>
              <a:avLst/>
              <a:gdLst/>
              <a:ahLst/>
              <a:cxnLst/>
              <a:rect l="l" t="t" r="r" b="b"/>
              <a:pathLst>
                <a:path w="148647" h="37434" extrusionOk="0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494175" y="2868350"/>
              <a:ext cx="928025" cy="624200"/>
            </a:xfrm>
            <a:custGeom>
              <a:avLst/>
              <a:gdLst/>
              <a:ahLst/>
              <a:cxnLst/>
              <a:rect l="l" t="t" r="r" b="b"/>
              <a:pathLst>
                <a:path w="37121" h="24968" extrusionOk="0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38125" y="2969325"/>
              <a:ext cx="2825400" cy="1907475"/>
            </a:xfrm>
            <a:custGeom>
              <a:avLst/>
              <a:gdLst/>
              <a:ahLst/>
              <a:cxnLst/>
              <a:rect l="l" t="t" r="r" b="b"/>
              <a:pathLst>
                <a:path w="113016" h="76299" extrusionOk="0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2017225" y="3298175"/>
              <a:ext cx="477275" cy="601375"/>
            </a:xfrm>
            <a:custGeom>
              <a:avLst/>
              <a:gdLst/>
              <a:ahLst/>
              <a:cxnLst/>
              <a:rect l="l" t="t" r="r" b="b"/>
              <a:pathLst>
                <a:path w="19091" h="24055" extrusionOk="0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263365" y="3552496"/>
            <a:ext cx="271100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Apakah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yang </a:t>
            </a:r>
            <a:r>
              <a:rPr lang="en-GB" sz="1200" dirty="0" err="1"/>
              <a:t>dirancang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pelaksanaan</a:t>
            </a:r>
            <a:r>
              <a:rPr lang="en-GB" sz="1200" dirty="0"/>
              <a:t> </a:t>
            </a:r>
            <a:r>
              <a:rPr lang="en-GB" sz="1200" dirty="0" err="1"/>
              <a:t>pembelajaran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583680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1201465" y="3552496"/>
            <a:ext cx="271100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proses </a:t>
            </a:r>
            <a:r>
              <a:rPr lang="en-GB" sz="1200" dirty="0" err="1"/>
              <a:t>pengembangan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Link-Match </a:t>
            </a:r>
            <a:r>
              <a:rPr lang="en-GB" sz="1200" dirty="0" err="1"/>
              <a:t>berbasis</a:t>
            </a:r>
            <a:r>
              <a:rPr lang="en-GB" sz="1200" dirty="0"/>
              <a:t> Android di </a:t>
            </a:r>
            <a:r>
              <a:rPr lang="en-GB" sz="1200" dirty="0" err="1"/>
              <a:t>lingkungan</a:t>
            </a:r>
            <a:r>
              <a:rPr lang="en-GB" sz="1200" dirty="0"/>
              <a:t> </a:t>
            </a:r>
            <a:r>
              <a:rPr lang="en-GB" sz="1200" dirty="0" err="1"/>
              <a:t>kampus</a:t>
            </a:r>
            <a:r>
              <a:rPr lang="en-GB" sz="1200" dirty="0"/>
              <a:t>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776667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7" name="Google Shape;477;p33"/>
          <p:cNvSpPr/>
          <p:nvPr/>
        </p:nvSpPr>
        <p:spPr>
          <a:xfrm>
            <a:off x="2049568" y="179256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13A86F-72C2-4B19-BA7F-DBCD7DE6FCC6}"/>
              </a:ext>
            </a:extLst>
          </p:cNvPr>
          <p:cNvGrpSpPr/>
          <p:nvPr/>
        </p:nvGrpSpPr>
        <p:grpSpPr>
          <a:xfrm>
            <a:off x="6109660" y="1792518"/>
            <a:ext cx="1014900" cy="1014900"/>
            <a:chOff x="6109660" y="1792518"/>
            <a:chExt cx="1014900" cy="1014900"/>
          </a:xfrm>
        </p:grpSpPr>
        <p:sp>
          <p:nvSpPr>
            <p:cNvPr id="478" name="Google Shape;478;p33"/>
            <p:cNvSpPr/>
            <p:nvPr/>
          </p:nvSpPr>
          <p:spPr>
            <a:xfrm>
              <a:off x="6109660" y="1792518"/>
              <a:ext cx="1014900" cy="101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33"/>
            <p:cNvGrpSpPr/>
            <p:nvPr/>
          </p:nvGrpSpPr>
          <p:grpSpPr>
            <a:xfrm>
              <a:off x="6348652" y="1983469"/>
              <a:ext cx="536967" cy="577794"/>
              <a:chOff x="1486550" y="2579925"/>
              <a:chExt cx="341300" cy="367250"/>
            </a:xfrm>
          </p:grpSpPr>
          <p:sp>
            <p:nvSpPr>
              <p:cNvPr id="578" name="Google Shape;578;p33"/>
              <p:cNvSpPr/>
              <p:nvPr/>
            </p:nvSpPr>
            <p:spPr>
              <a:xfrm>
                <a:off x="1487550" y="2579925"/>
                <a:ext cx="340300" cy="367250"/>
              </a:xfrm>
              <a:custGeom>
                <a:avLst/>
                <a:gdLst/>
                <a:ahLst/>
                <a:cxnLst/>
                <a:rect l="l" t="t" r="r" b="b"/>
                <a:pathLst>
                  <a:path w="13612" h="14690" extrusionOk="0">
                    <a:moveTo>
                      <a:pt x="5999" y="1"/>
                    </a:moveTo>
                    <a:cubicBezTo>
                      <a:pt x="5972" y="1"/>
                      <a:pt x="5948" y="7"/>
                      <a:pt x="5927" y="19"/>
                    </a:cubicBezTo>
                    <a:lnTo>
                      <a:pt x="5798" y="93"/>
                    </a:lnTo>
                    <a:cubicBezTo>
                      <a:pt x="5749" y="122"/>
                      <a:pt x="5718" y="183"/>
                      <a:pt x="5718" y="271"/>
                    </a:cubicBezTo>
                    <a:lnTo>
                      <a:pt x="5700" y="6421"/>
                    </a:lnTo>
                    <a:cubicBezTo>
                      <a:pt x="5700" y="6596"/>
                      <a:pt x="5821" y="6806"/>
                      <a:pt x="5972" y="6895"/>
                    </a:cubicBezTo>
                    <a:cubicBezTo>
                      <a:pt x="5897" y="6854"/>
                      <a:pt x="5800" y="6834"/>
                      <a:pt x="5704" y="6834"/>
                    </a:cubicBezTo>
                    <a:cubicBezTo>
                      <a:pt x="5605" y="6834"/>
                      <a:pt x="5506" y="6856"/>
                      <a:pt x="5430" y="6900"/>
                    </a:cubicBezTo>
                    <a:lnTo>
                      <a:pt x="113" y="9991"/>
                    </a:lnTo>
                    <a:cubicBezTo>
                      <a:pt x="37" y="10034"/>
                      <a:pt x="1" y="10092"/>
                      <a:pt x="1" y="10149"/>
                    </a:cubicBezTo>
                    <a:lnTo>
                      <a:pt x="1" y="10298"/>
                    </a:lnTo>
                    <a:cubicBezTo>
                      <a:pt x="1" y="10355"/>
                      <a:pt x="39" y="10413"/>
                      <a:pt x="116" y="10458"/>
                    </a:cubicBezTo>
                    <a:lnTo>
                      <a:pt x="7327" y="14623"/>
                    </a:lnTo>
                    <a:cubicBezTo>
                      <a:pt x="7404" y="14667"/>
                      <a:pt x="7504" y="14689"/>
                      <a:pt x="7603" y="14689"/>
                    </a:cubicBezTo>
                    <a:cubicBezTo>
                      <a:pt x="7703" y="14689"/>
                      <a:pt x="7802" y="14667"/>
                      <a:pt x="7878" y="14623"/>
                    </a:cubicBezTo>
                    <a:lnTo>
                      <a:pt x="13195" y="11533"/>
                    </a:lnTo>
                    <a:cubicBezTo>
                      <a:pt x="13271" y="11489"/>
                      <a:pt x="13308" y="11432"/>
                      <a:pt x="13308" y="11373"/>
                    </a:cubicBezTo>
                    <a:lnTo>
                      <a:pt x="13308" y="11231"/>
                    </a:lnTo>
                    <a:cubicBezTo>
                      <a:pt x="13311" y="11174"/>
                      <a:pt x="13275" y="11115"/>
                      <a:pt x="13202" y="11071"/>
                    </a:cubicBezTo>
                    <a:lnTo>
                      <a:pt x="13202" y="11071"/>
                    </a:lnTo>
                    <a:cubicBezTo>
                      <a:pt x="13241" y="11091"/>
                      <a:pt x="13278" y="11101"/>
                      <a:pt x="13312" y="11101"/>
                    </a:cubicBezTo>
                    <a:cubicBezTo>
                      <a:pt x="13339" y="11101"/>
                      <a:pt x="13364" y="11094"/>
                      <a:pt x="13385" y="11082"/>
                    </a:cubicBezTo>
                    <a:lnTo>
                      <a:pt x="13385" y="11082"/>
                    </a:lnTo>
                    <a:cubicBezTo>
                      <a:pt x="13385" y="11082"/>
                      <a:pt x="13385" y="11083"/>
                      <a:pt x="13384" y="11083"/>
                    </a:cubicBezTo>
                    <a:lnTo>
                      <a:pt x="13513" y="11008"/>
                    </a:lnTo>
                    <a:cubicBezTo>
                      <a:pt x="13563" y="10979"/>
                      <a:pt x="13593" y="10917"/>
                      <a:pt x="13593" y="10831"/>
                    </a:cubicBezTo>
                    <a:lnTo>
                      <a:pt x="13612" y="4680"/>
                    </a:lnTo>
                    <a:cubicBezTo>
                      <a:pt x="13612" y="4505"/>
                      <a:pt x="13489" y="4293"/>
                      <a:pt x="13337" y="4204"/>
                    </a:cubicBezTo>
                    <a:lnTo>
                      <a:pt x="6124" y="39"/>
                    </a:lnTo>
                    <a:cubicBezTo>
                      <a:pt x="6079" y="13"/>
                      <a:pt x="6036" y="1"/>
                      <a:pt x="5999" y="1"/>
                    </a:cubicBez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3"/>
              <p:cNvSpPr/>
              <p:nvPr/>
            </p:nvSpPr>
            <p:spPr>
              <a:xfrm>
                <a:off x="1822175" y="2850700"/>
                <a:ext cx="52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53" extrusionOk="0">
                    <a:moveTo>
                      <a:pt x="208" y="0"/>
                    </a:moveTo>
                    <a:lnTo>
                      <a:pt x="81" y="74"/>
                    </a:lnTo>
                    <a:cubicBezTo>
                      <a:pt x="81" y="161"/>
                      <a:pt x="50" y="223"/>
                      <a:pt x="1" y="252"/>
                    </a:cubicBezTo>
                    <a:lnTo>
                      <a:pt x="128" y="177"/>
                    </a:lnTo>
                    <a:cubicBezTo>
                      <a:pt x="178" y="148"/>
                      <a:pt x="208" y="88"/>
                      <a:pt x="208" y="0"/>
                    </a:cubicBez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1824175" y="2696900"/>
                <a:ext cx="3675" cy="1556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6226" extrusionOk="0">
                    <a:moveTo>
                      <a:pt x="147" y="1"/>
                    </a:moveTo>
                    <a:lnTo>
                      <a:pt x="18" y="76"/>
                    </a:lnTo>
                    <a:lnTo>
                      <a:pt x="1" y="6226"/>
                    </a:lnTo>
                    <a:lnTo>
                      <a:pt x="128" y="6152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1637400" y="2580875"/>
                <a:ext cx="183550" cy="106000"/>
              </a:xfrm>
              <a:custGeom>
                <a:avLst/>
                <a:gdLst/>
                <a:ahLst/>
                <a:cxnLst/>
                <a:rect l="l" t="t" r="r" b="b"/>
                <a:pathLst>
                  <a:path w="7342" h="4240" extrusionOk="0">
                    <a:moveTo>
                      <a:pt x="130" y="1"/>
                    </a:moveTo>
                    <a:lnTo>
                      <a:pt x="1" y="75"/>
                    </a:lnTo>
                    <a:lnTo>
                      <a:pt x="7214" y="4239"/>
                    </a:lnTo>
                    <a:lnTo>
                      <a:pt x="7341" y="4166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3"/>
              <p:cNvSpPr/>
              <p:nvPr/>
            </p:nvSpPr>
            <p:spPr>
              <a:xfrm>
                <a:off x="1817725" y="2685000"/>
                <a:ext cx="10125" cy="138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553" extrusionOk="0">
                    <a:moveTo>
                      <a:pt x="128" y="1"/>
                    </a:moveTo>
                    <a:lnTo>
                      <a:pt x="1" y="74"/>
                    </a:lnTo>
                    <a:cubicBezTo>
                      <a:pt x="153" y="164"/>
                      <a:pt x="277" y="377"/>
                      <a:pt x="276" y="552"/>
                    </a:cubicBezTo>
                    <a:lnTo>
                      <a:pt x="405" y="477"/>
                    </a:lnTo>
                    <a:cubicBezTo>
                      <a:pt x="405" y="302"/>
                      <a:pt x="282" y="88"/>
                      <a:pt x="128" y="1"/>
                    </a:cubicBezTo>
                    <a:close/>
                  </a:path>
                </a:pathLst>
              </a:custGeom>
              <a:solidFill>
                <a:srgbClr val="8E9A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1630050" y="2581800"/>
                <a:ext cx="194625" cy="275650"/>
              </a:xfrm>
              <a:custGeom>
                <a:avLst/>
                <a:gdLst/>
                <a:ahLst/>
                <a:cxnLst/>
                <a:rect l="l" t="t" r="r" b="b"/>
                <a:pathLst>
                  <a:path w="7785" h="11026" extrusionOk="0">
                    <a:moveTo>
                      <a:pt x="172" y="0"/>
                    </a:moveTo>
                    <a:cubicBezTo>
                      <a:pt x="81" y="0"/>
                      <a:pt x="18" y="72"/>
                      <a:pt x="18" y="196"/>
                    </a:cubicBezTo>
                    <a:lnTo>
                      <a:pt x="2" y="6346"/>
                    </a:lnTo>
                    <a:cubicBezTo>
                      <a:pt x="0" y="6521"/>
                      <a:pt x="123" y="6734"/>
                      <a:pt x="277" y="6823"/>
                    </a:cubicBezTo>
                    <a:lnTo>
                      <a:pt x="7489" y="10988"/>
                    </a:lnTo>
                    <a:cubicBezTo>
                      <a:pt x="7534" y="11014"/>
                      <a:pt x="7575" y="11026"/>
                      <a:pt x="7613" y="11026"/>
                    </a:cubicBezTo>
                    <a:cubicBezTo>
                      <a:pt x="7703" y="11026"/>
                      <a:pt x="7766" y="10954"/>
                      <a:pt x="7766" y="10830"/>
                    </a:cubicBezTo>
                    <a:lnTo>
                      <a:pt x="7783" y="4680"/>
                    </a:lnTo>
                    <a:cubicBezTo>
                      <a:pt x="7784" y="4505"/>
                      <a:pt x="7660" y="4292"/>
                      <a:pt x="7508" y="4202"/>
                    </a:cubicBezTo>
                    <a:lnTo>
                      <a:pt x="295" y="38"/>
                    </a:lnTo>
                    <a:cubicBezTo>
                      <a:pt x="251" y="12"/>
                      <a:pt x="209" y="0"/>
                      <a:pt x="172" y="0"/>
                    </a:cubicBez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1487500" y="2833625"/>
                <a:ext cx="29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10" extrusionOk="0">
                    <a:moveTo>
                      <a:pt x="1" y="1"/>
                    </a:moveTo>
                    <a:lnTo>
                      <a:pt x="1" y="148"/>
                    </a:lnTo>
                    <a:cubicBezTo>
                      <a:pt x="1" y="207"/>
                      <a:pt x="39" y="265"/>
                      <a:pt x="116" y="310"/>
                    </a:cubicBezTo>
                    <a:lnTo>
                      <a:pt x="116" y="161"/>
                    </a:lnTo>
                    <a:cubicBezTo>
                      <a:pt x="39" y="118"/>
                      <a:pt x="1" y="58"/>
                      <a:pt x="1" y="1"/>
                    </a:cubicBez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1817425" y="2860550"/>
                <a:ext cx="2875" cy="77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09" extrusionOk="0">
                    <a:moveTo>
                      <a:pt x="114" y="1"/>
                    </a:moveTo>
                    <a:cubicBezTo>
                      <a:pt x="114" y="58"/>
                      <a:pt x="76" y="116"/>
                      <a:pt x="0" y="159"/>
                    </a:cubicBezTo>
                    <a:lnTo>
                      <a:pt x="0" y="308"/>
                    </a:lnTo>
                    <a:cubicBezTo>
                      <a:pt x="76" y="265"/>
                      <a:pt x="114" y="207"/>
                      <a:pt x="114" y="150"/>
                    </a:cubicBezTo>
                    <a:lnTo>
                      <a:pt x="114" y="1"/>
                    </a:ln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3"/>
              <p:cNvSpPr/>
              <p:nvPr/>
            </p:nvSpPr>
            <p:spPr>
              <a:xfrm>
                <a:off x="1684450" y="2864525"/>
                <a:ext cx="133000" cy="80975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3239" extrusionOk="0">
                    <a:moveTo>
                      <a:pt x="5319" y="0"/>
                    </a:moveTo>
                    <a:lnTo>
                      <a:pt x="2" y="3091"/>
                    </a:lnTo>
                    <a:lnTo>
                      <a:pt x="1" y="3239"/>
                    </a:lnTo>
                    <a:lnTo>
                      <a:pt x="1" y="3239"/>
                    </a:lnTo>
                    <a:lnTo>
                      <a:pt x="5319" y="149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1490400" y="2837625"/>
                <a:ext cx="1803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7213" h="4315" extrusionOk="0">
                    <a:moveTo>
                      <a:pt x="0" y="1"/>
                    </a:moveTo>
                    <a:lnTo>
                      <a:pt x="0" y="150"/>
                    </a:lnTo>
                    <a:lnTo>
                      <a:pt x="7213" y="4315"/>
                    </a:lnTo>
                    <a:lnTo>
                      <a:pt x="7213" y="416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1670700" y="2941800"/>
                <a:ext cx="1382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214" extrusionOk="0">
                    <a:moveTo>
                      <a:pt x="1" y="0"/>
                    </a:moveTo>
                    <a:lnTo>
                      <a:pt x="1" y="148"/>
                    </a:lnTo>
                    <a:cubicBezTo>
                      <a:pt x="78" y="191"/>
                      <a:pt x="178" y="213"/>
                      <a:pt x="277" y="213"/>
                    </a:cubicBezTo>
                    <a:cubicBezTo>
                      <a:pt x="377" y="213"/>
                      <a:pt x="476" y="191"/>
                      <a:pt x="552" y="148"/>
                    </a:cubicBezTo>
                    <a:lnTo>
                      <a:pt x="552" y="0"/>
                    </a:lnTo>
                    <a:cubicBezTo>
                      <a:pt x="476" y="44"/>
                      <a:pt x="377" y="66"/>
                      <a:pt x="277" y="66"/>
                    </a:cubicBezTo>
                    <a:cubicBezTo>
                      <a:pt x="177" y="66"/>
                      <a:pt x="77" y="44"/>
                      <a:pt x="1" y="0"/>
                    </a:cubicBez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486550" y="2750775"/>
                <a:ext cx="334700" cy="192675"/>
              </a:xfrm>
              <a:custGeom>
                <a:avLst/>
                <a:gdLst/>
                <a:ahLst/>
                <a:cxnLst/>
                <a:rect l="l" t="t" r="r" b="b"/>
                <a:pathLst>
                  <a:path w="13388" h="7707" extrusionOk="0">
                    <a:moveTo>
                      <a:pt x="5746" y="0"/>
                    </a:moveTo>
                    <a:cubicBezTo>
                      <a:pt x="5646" y="0"/>
                      <a:pt x="5546" y="22"/>
                      <a:pt x="5471" y="66"/>
                    </a:cubicBezTo>
                    <a:lnTo>
                      <a:pt x="153" y="3157"/>
                    </a:lnTo>
                    <a:cubicBezTo>
                      <a:pt x="1" y="3244"/>
                      <a:pt x="1" y="3387"/>
                      <a:pt x="154" y="3475"/>
                    </a:cubicBezTo>
                    <a:lnTo>
                      <a:pt x="7367" y="7641"/>
                    </a:lnTo>
                    <a:cubicBezTo>
                      <a:pt x="7444" y="7685"/>
                      <a:pt x="7544" y="7707"/>
                      <a:pt x="7643" y="7707"/>
                    </a:cubicBezTo>
                    <a:cubicBezTo>
                      <a:pt x="7743" y="7707"/>
                      <a:pt x="7842" y="7685"/>
                      <a:pt x="7918" y="7641"/>
                    </a:cubicBezTo>
                    <a:lnTo>
                      <a:pt x="13235" y="4550"/>
                    </a:lnTo>
                    <a:cubicBezTo>
                      <a:pt x="13388" y="4463"/>
                      <a:pt x="13386" y="4320"/>
                      <a:pt x="13234" y="4232"/>
                    </a:cubicBezTo>
                    <a:lnTo>
                      <a:pt x="6021" y="66"/>
                    </a:lnTo>
                    <a:cubicBezTo>
                      <a:pt x="5945" y="22"/>
                      <a:pt x="5845" y="0"/>
                      <a:pt x="5746" y="0"/>
                    </a:cubicBezTo>
                    <a:close/>
                  </a:path>
                </a:pathLst>
              </a:custGeom>
              <a:solidFill>
                <a:srgbClr val="8E9A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3"/>
              <p:cNvSpPr/>
              <p:nvPr/>
            </p:nvSpPr>
            <p:spPr>
              <a:xfrm>
                <a:off x="1550300" y="2759175"/>
                <a:ext cx="256925" cy="14785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5914" extrusionOk="0">
                    <a:moveTo>
                      <a:pt x="3179" y="1"/>
                    </a:moveTo>
                    <a:cubicBezTo>
                      <a:pt x="3106" y="1"/>
                      <a:pt x="3033" y="17"/>
                      <a:pt x="2978" y="49"/>
                    </a:cubicBezTo>
                    <a:lnTo>
                      <a:pt x="111" y="1715"/>
                    </a:lnTo>
                    <a:cubicBezTo>
                      <a:pt x="1" y="1779"/>
                      <a:pt x="1" y="1884"/>
                      <a:pt x="111" y="1948"/>
                    </a:cubicBezTo>
                    <a:lnTo>
                      <a:pt x="6897" y="5866"/>
                    </a:lnTo>
                    <a:cubicBezTo>
                      <a:pt x="6953" y="5898"/>
                      <a:pt x="7026" y="5914"/>
                      <a:pt x="7099" y="5914"/>
                    </a:cubicBezTo>
                    <a:cubicBezTo>
                      <a:pt x="7172" y="5914"/>
                      <a:pt x="7244" y="5898"/>
                      <a:pt x="7300" y="5866"/>
                    </a:cubicBezTo>
                    <a:lnTo>
                      <a:pt x="10166" y="4199"/>
                    </a:lnTo>
                    <a:cubicBezTo>
                      <a:pt x="10277" y="4136"/>
                      <a:pt x="10277" y="4031"/>
                      <a:pt x="10165" y="3967"/>
                    </a:cubicBezTo>
                    <a:lnTo>
                      <a:pt x="10166" y="3967"/>
                    </a:lnTo>
                    <a:lnTo>
                      <a:pt x="3381" y="49"/>
                    </a:lnTo>
                    <a:cubicBezTo>
                      <a:pt x="3324" y="17"/>
                      <a:pt x="3251" y="1"/>
                      <a:pt x="3179" y="1"/>
                    </a:cubicBez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3"/>
              <p:cNvSpPr/>
              <p:nvPr/>
            </p:nvSpPr>
            <p:spPr>
              <a:xfrm>
                <a:off x="1554750" y="2841100"/>
                <a:ext cx="99625" cy="57125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2285" extrusionOk="0">
                    <a:moveTo>
                      <a:pt x="1694" y="0"/>
                    </a:moveTo>
                    <a:cubicBezTo>
                      <a:pt x="1647" y="0"/>
                      <a:pt x="1600" y="11"/>
                      <a:pt x="1557" y="32"/>
                    </a:cubicBezTo>
                    <a:lnTo>
                      <a:pt x="76" y="894"/>
                    </a:lnTo>
                    <a:cubicBezTo>
                      <a:pt x="1" y="937"/>
                      <a:pt x="1" y="1009"/>
                      <a:pt x="76" y="1052"/>
                    </a:cubicBezTo>
                    <a:lnTo>
                      <a:pt x="2155" y="2252"/>
                    </a:lnTo>
                    <a:cubicBezTo>
                      <a:pt x="2198" y="2274"/>
                      <a:pt x="2245" y="2284"/>
                      <a:pt x="2292" y="2284"/>
                    </a:cubicBezTo>
                    <a:cubicBezTo>
                      <a:pt x="2338" y="2284"/>
                      <a:pt x="2385" y="2274"/>
                      <a:pt x="2428" y="2252"/>
                    </a:cubicBezTo>
                    <a:lnTo>
                      <a:pt x="3909" y="1392"/>
                    </a:lnTo>
                    <a:cubicBezTo>
                      <a:pt x="3984" y="1347"/>
                      <a:pt x="3984" y="1277"/>
                      <a:pt x="3909" y="1234"/>
                    </a:cubicBezTo>
                    <a:lnTo>
                      <a:pt x="1831" y="32"/>
                    </a:lnTo>
                    <a:cubicBezTo>
                      <a:pt x="1788" y="11"/>
                      <a:pt x="1741" y="0"/>
                      <a:pt x="1694" y="0"/>
                    </a:cubicBez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1716600" y="2829175"/>
                <a:ext cx="7772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3109" h="1946" extrusionOk="0">
                    <a:moveTo>
                      <a:pt x="1217" y="1"/>
                    </a:moveTo>
                    <a:lnTo>
                      <a:pt x="632" y="340"/>
                    </a:lnTo>
                    <a:lnTo>
                      <a:pt x="632" y="396"/>
                    </a:lnTo>
                    <a:lnTo>
                      <a:pt x="585" y="368"/>
                    </a:lnTo>
                    <a:lnTo>
                      <a:pt x="1" y="707"/>
                    </a:lnTo>
                    <a:lnTo>
                      <a:pt x="1" y="853"/>
                    </a:lnTo>
                    <a:lnTo>
                      <a:pt x="589" y="1193"/>
                    </a:lnTo>
                    <a:lnTo>
                      <a:pt x="652" y="1156"/>
                    </a:lnTo>
                    <a:lnTo>
                      <a:pt x="652" y="1230"/>
                    </a:lnTo>
                    <a:lnTo>
                      <a:pt x="1241" y="1569"/>
                    </a:lnTo>
                    <a:lnTo>
                      <a:pt x="1304" y="1532"/>
                    </a:lnTo>
                    <a:lnTo>
                      <a:pt x="1304" y="1606"/>
                    </a:lnTo>
                    <a:lnTo>
                      <a:pt x="1892" y="1946"/>
                    </a:lnTo>
                    <a:lnTo>
                      <a:pt x="2476" y="1606"/>
                    </a:lnTo>
                    <a:lnTo>
                      <a:pt x="2476" y="1551"/>
                    </a:lnTo>
                    <a:lnTo>
                      <a:pt x="2523" y="1579"/>
                    </a:lnTo>
                    <a:lnTo>
                      <a:pt x="3107" y="1239"/>
                    </a:lnTo>
                    <a:lnTo>
                      <a:pt x="3109" y="1093"/>
                    </a:lnTo>
                    <a:lnTo>
                      <a:pt x="2520" y="754"/>
                    </a:lnTo>
                    <a:lnTo>
                      <a:pt x="2456" y="790"/>
                    </a:lnTo>
                    <a:lnTo>
                      <a:pt x="2457" y="717"/>
                    </a:lnTo>
                    <a:lnTo>
                      <a:pt x="1869" y="377"/>
                    </a:lnTo>
                    <a:lnTo>
                      <a:pt x="1804" y="414"/>
                    </a:lnTo>
                    <a:lnTo>
                      <a:pt x="1804" y="340"/>
                    </a:lnTo>
                    <a:lnTo>
                      <a:pt x="1217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1677125" y="2861325"/>
                <a:ext cx="61925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1577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9" y="826"/>
                    </a:lnTo>
                    <a:lnTo>
                      <a:pt x="652" y="787"/>
                    </a:lnTo>
                    <a:lnTo>
                      <a:pt x="652" y="861"/>
                    </a:lnTo>
                    <a:lnTo>
                      <a:pt x="1240" y="1200"/>
                    </a:lnTo>
                    <a:lnTo>
                      <a:pt x="1305" y="1164"/>
                    </a:lnTo>
                    <a:lnTo>
                      <a:pt x="1305" y="1237"/>
                    </a:lnTo>
                    <a:lnTo>
                      <a:pt x="1892" y="1577"/>
                    </a:lnTo>
                    <a:lnTo>
                      <a:pt x="2477" y="1237"/>
                    </a:lnTo>
                    <a:lnTo>
                      <a:pt x="2477" y="1091"/>
                    </a:lnTo>
                    <a:lnTo>
                      <a:pt x="1952" y="789"/>
                    </a:lnTo>
                    <a:lnTo>
                      <a:pt x="2472" y="486"/>
                    </a:lnTo>
                    <a:lnTo>
                      <a:pt x="2472" y="340"/>
                    </a:lnTo>
                    <a:lnTo>
                      <a:pt x="1884" y="1"/>
                    </a:lnTo>
                    <a:lnTo>
                      <a:pt x="1300" y="340"/>
                    </a:lnTo>
                    <a:lnTo>
                      <a:pt x="1300" y="412"/>
                    </a:lnTo>
                    <a:lnTo>
                      <a:pt x="1237" y="375"/>
                    </a:lnTo>
                    <a:lnTo>
                      <a:pt x="1173" y="412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3"/>
              <p:cNvSpPr/>
              <p:nvPr/>
            </p:nvSpPr>
            <p:spPr>
              <a:xfrm>
                <a:off x="1618375" y="2763350"/>
                <a:ext cx="11077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4431" h="2708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8" y="826"/>
                    </a:lnTo>
                    <a:lnTo>
                      <a:pt x="651" y="789"/>
                    </a:lnTo>
                    <a:lnTo>
                      <a:pt x="651" y="862"/>
                    </a:lnTo>
                    <a:lnTo>
                      <a:pt x="1240" y="1202"/>
                    </a:lnTo>
                    <a:lnTo>
                      <a:pt x="1304" y="1165"/>
                    </a:lnTo>
                    <a:lnTo>
                      <a:pt x="1303" y="1239"/>
                    </a:lnTo>
                    <a:lnTo>
                      <a:pt x="1891" y="1578"/>
                    </a:lnTo>
                    <a:lnTo>
                      <a:pt x="1956" y="1542"/>
                    </a:lnTo>
                    <a:lnTo>
                      <a:pt x="1956" y="1615"/>
                    </a:lnTo>
                    <a:lnTo>
                      <a:pt x="2543" y="1955"/>
                    </a:lnTo>
                    <a:lnTo>
                      <a:pt x="2607" y="1918"/>
                    </a:lnTo>
                    <a:lnTo>
                      <a:pt x="2607" y="1992"/>
                    </a:lnTo>
                    <a:lnTo>
                      <a:pt x="3194" y="2331"/>
                    </a:lnTo>
                    <a:lnTo>
                      <a:pt x="3258" y="2294"/>
                    </a:lnTo>
                    <a:lnTo>
                      <a:pt x="3258" y="2368"/>
                    </a:lnTo>
                    <a:lnTo>
                      <a:pt x="3847" y="2708"/>
                    </a:lnTo>
                    <a:lnTo>
                      <a:pt x="4431" y="2368"/>
                    </a:lnTo>
                    <a:lnTo>
                      <a:pt x="4431" y="2221"/>
                    </a:lnTo>
                    <a:lnTo>
                      <a:pt x="3842" y="1883"/>
                    </a:lnTo>
                    <a:lnTo>
                      <a:pt x="3779" y="1919"/>
                    </a:lnTo>
                    <a:lnTo>
                      <a:pt x="3779" y="1846"/>
                    </a:lnTo>
                    <a:lnTo>
                      <a:pt x="3191" y="1506"/>
                    </a:lnTo>
                    <a:lnTo>
                      <a:pt x="3128" y="1543"/>
                    </a:lnTo>
                    <a:lnTo>
                      <a:pt x="3128" y="1469"/>
                    </a:lnTo>
                    <a:lnTo>
                      <a:pt x="2539" y="1130"/>
                    </a:lnTo>
                    <a:lnTo>
                      <a:pt x="2476" y="1167"/>
                    </a:lnTo>
                    <a:lnTo>
                      <a:pt x="2476" y="1093"/>
                    </a:lnTo>
                    <a:lnTo>
                      <a:pt x="1888" y="753"/>
                    </a:lnTo>
                    <a:lnTo>
                      <a:pt x="1825" y="790"/>
                    </a:lnTo>
                    <a:lnTo>
                      <a:pt x="1825" y="717"/>
                    </a:lnTo>
                    <a:lnTo>
                      <a:pt x="1237" y="377"/>
                    </a:lnTo>
                    <a:lnTo>
                      <a:pt x="1172" y="414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3"/>
              <p:cNvSpPr/>
              <p:nvPr/>
            </p:nvSpPr>
            <p:spPr>
              <a:xfrm>
                <a:off x="1563125" y="2776675"/>
                <a:ext cx="143125" cy="86475"/>
              </a:xfrm>
              <a:custGeom>
                <a:avLst/>
                <a:gdLst/>
                <a:ahLst/>
                <a:cxnLst/>
                <a:rect l="l" t="t" r="r" b="b"/>
                <a:pathLst>
                  <a:path w="5725" h="3459" extrusionOk="0">
                    <a:moveTo>
                      <a:pt x="1877" y="1"/>
                    </a:moveTo>
                    <a:lnTo>
                      <a:pt x="1294" y="340"/>
                    </a:lnTo>
                    <a:lnTo>
                      <a:pt x="1294" y="414"/>
                    </a:lnTo>
                    <a:lnTo>
                      <a:pt x="1231" y="377"/>
                    </a:lnTo>
                    <a:lnTo>
                      <a:pt x="648" y="717"/>
                    </a:lnTo>
                    <a:lnTo>
                      <a:pt x="648" y="789"/>
                    </a:lnTo>
                    <a:lnTo>
                      <a:pt x="585" y="753"/>
                    </a:lnTo>
                    <a:lnTo>
                      <a:pt x="1" y="1093"/>
                    </a:lnTo>
                    <a:lnTo>
                      <a:pt x="1" y="1239"/>
                    </a:lnTo>
                    <a:lnTo>
                      <a:pt x="588" y="1578"/>
                    </a:lnTo>
                    <a:lnTo>
                      <a:pt x="652" y="1542"/>
                    </a:lnTo>
                    <a:lnTo>
                      <a:pt x="652" y="1615"/>
                    </a:lnTo>
                    <a:lnTo>
                      <a:pt x="3195" y="3082"/>
                    </a:lnTo>
                    <a:lnTo>
                      <a:pt x="3259" y="3046"/>
                    </a:lnTo>
                    <a:lnTo>
                      <a:pt x="3259" y="3119"/>
                    </a:lnTo>
                    <a:lnTo>
                      <a:pt x="3846" y="3459"/>
                    </a:lnTo>
                    <a:lnTo>
                      <a:pt x="4431" y="3119"/>
                    </a:lnTo>
                    <a:lnTo>
                      <a:pt x="4431" y="3047"/>
                    </a:lnTo>
                    <a:lnTo>
                      <a:pt x="4494" y="3082"/>
                    </a:lnTo>
                    <a:lnTo>
                      <a:pt x="5077" y="2743"/>
                    </a:lnTo>
                    <a:lnTo>
                      <a:pt x="5077" y="2669"/>
                    </a:lnTo>
                    <a:lnTo>
                      <a:pt x="5140" y="2706"/>
                    </a:lnTo>
                    <a:lnTo>
                      <a:pt x="5725" y="2367"/>
                    </a:lnTo>
                    <a:lnTo>
                      <a:pt x="5725" y="2221"/>
                    </a:lnTo>
                    <a:lnTo>
                      <a:pt x="5137" y="1881"/>
                    </a:lnTo>
                    <a:lnTo>
                      <a:pt x="5072" y="1918"/>
                    </a:lnTo>
                    <a:lnTo>
                      <a:pt x="5072" y="1844"/>
                    </a:lnTo>
                    <a:lnTo>
                      <a:pt x="4485" y="1505"/>
                    </a:lnTo>
                    <a:lnTo>
                      <a:pt x="4421" y="1542"/>
                    </a:lnTo>
                    <a:lnTo>
                      <a:pt x="4421" y="1468"/>
                    </a:lnTo>
                    <a:lnTo>
                      <a:pt x="3832" y="1128"/>
                    </a:lnTo>
                    <a:lnTo>
                      <a:pt x="3769" y="1165"/>
                    </a:lnTo>
                    <a:lnTo>
                      <a:pt x="3769" y="1091"/>
                    </a:lnTo>
                    <a:lnTo>
                      <a:pt x="3181" y="752"/>
                    </a:lnTo>
                    <a:lnTo>
                      <a:pt x="3116" y="790"/>
                    </a:lnTo>
                    <a:lnTo>
                      <a:pt x="3116" y="717"/>
                    </a:lnTo>
                    <a:lnTo>
                      <a:pt x="2530" y="377"/>
                    </a:lnTo>
                    <a:lnTo>
                      <a:pt x="2465" y="414"/>
                    </a:lnTo>
                    <a:lnTo>
                      <a:pt x="2465" y="340"/>
                    </a:ln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1747100" y="28376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4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1732400" y="28376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3"/>
              <p:cNvSpPr/>
              <p:nvPr/>
            </p:nvSpPr>
            <p:spPr>
              <a:xfrm>
                <a:off x="1732400" y="2829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2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3"/>
              <p:cNvSpPr/>
              <p:nvPr/>
            </p:nvSpPr>
            <p:spPr>
              <a:xfrm>
                <a:off x="1763375" y="28470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3"/>
              <p:cNvSpPr/>
              <p:nvPr/>
            </p:nvSpPr>
            <p:spPr>
              <a:xfrm>
                <a:off x="1748675" y="28470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1748675" y="28386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4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1779675" y="285650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1764950" y="285650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2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1765000" y="28480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7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1731325" y="2846850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1716600" y="284685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1716600" y="28383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1747600" y="2856250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3"/>
              <p:cNvSpPr/>
              <p:nvPr/>
            </p:nvSpPr>
            <p:spPr>
              <a:xfrm>
                <a:off x="1732900" y="28562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3"/>
              <p:cNvSpPr/>
              <p:nvPr/>
            </p:nvSpPr>
            <p:spPr>
              <a:xfrm>
                <a:off x="1732900" y="28477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3"/>
              <p:cNvSpPr/>
              <p:nvPr/>
            </p:nvSpPr>
            <p:spPr>
              <a:xfrm>
                <a:off x="1763875" y="28656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3"/>
              <p:cNvSpPr/>
              <p:nvPr/>
            </p:nvSpPr>
            <p:spPr>
              <a:xfrm>
                <a:off x="1749175" y="28656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3"/>
              <p:cNvSpPr/>
              <p:nvPr/>
            </p:nvSpPr>
            <p:spPr>
              <a:xfrm>
                <a:off x="1749175" y="2857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1724300" y="286982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5" y="0"/>
                    </a:moveTo>
                    <a:lnTo>
                      <a:pt x="2" y="340"/>
                    </a:lnTo>
                    <a:lnTo>
                      <a:pt x="0" y="486"/>
                    </a:lnTo>
                    <a:lnTo>
                      <a:pt x="0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1709625" y="286982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7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3"/>
              <p:cNvSpPr/>
              <p:nvPr/>
            </p:nvSpPr>
            <p:spPr>
              <a:xfrm>
                <a:off x="1709625" y="286132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2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>
                <a:off x="1691825" y="286982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>
                <a:off x="1677125" y="286982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3"/>
              <p:cNvSpPr/>
              <p:nvPr/>
            </p:nvSpPr>
            <p:spPr>
              <a:xfrm>
                <a:off x="1677125" y="286132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1708125" y="28791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1693400" y="28791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3"/>
              <p:cNvSpPr/>
              <p:nvPr/>
            </p:nvSpPr>
            <p:spPr>
              <a:xfrm>
                <a:off x="1693400" y="28707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5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1724400" y="288860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3"/>
              <p:cNvSpPr/>
              <p:nvPr/>
            </p:nvSpPr>
            <p:spPr>
              <a:xfrm>
                <a:off x="1709700" y="288860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2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3"/>
              <p:cNvSpPr/>
              <p:nvPr/>
            </p:nvSpPr>
            <p:spPr>
              <a:xfrm>
                <a:off x="1709725" y="28801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8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3"/>
              <p:cNvSpPr/>
              <p:nvPr/>
            </p:nvSpPr>
            <p:spPr>
              <a:xfrm>
                <a:off x="1633075" y="277185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/>
              <p:nvPr/>
            </p:nvSpPr>
            <p:spPr>
              <a:xfrm>
                <a:off x="1618375" y="27718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8" y="486"/>
                    </a:lnTo>
                    <a:lnTo>
                      <a:pt x="588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1618375" y="2763350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8" y="680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1649350" y="2781250"/>
                <a:ext cx="146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6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1634650" y="27812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2" y="1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1634675" y="2772775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588" y="679"/>
                    </a:lnTo>
                    <a:lnTo>
                      <a:pt x="1173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3"/>
              <p:cNvSpPr/>
              <p:nvPr/>
            </p:nvSpPr>
            <p:spPr>
              <a:xfrm>
                <a:off x="1665650" y="2790650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5" y="14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3"/>
              <p:cNvSpPr/>
              <p:nvPr/>
            </p:nvSpPr>
            <p:spPr>
              <a:xfrm>
                <a:off x="1650925" y="2790650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3"/>
              <p:cNvSpPr/>
              <p:nvPr/>
            </p:nvSpPr>
            <p:spPr>
              <a:xfrm>
                <a:off x="1650975" y="2782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7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1681925" y="280007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3"/>
              <p:cNvSpPr/>
              <p:nvPr/>
            </p:nvSpPr>
            <p:spPr>
              <a:xfrm>
                <a:off x="1667250" y="2800075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8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3"/>
              <p:cNvSpPr/>
              <p:nvPr/>
            </p:nvSpPr>
            <p:spPr>
              <a:xfrm>
                <a:off x="1667250" y="27915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3"/>
              <p:cNvSpPr/>
              <p:nvPr/>
            </p:nvSpPr>
            <p:spPr>
              <a:xfrm>
                <a:off x="1698200" y="28094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1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/>
              <p:nvPr/>
            </p:nvSpPr>
            <p:spPr>
              <a:xfrm>
                <a:off x="1683550" y="28094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7" y="486"/>
                    </a:lnTo>
                    <a:lnTo>
                      <a:pt x="588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1683550" y="28010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8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1714525" y="2818850"/>
                <a:ext cx="1462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8" extrusionOk="0">
                    <a:moveTo>
                      <a:pt x="585" y="1"/>
                    </a:moveTo>
                    <a:lnTo>
                      <a:pt x="1" y="342"/>
                    </a:lnTo>
                    <a:lnTo>
                      <a:pt x="1" y="488"/>
                    </a:lnTo>
                    <a:lnTo>
                      <a:pt x="585" y="148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1699825" y="2818850"/>
                <a:ext cx="1472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8" extrusionOk="0">
                    <a:moveTo>
                      <a:pt x="0" y="1"/>
                    </a:moveTo>
                    <a:lnTo>
                      <a:pt x="0" y="148"/>
                    </a:lnTo>
                    <a:lnTo>
                      <a:pt x="589" y="488"/>
                    </a:lnTo>
                    <a:lnTo>
                      <a:pt x="589" y="3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1699825" y="28104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39"/>
                    </a:lnTo>
                    <a:lnTo>
                      <a:pt x="589" y="680"/>
                    </a:lnTo>
                    <a:lnTo>
                      <a:pt x="1173" y="339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1610175" y="27851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1595475" y="27851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1595475" y="27766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1626475" y="2794575"/>
                <a:ext cx="146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7" extrusionOk="0">
                    <a:moveTo>
                      <a:pt x="584" y="1"/>
                    </a:moveTo>
                    <a:lnTo>
                      <a:pt x="0" y="339"/>
                    </a:lnTo>
                    <a:lnTo>
                      <a:pt x="0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1611750" y="27945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1611750" y="2786100"/>
                <a:ext cx="2932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78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8"/>
                    </a:lnTo>
                    <a:lnTo>
                      <a:pt x="1173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1642750" y="280395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162805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3"/>
              <p:cNvSpPr/>
              <p:nvPr/>
            </p:nvSpPr>
            <p:spPr>
              <a:xfrm>
                <a:off x="1628050" y="2795450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3"/>
              <p:cNvSpPr/>
              <p:nvPr/>
            </p:nvSpPr>
            <p:spPr>
              <a:xfrm>
                <a:off x="1659025" y="2813350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3"/>
              <p:cNvSpPr/>
              <p:nvPr/>
            </p:nvSpPr>
            <p:spPr>
              <a:xfrm>
                <a:off x="1644325" y="28133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3"/>
              <p:cNvSpPr/>
              <p:nvPr/>
            </p:nvSpPr>
            <p:spPr>
              <a:xfrm>
                <a:off x="1644375" y="28048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7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3"/>
              <p:cNvSpPr/>
              <p:nvPr/>
            </p:nvSpPr>
            <p:spPr>
              <a:xfrm>
                <a:off x="1675325" y="282277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0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3"/>
              <p:cNvSpPr/>
              <p:nvPr/>
            </p:nvSpPr>
            <p:spPr>
              <a:xfrm>
                <a:off x="1660600" y="2822775"/>
                <a:ext cx="147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486" extrusionOk="0">
                    <a:moveTo>
                      <a:pt x="2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91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1660650" y="28142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1691600" y="28321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1676925" y="28321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8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1676925" y="28237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3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1593975" y="27945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39"/>
                    </a:lnTo>
                    <a:lnTo>
                      <a:pt x="0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1579300" y="27945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7" y="486"/>
                    </a:lnTo>
                    <a:lnTo>
                      <a:pt x="589" y="3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1579300" y="2786100"/>
                <a:ext cx="2932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78" extrusionOk="0">
                    <a:moveTo>
                      <a:pt x="584" y="0"/>
                    </a:moveTo>
                    <a:lnTo>
                      <a:pt x="1" y="340"/>
                    </a:lnTo>
                    <a:lnTo>
                      <a:pt x="589" y="678"/>
                    </a:lnTo>
                    <a:lnTo>
                      <a:pt x="1173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1610250" y="2803950"/>
                <a:ext cx="146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159560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7" y="486"/>
                    </a:lnTo>
                    <a:lnTo>
                      <a:pt x="588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3"/>
              <p:cNvSpPr/>
              <p:nvPr/>
            </p:nvSpPr>
            <p:spPr>
              <a:xfrm>
                <a:off x="1595600" y="27954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8" y="680"/>
                    </a:lnTo>
                    <a:lnTo>
                      <a:pt x="1172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3"/>
              <p:cNvSpPr/>
              <p:nvPr/>
            </p:nvSpPr>
            <p:spPr>
              <a:xfrm>
                <a:off x="1626575" y="2813350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1611875" y="28133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3"/>
              <p:cNvSpPr/>
              <p:nvPr/>
            </p:nvSpPr>
            <p:spPr>
              <a:xfrm>
                <a:off x="1611875" y="28048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3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3"/>
              <p:cNvSpPr/>
              <p:nvPr/>
            </p:nvSpPr>
            <p:spPr>
              <a:xfrm>
                <a:off x="1642875" y="2822775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3"/>
              <p:cNvSpPr/>
              <p:nvPr/>
            </p:nvSpPr>
            <p:spPr>
              <a:xfrm>
                <a:off x="1628150" y="2822775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3"/>
              <p:cNvSpPr/>
              <p:nvPr/>
            </p:nvSpPr>
            <p:spPr>
              <a:xfrm>
                <a:off x="1628150" y="28142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1659150" y="2832175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1644450" y="28321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1644450" y="28237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2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1675425" y="28415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1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1660725" y="28415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1660725" y="28331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4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1577800" y="2803950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3"/>
              <p:cNvSpPr/>
              <p:nvPr/>
            </p:nvSpPr>
            <p:spPr>
              <a:xfrm>
                <a:off x="156310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3"/>
              <p:cNvSpPr/>
              <p:nvPr/>
            </p:nvSpPr>
            <p:spPr>
              <a:xfrm>
                <a:off x="1563100" y="27954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3"/>
              <p:cNvSpPr/>
              <p:nvPr/>
            </p:nvSpPr>
            <p:spPr>
              <a:xfrm>
                <a:off x="1642950" y="28415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41"/>
                    </a:lnTo>
                    <a:lnTo>
                      <a:pt x="0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3"/>
              <p:cNvSpPr/>
              <p:nvPr/>
            </p:nvSpPr>
            <p:spPr>
              <a:xfrm>
                <a:off x="1579375" y="2813350"/>
                <a:ext cx="63625" cy="40400"/>
              </a:xfrm>
              <a:custGeom>
                <a:avLst/>
                <a:gdLst/>
                <a:ahLst/>
                <a:cxnLst/>
                <a:rect l="l" t="t" r="r" b="b"/>
                <a:pathLst>
                  <a:path w="2545" h="1616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2543" y="1615"/>
                    </a:lnTo>
                    <a:lnTo>
                      <a:pt x="2545" y="147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1579425" y="2804875"/>
                <a:ext cx="78175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809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2543" y="1809"/>
                    </a:lnTo>
                    <a:lnTo>
                      <a:pt x="3127" y="1469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3"/>
              <p:cNvSpPr/>
              <p:nvPr/>
            </p:nvSpPr>
            <p:spPr>
              <a:xfrm>
                <a:off x="1659275" y="2851000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1644550" y="285100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3"/>
              <p:cNvSpPr/>
              <p:nvPr/>
            </p:nvSpPr>
            <p:spPr>
              <a:xfrm>
                <a:off x="1644550" y="28425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3"/>
              <p:cNvSpPr/>
              <p:nvPr/>
            </p:nvSpPr>
            <p:spPr>
              <a:xfrm>
                <a:off x="1643825" y="2627050"/>
                <a:ext cx="16690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6676" h="8245" extrusionOk="0">
                    <a:moveTo>
                      <a:pt x="2182" y="1123"/>
                    </a:moveTo>
                    <a:lnTo>
                      <a:pt x="5766" y="3193"/>
                    </a:lnTo>
                    <a:lnTo>
                      <a:pt x="5757" y="6247"/>
                    </a:lnTo>
                    <a:lnTo>
                      <a:pt x="2173" y="4178"/>
                    </a:lnTo>
                    <a:lnTo>
                      <a:pt x="2182" y="1123"/>
                    </a:lnTo>
                    <a:close/>
                    <a:moveTo>
                      <a:pt x="1486" y="0"/>
                    </a:moveTo>
                    <a:lnTo>
                      <a:pt x="1472" y="5247"/>
                    </a:lnTo>
                    <a:lnTo>
                      <a:pt x="1" y="4397"/>
                    </a:lnTo>
                    <a:lnTo>
                      <a:pt x="1" y="4397"/>
                    </a:lnTo>
                    <a:lnTo>
                      <a:pt x="6662" y="8244"/>
                    </a:lnTo>
                    <a:lnTo>
                      <a:pt x="6676" y="2996"/>
                    </a:lnTo>
                    <a:lnTo>
                      <a:pt x="1486" y="0"/>
                    </a:ln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1643875" y="2605775"/>
                <a:ext cx="37150" cy="152425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6097" extrusionOk="0">
                    <a:moveTo>
                      <a:pt x="163" y="282"/>
                    </a:moveTo>
                    <a:lnTo>
                      <a:pt x="719" y="604"/>
                    </a:lnTo>
                    <a:lnTo>
                      <a:pt x="718" y="1222"/>
                    </a:lnTo>
                    <a:lnTo>
                      <a:pt x="160" y="899"/>
                    </a:lnTo>
                    <a:lnTo>
                      <a:pt x="163" y="282"/>
                    </a:lnTo>
                    <a:close/>
                    <a:moveTo>
                      <a:pt x="781" y="639"/>
                    </a:moveTo>
                    <a:lnTo>
                      <a:pt x="1337" y="961"/>
                    </a:lnTo>
                    <a:lnTo>
                      <a:pt x="1335" y="1578"/>
                    </a:lnTo>
                    <a:lnTo>
                      <a:pt x="779" y="1256"/>
                    </a:lnTo>
                    <a:lnTo>
                      <a:pt x="781" y="639"/>
                    </a:lnTo>
                    <a:close/>
                    <a:moveTo>
                      <a:pt x="160" y="970"/>
                    </a:moveTo>
                    <a:lnTo>
                      <a:pt x="718" y="1291"/>
                    </a:lnTo>
                    <a:lnTo>
                      <a:pt x="716" y="1908"/>
                    </a:lnTo>
                    <a:lnTo>
                      <a:pt x="158" y="1587"/>
                    </a:lnTo>
                    <a:lnTo>
                      <a:pt x="160" y="970"/>
                    </a:lnTo>
                    <a:close/>
                    <a:moveTo>
                      <a:pt x="779" y="1326"/>
                    </a:moveTo>
                    <a:lnTo>
                      <a:pt x="1335" y="1649"/>
                    </a:lnTo>
                    <a:lnTo>
                      <a:pt x="1334" y="2266"/>
                    </a:lnTo>
                    <a:lnTo>
                      <a:pt x="777" y="1944"/>
                    </a:lnTo>
                    <a:lnTo>
                      <a:pt x="779" y="1326"/>
                    </a:lnTo>
                    <a:close/>
                    <a:moveTo>
                      <a:pt x="158" y="1658"/>
                    </a:moveTo>
                    <a:lnTo>
                      <a:pt x="714" y="1979"/>
                    </a:lnTo>
                    <a:lnTo>
                      <a:pt x="713" y="2597"/>
                    </a:lnTo>
                    <a:lnTo>
                      <a:pt x="157" y="2274"/>
                    </a:lnTo>
                    <a:lnTo>
                      <a:pt x="158" y="1658"/>
                    </a:lnTo>
                    <a:close/>
                    <a:moveTo>
                      <a:pt x="776" y="2014"/>
                    </a:moveTo>
                    <a:lnTo>
                      <a:pt x="1334" y="2336"/>
                    </a:lnTo>
                    <a:lnTo>
                      <a:pt x="1332" y="2953"/>
                    </a:lnTo>
                    <a:lnTo>
                      <a:pt x="774" y="2632"/>
                    </a:lnTo>
                    <a:lnTo>
                      <a:pt x="776" y="2014"/>
                    </a:lnTo>
                    <a:close/>
                    <a:moveTo>
                      <a:pt x="157" y="2345"/>
                    </a:moveTo>
                    <a:lnTo>
                      <a:pt x="713" y="2667"/>
                    </a:lnTo>
                    <a:lnTo>
                      <a:pt x="711" y="3285"/>
                    </a:lnTo>
                    <a:lnTo>
                      <a:pt x="154" y="2962"/>
                    </a:lnTo>
                    <a:lnTo>
                      <a:pt x="157" y="2345"/>
                    </a:lnTo>
                    <a:close/>
                    <a:moveTo>
                      <a:pt x="774" y="2701"/>
                    </a:moveTo>
                    <a:lnTo>
                      <a:pt x="1332" y="3024"/>
                    </a:lnTo>
                    <a:lnTo>
                      <a:pt x="1329" y="3641"/>
                    </a:lnTo>
                    <a:lnTo>
                      <a:pt x="773" y="3319"/>
                    </a:lnTo>
                    <a:lnTo>
                      <a:pt x="774" y="2701"/>
                    </a:lnTo>
                    <a:close/>
                    <a:moveTo>
                      <a:pt x="154" y="3033"/>
                    </a:moveTo>
                    <a:lnTo>
                      <a:pt x="711" y="3354"/>
                    </a:lnTo>
                    <a:lnTo>
                      <a:pt x="710" y="3972"/>
                    </a:lnTo>
                    <a:lnTo>
                      <a:pt x="152" y="3651"/>
                    </a:lnTo>
                    <a:lnTo>
                      <a:pt x="154" y="3033"/>
                    </a:lnTo>
                    <a:close/>
                    <a:moveTo>
                      <a:pt x="773" y="3389"/>
                    </a:moveTo>
                    <a:lnTo>
                      <a:pt x="1329" y="3712"/>
                    </a:lnTo>
                    <a:lnTo>
                      <a:pt x="1327" y="4330"/>
                    </a:lnTo>
                    <a:lnTo>
                      <a:pt x="771" y="4007"/>
                    </a:lnTo>
                    <a:lnTo>
                      <a:pt x="773" y="3389"/>
                    </a:lnTo>
                    <a:close/>
                    <a:moveTo>
                      <a:pt x="876" y="4807"/>
                    </a:moveTo>
                    <a:lnTo>
                      <a:pt x="876" y="4992"/>
                    </a:lnTo>
                    <a:lnTo>
                      <a:pt x="714" y="4900"/>
                    </a:lnTo>
                    <a:lnTo>
                      <a:pt x="714" y="5084"/>
                    </a:lnTo>
                    <a:lnTo>
                      <a:pt x="1037" y="5270"/>
                    </a:lnTo>
                    <a:lnTo>
                      <a:pt x="1037" y="4900"/>
                    </a:lnTo>
                    <a:lnTo>
                      <a:pt x="876" y="4807"/>
                    </a:lnTo>
                    <a:close/>
                    <a:moveTo>
                      <a:pt x="321" y="4028"/>
                    </a:moveTo>
                    <a:lnTo>
                      <a:pt x="877" y="4351"/>
                    </a:lnTo>
                    <a:lnTo>
                      <a:pt x="877" y="4671"/>
                    </a:lnTo>
                    <a:lnTo>
                      <a:pt x="1155" y="4832"/>
                    </a:lnTo>
                    <a:lnTo>
                      <a:pt x="1154" y="5473"/>
                    </a:lnTo>
                    <a:lnTo>
                      <a:pt x="598" y="5150"/>
                    </a:lnTo>
                    <a:lnTo>
                      <a:pt x="599" y="4830"/>
                    </a:lnTo>
                    <a:lnTo>
                      <a:pt x="320" y="4669"/>
                    </a:lnTo>
                    <a:lnTo>
                      <a:pt x="318" y="4669"/>
                    </a:lnTo>
                    <a:lnTo>
                      <a:pt x="321" y="4028"/>
                    </a:lnTo>
                    <a:close/>
                    <a:moveTo>
                      <a:pt x="15" y="0"/>
                    </a:moveTo>
                    <a:lnTo>
                      <a:pt x="0" y="5247"/>
                    </a:lnTo>
                    <a:lnTo>
                      <a:pt x="1470" y="6096"/>
                    </a:lnTo>
                    <a:lnTo>
                      <a:pt x="1486" y="848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3"/>
              <p:cNvSpPr/>
              <p:nvPr/>
            </p:nvSpPr>
            <p:spPr>
              <a:xfrm>
                <a:off x="1647850" y="2612850"/>
                <a:ext cx="13975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939" extrusionOk="0">
                    <a:moveTo>
                      <a:pt x="2" y="0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59" y="32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3"/>
              <p:cNvSpPr/>
              <p:nvPr/>
            </p:nvSpPr>
            <p:spPr>
              <a:xfrm>
                <a:off x="1663300" y="2621750"/>
                <a:ext cx="14000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1" extrusionOk="0">
                    <a:moveTo>
                      <a:pt x="2" y="0"/>
                    </a:moveTo>
                    <a:lnTo>
                      <a:pt x="0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3"/>
              <p:cNvSpPr/>
              <p:nvPr/>
            </p:nvSpPr>
            <p:spPr>
              <a:xfrm>
                <a:off x="1647775" y="2630000"/>
                <a:ext cx="14000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1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3"/>
              <p:cNvSpPr/>
              <p:nvPr/>
            </p:nvSpPr>
            <p:spPr>
              <a:xfrm>
                <a:off x="1663250" y="2638950"/>
                <a:ext cx="140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940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60" y="322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1647750" y="2647225"/>
                <a:ext cx="140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39" extrusionOk="0">
                    <a:moveTo>
                      <a:pt x="2" y="0"/>
                    </a:moveTo>
                    <a:lnTo>
                      <a:pt x="0" y="618"/>
                    </a:lnTo>
                    <a:lnTo>
                      <a:pt x="558" y="939"/>
                    </a:lnTo>
                    <a:lnTo>
                      <a:pt x="559" y="32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>
                <a:off x="1663175" y="2656125"/>
                <a:ext cx="14025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941" extrusionOk="0">
                    <a:moveTo>
                      <a:pt x="4" y="0"/>
                    </a:moveTo>
                    <a:lnTo>
                      <a:pt x="1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>
                <a:off x="1647700" y="2664425"/>
                <a:ext cx="140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39" extrusionOk="0">
                    <a:moveTo>
                      <a:pt x="2" y="0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60" y="32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>
                <a:off x="1663150" y="2673325"/>
                <a:ext cx="1400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0" extrusionOk="0">
                    <a:moveTo>
                      <a:pt x="2" y="1"/>
                    </a:moveTo>
                    <a:lnTo>
                      <a:pt x="0" y="618"/>
                    </a:lnTo>
                    <a:lnTo>
                      <a:pt x="558" y="939"/>
                    </a:lnTo>
                    <a:lnTo>
                      <a:pt x="559" y="323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>
                <a:off x="1647625" y="2681575"/>
                <a:ext cx="14000" cy="235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2" extrusionOk="0">
                    <a:moveTo>
                      <a:pt x="4" y="1"/>
                    </a:moveTo>
                    <a:lnTo>
                      <a:pt x="1" y="619"/>
                    </a:lnTo>
                    <a:lnTo>
                      <a:pt x="558" y="941"/>
                    </a:lnTo>
                    <a:lnTo>
                      <a:pt x="560" y="324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1663100" y="2690525"/>
                <a:ext cx="1400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0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8" y="940"/>
                    </a:lnTo>
                    <a:lnTo>
                      <a:pt x="560" y="322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3"/>
              <p:cNvSpPr/>
              <p:nvPr/>
            </p:nvSpPr>
            <p:spPr>
              <a:xfrm>
                <a:off x="1658775" y="2722575"/>
                <a:ext cx="14000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01" extrusionOk="0">
                    <a:moveTo>
                      <a:pt x="281" y="0"/>
                    </a:moveTo>
                    <a:lnTo>
                      <a:pt x="280" y="135"/>
                    </a:lnTo>
                    <a:lnTo>
                      <a:pt x="441" y="228"/>
                    </a:lnTo>
                    <a:lnTo>
                      <a:pt x="440" y="598"/>
                    </a:lnTo>
                    <a:lnTo>
                      <a:pt x="118" y="412"/>
                    </a:lnTo>
                    <a:lnTo>
                      <a:pt x="118" y="228"/>
                    </a:lnTo>
                    <a:lnTo>
                      <a:pt x="2" y="160"/>
                    </a:lnTo>
                    <a:lnTo>
                      <a:pt x="0" y="479"/>
                    </a:lnTo>
                    <a:lnTo>
                      <a:pt x="558" y="801"/>
                    </a:lnTo>
                    <a:lnTo>
                      <a:pt x="559" y="161"/>
                    </a:lnTo>
                    <a:lnTo>
                      <a:pt x="281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>
                <a:off x="1651825" y="2706500"/>
                <a:ext cx="14000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63" extrusionOk="0">
                    <a:moveTo>
                      <a:pt x="3" y="1"/>
                    </a:moveTo>
                    <a:lnTo>
                      <a:pt x="0" y="642"/>
                    </a:lnTo>
                    <a:lnTo>
                      <a:pt x="280" y="803"/>
                    </a:lnTo>
                    <a:lnTo>
                      <a:pt x="396" y="871"/>
                    </a:lnTo>
                    <a:lnTo>
                      <a:pt x="558" y="963"/>
                    </a:lnTo>
                    <a:lnTo>
                      <a:pt x="558" y="778"/>
                    </a:lnTo>
                    <a:lnTo>
                      <a:pt x="559" y="643"/>
                    </a:lnTo>
                    <a:lnTo>
                      <a:pt x="559" y="322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>
                <a:off x="1698175" y="2655175"/>
                <a:ext cx="89825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5122" extrusionOk="0">
                    <a:moveTo>
                      <a:pt x="767" y="1435"/>
                    </a:moveTo>
                    <a:cubicBezTo>
                      <a:pt x="779" y="1435"/>
                      <a:pt x="792" y="1439"/>
                      <a:pt x="805" y="1447"/>
                    </a:cubicBezTo>
                    <a:cubicBezTo>
                      <a:pt x="851" y="1478"/>
                      <a:pt x="882" y="1527"/>
                      <a:pt x="890" y="1582"/>
                    </a:cubicBezTo>
                    <a:lnTo>
                      <a:pt x="1699" y="2049"/>
                    </a:lnTo>
                    <a:lnTo>
                      <a:pt x="1699" y="1951"/>
                    </a:lnTo>
                    <a:lnTo>
                      <a:pt x="1895" y="2065"/>
                    </a:lnTo>
                    <a:lnTo>
                      <a:pt x="1895" y="2163"/>
                    </a:lnTo>
                    <a:lnTo>
                      <a:pt x="2646" y="2596"/>
                    </a:lnTo>
                    <a:cubicBezTo>
                      <a:pt x="2650" y="2566"/>
                      <a:pt x="2668" y="2549"/>
                      <a:pt x="2692" y="2549"/>
                    </a:cubicBezTo>
                    <a:cubicBezTo>
                      <a:pt x="2703" y="2549"/>
                      <a:pt x="2716" y="2553"/>
                      <a:pt x="2730" y="2561"/>
                    </a:cubicBezTo>
                    <a:cubicBezTo>
                      <a:pt x="2781" y="2593"/>
                      <a:pt x="2813" y="2649"/>
                      <a:pt x="2816" y="2708"/>
                    </a:cubicBezTo>
                    <a:cubicBezTo>
                      <a:pt x="2816" y="2715"/>
                      <a:pt x="2815" y="2721"/>
                      <a:pt x="2815" y="2725"/>
                    </a:cubicBezTo>
                    <a:lnTo>
                      <a:pt x="3031" y="2934"/>
                    </a:lnTo>
                    <a:lnTo>
                      <a:pt x="2879" y="2917"/>
                    </a:lnTo>
                    <a:lnTo>
                      <a:pt x="2816" y="3056"/>
                    </a:lnTo>
                    <a:lnTo>
                      <a:pt x="2746" y="2765"/>
                    </a:lnTo>
                    <a:cubicBezTo>
                      <a:pt x="2740" y="2764"/>
                      <a:pt x="2735" y="2761"/>
                      <a:pt x="2730" y="2758"/>
                    </a:cubicBezTo>
                    <a:cubicBezTo>
                      <a:pt x="2683" y="2727"/>
                      <a:pt x="2652" y="2678"/>
                      <a:pt x="2646" y="2622"/>
                    </a:cubicBezTo>
                    <a:lnTo>
                      <a:pt x="2008" y="2255"/>
                    </a:lnTo>
                    <a:lnTo>
                      <a:pt x="2008" y="2255"/>
                    </a:lnTo>
                    <a:cubicBezTo>
                      <a:pt x="2375" y="2569"/>
                      <a:pt x="2658" y="3086"/>
                      <a:pt x="2704" y="3553"/>
                    </a:cubicBezTo>
                    <a:lnTo>
                      <a:pt x="2798" y="3607"/>
                    </a:lnTo>
                    <a:lnTo>
                      <a:pt x="2798" y="3831"/>
                    </a:lnTo>
                    <a:lnTo>
                      <a:pt x="2601" y="3718"/>
                    </a:lnTo>
                    <a:lnTo>
                      <a:pt x="2601" y="3493"/>
                    </a:lnTo>
                    <a:lnTo>
                      <a:pt x="2680" y="3538"/>
                    </a:lnTo>
                    <a:cubicBezTo>
                      <a:pt x="2629" y="3042"/>
                      <a:pt x="2303" y="2483"/>
                      <a:pt x="1895" y="2195"/>
                    </a:cubicBezTo>
                    <a:lnTo>
                      <a:pt x="1895" y="2289"/>
                    </a:lnTo>
                    <a:lnTo>
                      <a:pt x="1699" y="2175"/>
                    </a:lnTo>
                    <a:lnTo>
                      <a:pt x="1699" y="2083"/>
                    </a:lnTo>
                    <a:cubicBezTo>
                      <a:pt x="1592" y="2035"/>
                      <a:pt x="1491" y="2012"/>
                      <a:pt x="1398" y="2012"/>
                    </a:cubicBezTo>
                    <a:cubicBezTo>
                      <a:pt x="1138" y="2012"/>
                      <a:pt x="949" y="2195"/>
                      <a:pt x="910" y="2516"/>
                    </a:cubicBezTo>
                    <a:lnTo>
                      <a:pt x="987" y="2561"/>
                    </a:lnTo>
                    <a:lnTo>
                      <a:pt x="987" y="2785"/>
                    </a:lnTo>
                    <a:lnTo>
                      <a:pt x="790" y="2673"/>
                    </a:lnTo>
                    <a:lnTo>
                      <a:pt x="790" y="2447"/>
                    </a:lnTo>
                    <a:lnTo>
                      <a:pt x="885" y="2503"/>
                    </a:lnTo>
                    <a:cubicBezTo>
                      <a:pt x="925" y="2169"/>
                      <a:pt x="1119" y="1979"/>
                      <a:pt x="1388" y="1979"/>
                    </a:cubicBezTo>
                    <a:cubicBezTo>
                      <a:pt x="1451" y="1979"/>
                      <a:pt x="1518" y="1990"/>
                      <a:pt x="1587" y="2011"/>
                    </a:cubicBezTo>
                    <a:lnTo>
                      <a:pt x="890" y="1610"/>
                    </a:lnTo>
                    <a:cubicBezTo>
                      <a:pt x="886" y="1639"/>
                      <a:pt x="868" y="1657"/>
                      <a:pt x="843" y="1657"/>
                    </a:cubicBezTo>
                    <a:cubicBezTo>
                      <a:pt x="832" y="1657"/>
                      <a:pt x="819" y="1653"/>
                      <a:pt x="805" y="1645"/>
                    </a:cubicBezTo>
                    <a:cubicBezTo>
                      <a:pt x="755" y="1612"/>
                      <a:pt x="722" y="1558"/>
                      <a:pt x="719" y="1496"/>
                    </a:cubicBezTo>
                    <a:cubicBezTo>
                      <a:pt x="719" y="1458"/>
                      <a:pt x="739" y="1435"/>
                      <a:pt x="767" y="1435"/>
                    </a:cubicBezTo>
                    <a:close/>
                    <a:moveTo>
                      <a:pt x="8" y="0"/>
                    </a:moveTo>
                    <a:lnTo>
                      <a:pt x="0" y="3053"/>
                    </a:lnTo>
                    <a:lnTo>
                      <a:pt x="3583" y="5122"/>
                    </a:lnTo>
                    <a:lnTo>
                      <a:pt x="3592" y="2069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>
                <a:off x="1716150" y="2691075"/>
                <a:ext cx="427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22" extrusionOk="0">
                    <a:moveTo>
                      <a:pt x="47" y="1"/>
                    </a:moveTo>
                    <a:cubicBezTo>
                      <a:pt x="19" y="1"/>
                      <a:pt x="0" y="23"/>
                      <a:pt x="0" y="62"/>
                    </a:cubicBezTo>
                    <a:cubicBezTo>
                      <a:pt x="3" y="122"/>
                      <a:pt x="34" y="177"/>
                      <a:pt x="85" y="209"/>
                    </a:cubicBezTo>
                    <a:cubicBezTo>
                      <a:pt x="99" y="217"/>
                      <a:pt x="112" y="221"/>
                      <a:pt x="124" y="221"/>
                    </a:cubicBezTo>
                    <a:cubicBezTo>
                      <a:pt x="148" y="221"/>
                      <a:pt x="167" y="204"/>
                      <a:pt x="171" y="174"/>
                    </a:cubicBezTo>
                    <a:lnTo>
                      <a:pt x="85" y="125"/>
                    </a:lnTo>
                    <a:lnTo>
                      <a:pt x="85" y="97"/>
                    </a:lnTo>
                    <a:lnTo>
                      <a:pt x="171" y="145"/>
                    </a:lnTo>
                    <a:cubicBezTo>
                      <a:pt x="163" y="91"/>
                      <a:pt x="132" y="42"/>
                      <a:pt x="86" y="11"/>
                    </a:cubicBezTo>
                    <a:lnTo>
                      <a:pt x="86" y="13"/>
                    </a:lnTo>
                    <a:cubicBezTo>
                      <a:pt x="72" y="5"/>
                      <a:pt x="59" y="1"/>
                      <a:pt x="47" y="1"/>
                    </a:cubicBez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1764300" y="2718875"/>
                <a:ext cx="4300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8" extrusionOk="0">
                    <a:moveTo>
                      <a:pt x="47" y="1"/>
                    </a:moveTo>
                    <a:cubicBezTo>
                      <a:pt x="23" y="1"/>
                      <a:pt x="5" y="18"/>
                      <a:pt x="1" y="48"/>
                    </a:cubicBezTo>
                    <a:lnTo>
                      <a:pt x="68" y="87"/>
                    </a:lnTo>
                    <a:lnTo>
                      <a:pt x="68" y="87"/>
                    </a:lnTo>
                    <a:lnTo>
                      <a:pt x="65" y="77"/>
                    </a:lnTo>
                    <a:lnTo>
                      <a:pt x="87" y="96"/>
                    </a:lnTo>
                    <a:lnTo>
                      <a:pt x="104" y="107"/>
                    </a:lnTo>
                    <a:lnTo>
                      <a:pt x="104" y="113"/>
                    </a:lnTo>
                    <a:lnTo>
                      <a:pt x="170" y="176"/>
                    </a:lnTo>
                    <a:cubicBezTo>
                      <a:pt x="170" y="170"/>
                      <a:pt x="171" y="165"/>
                      <a:pt x="171" y="159"/>
                    </a:cubicBezTo>
                    <a:cubicBezTo>
                      <a:pt x="168" y="99"/>
                      <a:pt x="136" y="44"/>
                      <a:pt x="85" y="11"/>
                    </a:cubicBezTo>
                    <a:lnTo>
                      <a:pt x="85" y="13"/>
                    </a:lnTo>
                    <a:cubicBezTo>
                      <a:pt x="71" y="5"/>
                      <a:pt x="58" y="1"/>
                      <a:pt x="47" y="1"/>
                    </a:cubicBezTo>
                    <a:close/>
                    <a:moveTo>
                      <a:pt x="1" y="76"/>
                    </a:moveTo>
                    <a:lnTo>
                      <a:pt x="1" y="76"/>
                    </a:lnTo>
                    <a:cubicBezTo>
                      <a:pt x="8" y="131"/>
                      <a:pt x="39" y="179"/>
                      <a:pt x="85" y="210"/>
                    </a:cubicBezTo>
                    <a:cubicBezTo>
                      <a:pt x="90" y="213"/>
                      <a:pt x="95" y="216"/>
                      <a:pt x="101" y="217"/>
                    </a:cubicBezTo>
                    <a:lnTo>
                      <a:pt x="76" y="120"/>
                    </a:lnTo>
                    <a:lnTo>
                      <a:pt x="78" y="120"/>
                    </a:lnTo>
                    <a:lnTo>
                      <a:pt x="1" y="76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1766925" y="2722500"/>
                <a:ext cx="52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85" extrusionOk="0">
                    <a:moveTo>
                      <a:pt x="0" y="0"/>
                    </a:moveTo>
                    <a:lnTo>
                      <a:pt x="69" y="284"/>
                    </a:lnTo>
                    <a:lnTo>
                      <a:pt x="111" y="192"/>
                    </a:lnTo>
                    <a:lnTo>
                      <a:pt x="211" y="2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1765925" y="2720800"/>
                <a:ext cx="80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33" extrusionOk="0">
                    <a:moveTo>
                      <a:pt x="0" y="0"/>
                    </a:moveTo>
                    <a:lnTo>
                      <a:pt x="3" y="11"/>
                    </a:lnTo>
                    <a:lnTo>
                      <a:pt x="23" y="2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  <a:moveTo>
                      <a:pt x="40" y="68"/>
                    </a:moveTo>
                    <a:lnTo>
                      <a:pt x="251" y="271"/>
                    </a:lnTo>
                    <a:lnTo>
                      <a:pt x="151" y="260"/>
                    </a:lnTo>
                    <a:lnTo>
                      <a:pt x="109" y="352"/>
                    </a:lnTo>
                    <a:lnTo>
                      <a:pt x="40" y="68"/>
                    </a:lnTo>
                    <a:close/>
                    <a:moveTo>
                      <a:pt x="39" y="37"/>
                    </a:moveTo>
                    <a:lnTo>
                      <a:pt x="39" y="60"/>
                    </a:lnTo>
                    <a:lnTo>
                      <a:pt x="11" y="43"/>
                    </a:lnTo>
                    <a:lnTo>
                      <a:pt x="36" y="140"/>
                    </a:lnTo>
                    <a:lnTo>
                      <a:pt x="106" y="432"/>
                    </a:lnTo>
                    <a:lnTo>
                      <a:pt x="169" y="292"/>
                    </a:lnTo>
                    <a:lnTo>
                      <a:pt x="321" y="309"/>
                    </a:lnTo>
                    <a:lnTo>
                      <a:pt x="105" y="100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1718300" y="2693500"/>
                <a:ext cx="48650" cy="288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153" extrusionOk="0">
                    <a:moveTo>
                      <a:pt x="0" y="0"/>
                    </a:moveTo>
                    <a:lnTo>
                      <a:pt x="0" y="28"/>
                    </a:lnTo>
                    <a:lnTo>
                      <a:pt x="85" y="77"/>
                    </a:lnTo>
                    <a:lnTo>
                      <a:pt x="781" y="480"/>
                    </a:lnTo>
                    <a:cubicBezTo>
                      <a:pt x="819" y="492"/>
                      <a:pt x="858" y="506"/>
                      <a:pt x="894" y="523"/>
                    </a:cubicBezTo>
                    <a:lnTo>
                      <a:pt x="894" y="516"/>
                    </a:lnTo>
                    <a:lnTo>
                      <a:pt x="85" y="49"/>
                    </a:lnTo>
                    <a:lnTo>
                      <a:pt x="0" y="0"/>
                    </a:lnTo>
                    <a:close/>
                    <a:moveTo>
                      <a:pt x="1090" y="630"/>
                    </a:moveTo>
                    <a:lnTo>
                      <a:pt x="1090" y="636"/>
                    </a:lnTo>
                    <a:cubicBezTo>
                      <a:pt x="1128" y="664"/>
                      <a:pt x="1166" y="693"/>
                      <a:pt x="1203" y="724"/>
                    </a:cubicBezTo>
                    <a:lnTo>
                      <a:pt x="1841" y="1092"/>
                    </a:lnTo>
                    <a:lnTo>
                      <a:pt x="1918" y="1135"/>
                    </a:lnTo>
                    <a:lnTo>
                      <a:pt x="1945" y="1152"/>
                    </a:lnTo>
                    <a:lnTo>
                      <a:pt x="1945" y="1123"/>
                    </a:lnTo>
                    <a:lnTo>
                      <a:pt x="1927" y="1112"/>
                    </a:lnTo>
                    <a:lnTo>
                      <a:pt x="1908" y="1102"/>
                    </a:lnTo>
                    <a:lnTo>
                      <a:pt x="1841" y="1063"/>
                    </a:lnTo>
                    <a:lnTo>
                      <a:pt x="1090" y="63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1720300" y="2704675"/>
                <a:ext cx="45500" cy="39350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574" extrusionOk="0">
                    <a:moveTo>
                      <a:pt x="501" y="1"/>
                    </a:moveTo>
                    <a:cubicBezTo>
                      <a:pt x="233" y="1"/>
                      <a:pt x="39" y="190"/>
                      <a:pt x="0" y="524"/>
                    </a:cubicBezTo>
                    <a:lnTo>
                      <a:pt x="25" y="538"/>
                    </a:lnTo>
                    <a:cubicBezTo>
                      <a:pt x="63" y="215"/>
                      <a:pt x="253" y="32"/>
                      <a:pt x="513" y="32"/>
                    </a:cubicBezTo>
                    <a:cubicBezTo>
                      <a:pt x="606" y="32"/>
                      <a:pt x="707" y="55"/>
                      <a:pt x="814" y="103"/>
                    </a:cubicBezTo>
                    <a:lnTo>
                      <a:pt x="814" y="76"/>
                    </a:lnTo>
                    <a:cubicBezTo>
                      <a:pt x="778" y="59"/>
                      <a:pt x="739" y="45"/>
                      <a:pt x="701" y="33"/>
                    </a:cubicBezTo>
                    <a:cubicBezTo>
                      <a:pt x="631" y="11"/>
                      <a:pt x="564" y="1"/>
                      <a:pt x="501" y="1"/>
                    </a:cubicBezTo>
                    <a:close/>
                    <a:moveTo>
                      <a:pt x="1010" y="189"/>
                    </a:moveTo>
                    <a:lnTo>
                      <a:pt x="1010" y="217"/>
                    </a:lnTo>
                    <a:cubicBezTo>
                      <a:pt x="1418" y="506"/>
                      <a:pt x="1744" y="1062"/>
                      <a:pt x="1795" y="1560"/>
                    </a:cubicBezTo>
                    <a:lnTo>
                      <a:pt x="1819" y="1573"/>
                    </a:lnTo>
                    <a:cubicBezTo>
                      <a:pt x="1773" y="1108"/>
                      <a:pt x="1490" y="589"/>
                      <a:pt x="1123" y="277"/>
                    </a:cubicBezTo>
                    <a:cubicBezTo>
                      <a:pt x="1086" y="245"/>
                      <a:pt x="1048" y="215"/>
                      <a:pt x="1010" y="189"/>
                    </a:cubicBez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1741225" y="2705025"/>
                <a:ext cx="37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54" extrusionOk="0">
                    <a:moveTo>
                      <a:pt x="2" y="0"/>
                    </a:moveTo>
                    <a:lnTo>
                      <a:pt x="1" y="169"/>
                    </a:lnTo>
                    <a:lnTo>
                      <a:pt x="148" y="254"/>
                    </a:lnTo>
                    <a:lnTo>
                      <a:pt x="150" y="8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1740675" y="2703950"/>
                <a:ext cx="4925" cy="84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339" extrusionOk="0">
                    <a:moveTo>
                      <a:pt x="24" y="43"/>
                    </a:moveTo>
                    <a:lnTo>
                      <a:pt x="170" y="128"/>
                    </a:lnTo>
                    <a:lnTo>
                      <a:pt x="170" y="297"/>
                    </a:lnTo>
                    <a:lnTo>
                      <a:pt x="24" y="212"/>
                    </a:lnTo>
                    <a:lnTo>
                      <a:pt x="24" y="43"/>
                    </a:lnTo>
                    <a:close/>
                    <a:moveTo>
                      <a:pt x="1" y="0"/>
                    </a:moveTo>
                    <a:lnTo>
                      <a:pt x="1" y="98"/>
                    </a:lnTo>
                    <a:lnTo>
                      <a:pt x="1" y="134"/>
                    </a:lnTo>
                    <a:lnTo>
                      <a:pt x="1" y="226"/>
                    </a:lnTo>
                    <a:lnTo>
                      <a:pt x="196" y="338"/>
                    </a:lnTo>
                    <a:lnTo>
                      <a:pt x="196" y="1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1718500" y="2717425"/>
                <a:ext cx="3700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56" extrusionOk="0">
                    <a:moveTo>
                      <a:pt x="2" y="0"/>
                    </a:moveTo>
                    <a:lnTo>
                      <a:pt x="0" y="169"/>
                    </a:lnTo>
                    <a:lnTo>
                      <a:pt x="148" y="255"/>
                    </a:lnTo>
                    <a:lnTo>
                      <a:pt x="148" y="8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1717900" y="2716375"/>
                <a:ext cx="4950" cy="847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39" extrusionOk="0">
                    <a:moveTo>
                      <a:pt x="24" y="42"/>
                    </a:moveTo>
                    <a:lnTo>
                      <a:pt x="172" y="128"/>
                    </a:lnTo>
                    <a:lnTo>
                      <a:pt x="172" y="297"/>
                    </a:lnTo>
                    <a:lnTo>
                      <a:pt x="24" y="211"/>
                    </a:lnTo>
                    <a:lnTo>
                      <a:pt x="24" y="42"/>
                    </a:lnTo>
                    <a:close/>
                    <a:moveTo>
                      <a:pt x="1" y="1"/>
                    </a:moveTo>
                    <a:lnTo>
                      <a:pt x="1" y="225"/>
                    </a:lnTo>
                    <a:lnTo>
                      <a:pt x="198" y="339"/>
                    </a:lnTo>
                    <a:lnTo>
                      <a:pt x="198" y="114"/>
                    </a:lnTo>
                    <a:lnTo>
                      <a:pt x="121" y="70"/>
                    </a:lnTo>
                    <a:lnTo>
                      <a:pt x="96" y="5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>
                <a:off x="1763800" y="2743575"/>
                <a:ext cx="37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54" extrusionOk="0">
                    <a:moveTo>
                      <a:pt x="1" y="0"/>
                    </a:moveTo>
                    <a:lnTo>
                      <a:pt x="1" y="169"/>
                    </a:lnTo>
                    <a:lnTo>
                      <a:pt x="147" y="254"/>
                    </a:lnTo>
                    <a:lnTo>
                      <a:pt x="148" y="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1763225" y="2742550"/>
                <a:ext cx="4950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38" extrusionOk="0">
                    <a:moveTo>
                      <a:pt x="24" y="41"/>
                    </a:moveTo>
                    <a:lnTo>
                      <a:pt x="171" y="126"/>
                    </a:lnTo>
                    <a:lnTo>
                      <a:pt x="171" y="295"/>
                    </a:lnTo>
                    <a:lnTo>
                      <a:pt x="24" y="210"/>
                    </a:lnTo>
                    <a:lnTo>
                      <a:pt x="24" y="41"/>
                    </a:lnTo>
                    <a:close/>
                    <a:moveTo>
                      <a:pt x="1" y="0"/>
                    </a:moveTo>
                    <a:lnTo>
                      <a:pt x="1" y="224"/>
                    </a:lnTo>
                    <a:lnTo>
                      <a:pt x="197" y="338"/>
                    </a:lnTo>
                    <a:lnTo>
                      <a:pt x="197" y="112"/>
                    </a:lnTo>
                    <a:lnTo>
                      <a:pt x="104" y="58"/>
                    </a:lnTo>
                    <a:lnTo>
                      <a:pt x="79" y="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IDENTIFIKASI MASALAH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395451" y="2012322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0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0"/>
          <p:cNvSpPr txBox="1">
            <a:spLocks noGrp="1"/>
          </p:cNvSpPr>
          <p:nvPr>
            <p:ph type="ctrTitle"/>
          </p:nvPr>
        </p:nvSpPr>
        <p:spPr>
          <a:xfrm>
            <a:off x="2830982" y="2347819"/>
            <a:ext cx="4660318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TUJUAN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sp>
        <p:nvSpPr>
          <p:cNvPr id="1007" name="Google Shape;1007;p40"/>
          <p:cNvSpPr txBox="1">
            <a:spLocks noGrp="1"/>
          </p:cNvSpPr>
          <p:nvPr>
            <p:ph type="title" idx="2"/>
          </p:nvPr>
        </p:nvSpPr>
        <p:spPr>
          <a:xfrm>
            <a:off x="5250600" y="299176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08" name="Google Shape;1008;p40"/>
          <p:cNvGrpSpPr/>
          <p:nvPr/>
        </p:nvGrpSpPr>
        <p:grpSpPr>
          <a:xfrm>
            <a:off x="865539" y="673518"/>
            <a:ext cx="2627434" cy="3929979"/>
            <a:chOff x="2641525" y="539700"/>
            <a:chExt cx="796675" cy="1191625"/>
          </a:xfrm>
        </p:grpSpPr>
        <p:sp>
          <p:nvSpPr>
            <p:cNvPr id="1009" name="Google Shape;1009;p40"/>
            <p:cNvSpPr/>
            <p:nvPr/>
          </p:nvSpPr>
          <p:spPr>
            <a:xfrm>
              <a:off x="2641525" y="1272700"/>
              <a:ext cx="796675" cy="458625"/>
            </a:xfrm>
            <a:custGeom>
              <a:avLst/>
              <a:gdLst/>
              <a:ahLst/>
              <a:cxnLs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2986425" y="1435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666275" y="1242625"/>
              <a:ext cx="756175" cy="443100"/>
            </a:xfrm>
            <a:custGeom>
              <a:avLst/>
              <a:gdLst/>
              <a:ahLst/>
              <a:cxnLst/>
              <a:rect l="l" t="t" r="r" b="b"/>
              <a:pathLst>
                <a:path w="30247" h="17724" extrusionOk="0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677150" y="1366975"/>
              <a:ext cx="730700" cy="308400"/>
            </a:xfrm>
            <a:custGeom>
              <a:avLst/>
              <a:gdLst/>
              <a:ahLst/>
              <a:cxnLst/>
              <a:rect l="l" t="t" r="r" b="b"/>
              <a:pathLst>
                <a:path w="29228" h="12336" extrusionOk="0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2986425" y="1366975"/>
              <a:ext cx="421475" cy="308400"/>
            </a:xfrm>
            <a:custGeom>
              <a:avLst/>
              <a:gdLst/>
              <a:ahLst/>
              <a:cxnLst/>
              <a:rect l="l" t="t" r="r" b="b"/>
              <a:pathLst>
                <a:path w="16859" h="12336" extrusionOk="0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2986425" y="1344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2653950" y="1161650"/>
              <a:ext cx="768475" cy="432950"/>
            </a:xfrm>
            <a:custGeom>
              <a:avLst/>
              <a:gdLst/>
              <a:ahLst/>
              <a:cxnLst/>
              <a:rect l="l" t="t" r="r" b="b"/>
              <a:pathLst>
                <a:path w="30739" h="17318" extrusionOk="0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2824500" y="1276325"/>
              <a:ext cx="419600" cy="220750"/>
            </a:xfrm>
            <a:custGeom>
              <a:avLst/>
              <a:gdLst/>
              <a:ahLst/>
              <a:cxnLst/>
              <a:rect l="l" t="t" r="r" b="b"/>
              <a:pathLst>
                <a:path w="16784" h="8830" extrusionOk="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2648725" y="1414175"/>
              <a:ext cx="337725" cy="292075"/>
            </a:xfrm>
            <a:custGeom>
              <a:avLst/>
              <a:gdLst/>
              <a:ahLst/>
              <a:cxnLst/>
              <a:rect l="l" t="t" r="r" b="b"/>
              <a:pathLst>
                <a:path w="13509" h="11683" extrusionOk="0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2966300" y="1289175"/>
              <a:ext cx="135975" cy="123925"/>
            </a:xfrm>
            <a:custGeom>
              <a:avLst/>
              <a:gdLst/>
              <a:ahLst/>
              <a:cxnLst/>
              <a:rect l="l" t="t" r="r" b="b"/>
              <a:pathLst>
                <a:path w="5439" h="4957" extrusionOk="0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19000" y="1251675"/>
              <a:ext cx="230575" cy="121300"/>
            </a:xfrm>
            <a:custGeom>
              <a:avLst/>
              <a:gdLst/>
              <a:ahLst/>
              <a:cxnLst/>
              <a:rect l="l" t="t" r="r" b="b"/>
              <a:pathLst>
                <a:path w="9223" h="4852" extrusionOk="0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926025" y="1226125"/>
              <a:ext cx="216525" cy="125025"/>
            </a:xfrm>
            <a:custGeom>
              <a:avLst/>
              <a:gdLst/>
              <a:ahLst/>
              <a:cxnLst/>
              <a:rect l="l" t="t" r="r" b="b"/>
              <a:pathLst>
                <a:path w="8661" h="5001" extrusionOk="0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11800" y="1199800"/>
              <a:ext cx="245000" cy="128875"/>
            </a:xfrm>
            <a:custGeom>
              <a:avLst/>
              <a:gdLst/>
              <a:ahLst/>
              <a:cxnLst/>
              <a:rect l="l" t="t" r="r" b="b"/>
              <a:pathLst>
                <a:path w="9800" h="5155" extrusionOk="0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2919275" y="1172675"/>
              <a:ext cx="230050" cy="132800"/>
            </a:xfrm>
            <a:custGeom>
              <a:avLst/>
              <a:gdLst/>
              <a:ahLst/>
              <a:cxnLst/>
              <a:rect l="l" t="t" r="r" b="b"/>
              <a:pathLst>
                <a:path w="9202" h="5312" extrusionOk="0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2916925" y="1145400"/>
              <a:ext cx="234750" cy="135550"/>
            </a:xfrm>
            <a:custGeom>
              <a:avLst/>
              <a:gdLst/>
              <a:ahLst/>
              <a:cxnLst/>
              <a:rect l="l" t="t" r="r" b="b"/>
              <a:pathLst>
                <a:path w="9390" h="5422" extrusionOk="0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2739250" y="539700"/>
              <a:ext cx="590100" cy="721350"/>
            </a:xfrm>
            <a:custGeom>
              <a:avLst/>
              <a:gdLst/>
              <a:ahLst/>
              <a:cxnLst/>
              <a:rect l="l" t="t" r="r" b="b"/>
              <a:pathLst>
                <a:path w="23604" h="28854" extrusionOk="0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2942800" y="1154150"/>
              <a:ext cx="182975" cy="96250"/>
            </a:xfrm>
            <a:custGeom>
              <a:avLst/>
              <a:gdLst/>
              <a:ahLst/>
              <a:cxnLst/>
              <a:rect l="l" t="t" r="r" b="b"/>
              <a:pathLst>
                <a:path w="7319" h="3850" extrusionOk="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919500" y="947275"/>
              <a:ext cx="223275" cy="280000"/>
            </a:xfrm>
            <a:custGeom>
              <a:avLst/>
              <a:gdLst/>
              <a:ahLst/>
              <a:cxnLst/>
              <a:rect l="l" t="t" r="r" b="b"/>
              <a:pathLst>
                <a:path w="8931" h="11200" extrusionOk="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749225" y="733225"/>
              <a:ext cx="240750" cy="343900"/>
            </a:xfrm>
            <a:custGeom>
              <a:avLst/>
              <a:gdLst/>
              <a:ahLst/>
              <a:cxnLst/>
              <a:rect l="l" t="t" r="r" b="b"/>
              <a:pathLst>
                <a:path w="9630" h="13756" extrusionOk="0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2919500" y="949925"/>
              <a:ext cx="62225" cy="85475"/>
            </a:xfrm>
            <a:custGeom>
              <a:avLst/>
              <a:gdLst/>
              <a:ahLst/>
              <a:cxnLst/>
              <a:rect l="l" t="t" r="r" b="b"/>
              <a:pathLst>
                <a:path w="2489" h="3419" extrusionOk="0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2830600" y="556125"/>
              <a:ext cx="375" cy="250"/>
            </a:xfrm>
            <a:custGeom>
              <a:avLst/>
              <a:gdLst/>
              <a:ahLst/>
              <a:cxnLst/>
              <a:rect l="l" t="t" r="r" b="b"/>
              <a:pathLst>
                <a:path w="15" h="10" extrusionOk="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034300" y="556425"/>
              <a:ext cx="203175" cy="117325"/>
            </a:xfrm>
            <a:custGeom>
              <a:avLst/>
              <a:gdLst/>
              <a:ahLst/>
              <a:cxnLst/>
              <a:rect l="l" t="t" r="r" b="b"/>
              <a:pathLst>
                <a:path w="8127" h="4693" extrusionOk="0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-5400000">
            <a:off x="4084669" y="-502974"/>
            <a:ext cx="3102900" cy="7015762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1246909" y="347869"/>
            <a:ext cx="72870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TUJUAN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2291161" y="2635569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Mengetahui proses pembelajaran menggunakan pendekatan Link-</a:t>
            </a:r>
            <a:r>
              <a:rPr lang="id-ID" dirty="0" err="1"/>
              <a:t>Match</a:t>
            </a:r>
            <a:r>
              <a:rPr lang="id-ID" dirty="0"/>
              <a:t> yang berjalan di STT Terpadu Nurul Fikri.</a:t>
            </a:r>
            <a:endParaRPr lang="en-ID"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3832283" y="2247695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C7C280B-CB3F-4016-B707-00F8D0C7240C}"/>
              </a:ext>
            </a:extLst>
          </p:cNvPr>
          <p:cNvGrpSpPr/>
          <p:nvPr/>
        </p:nvGrpSpPr>
        <p:grpSpPr>
          <a:xfrm>
            <a:off x="5648755" y="2247695"/>
            <a:ext cx="3101722" cy="1263274"/>
            <a:chOff x="5392882" y="2247695"/>
            <a:chExt cx="3101722" cy="1263274"/>
          </a:xfrm>
        </p:grpSpPr>
        <p:sp>
          <p:nvSpPr>
            <p:cNvPr id="25" name="Google Shape;943;p39">
              <a:extLst>
                <a:ext uri="{FF2B5EF4-FFF2-40B4-BE49-F238E27FC236}">
                  <a16:creationId xmlns:a16="http://schemas.microsoft.com/office/drawing/2014/main" id="{8F6DA039-B1E3-441A-91D2-F6E42E9F6A74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5392882" y="2635569"/>
              <a:ext cx="3101721" cy="8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4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9pPr>
            </a:lstStyle>
            <a:p>
              <a:r>
                <a:rPr lang="sv-SE" dirty="0"/>
                <a:t>Membantu pelaksanaan program Link-Match yang berjalan di STT Terpadu Nurul Fikri.</a:t>
              </a:r>
              <a:endParaRPr lang="en-ID" dirty="0"/>
            </a:p>
          </p:txBody>
        </p:sp>
        <p:sp>
          <p:nvSpPr>
            <p:cNvPr id="26" name="Google Shape;949;p39">
              <a:extLst>
                <a:ext uri="{FF2B5EF4-FFF2-40B4-BE49-F238E27FC236}">
                  <a16:creationId xmlns:a16="http://schemas.microsoft.com/office/drawing/2014/main" id="{15156C0F-26AF-4050-8924-750B229B261F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6934004" y="2247695"/>
              <a:ext cx="156060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osis ExtraLight"/>
                <a:buNone/>
                <a:defRPr sz="2200" b="0" i="0" u="none" strike="noStrike" cap="none">
                  <a:solidFill>
                    <a:schemeClr val="dk1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9pPr>
            </a:lstStyle>
            <a:p>
              <a:r>
                <a:rPr lang="en-GB" dirty="0"/>
                <a:t>02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5400000">
            <a:off x="2292513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4073236" y="347869"/>
            <a:ext cx="446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83220" y="3502608"/>
            <a:ext cx="38300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android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4061581" y="2814132"/>
            <a:ext cx="329518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fi-FI" dirty="0"/>
              <a:t>	Penelitian ini tidak melakukan pengujian keamanan aplikasi.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-55503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3437429" y="2434826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-600643" y="151995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950" name="Google Shape;950;p39"/>
          <p:cNvSpPr txBox="1">
            <a:spLocks noGrp="1"/>
          </p:cNvSpPr>
          <p:nvPr>
            <p:ph type="subTitle" idx="7"/>
          </p:nvPr>
        </p:nvSpPr>
        <p:spPr>
          <a:xfrm flipH="1">
            <a:off x="83219" y="1899244"/>
            <a:ext cx="397836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pada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user management, team management, project management.</a:t>
            </a:r>
            <a:endParaRPr lang="en-ID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>
            <a:spLocks noGrp="1"/>
          </p:cNvSpPr>
          <p:nvPr>
            <p:ph type="ctrTitle"/>
          </p:nvPr>
        </p:nvSpPr>
        <p:spPr>
          <a:xfrm flipH="1">
            <a:off x="64782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977899" y="39207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Project Management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38043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3303999" y="39207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Team Management</a:t>
            </a:r>
            <a:endParaRPr sz="1200" dirty="0"/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1304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6" name="Google Shape;476;p33"/>
          <p:cNvSpPr txBox="1">
            <a:spLocks noGrp="1"/>
          </p:cNvSpPr>
          <p:nvPr>
            <p:ph type="subTitle" idx="5"/>
          </p:nvPr>
        </p:nvSpPr>
        <p:spPr>
          <a:xfrm flipH="1">
            <a:off x="866119" y="3996693"/>
            <a:ext cx="20610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User Management</a:t>
            </a:r>
            <a:endParaRPr sz="1200" dirty="0"/>
          </a:p>
        </p:txBody>
      </p:sp>
      <p:sp>
        <p:nvSpPr>
          <p:cNvPr id="223" name="Google Shape;475;p33">
            <a:extLst>
              <a:ext uri="{FF2B5EF4-FFF2-40B4-BE49-F238E27FC236}">
                <a16:creationId xmlns:a16="http://schemas.microsoft.com/office/drawing/2014/main" id="{1B36AC69-8C5F-9843-824D-C839DAC79F72}"/>
              </a:ext>
            </a:extLst>
          </p:cNvPr>
          <p:cNvSpPr txBox="1">
            <a:spLocks/>
          </p:cNvSpPr>
          <p:nvPr/>
        </p:nvSpPr>
        <p:spPr>
          <a:xfrm flipH="1">
            <a:off x="3381317" y="2566366"/>
            <a:ext cx="2386103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400" dirty="0" err="1"/>
              <a:t>Aplikasi</a:t>
            </a:r>
            <a:r>
              <a:rPr lang="en-GB" sz="1400" dirty="0"/>
              <a:t> Link-Match</a:t>
            </a:r>
          </a:p>
          <a:p>
            <a:r>
              <a:rPr lang="en-GB" sz="1400" dirty="0"/>
              <a:t>(Modul </a:t>
            </a:r>
            <a:r>
              <a:rPr lang="en-GB" sz="1400" dirty="0" err="1"/>
              <a:t>Dosen</a:t>
            </a:r>
            <a:r>
              <a:rPr lang="en-GB" sz="1400" dirty="0"/>
              <a:t>)</a:t>
            </a:r>
          </a:p>
        </p:txBody>
      </p:sp>
      <p:sp>
        <p:nvSpPr>
          <p:cNvPr id="224" name="Google Shape;477;p33">
            <a:extLst>
              <a:ext uri="{FF2B5EF4-FFF2-40B4-BE49-F238E27FC236}">
                <a16:creationId xmlns:a16="http://schemas.microsoft.com/office/drawing/2014/main" id="{6D390668-AAAE-8A4B-8EE3-83979536A148}"/>
              </a:ext>
            </a:extLst>
          </p:cNvPr>
          <p:cNvSpPr/>
          <p:nvPr/>
        </p:nvSpPr>
        <p:spPr>
          <a:xfrm>
            <a:off x="4060151" y="1541266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DCFB051-5EF7-4B40-885E-05F2F52E75E0}"/>
              </a:ext>
            </a:extLst>
          </p:cNvPr>
          <p:cNvGrpSpPr/>
          <p:nvPr/>
        </p:nvGrpSpPr>
        <p:grpSpPr>
          <a:xfrm>
            <a:off x="4406034" y="1761020"/>
            <a:ext cx="323032" cy="590571"/>
            <a:chOff x="2827980" y="1412364"/>
            <a:chExt cx="945171" cy="1727975"/>
          </a:xfrm>
        </p:grpSpPr>
        <p:grpSp>
          <p:nvGrpSpPr>
            <p:cNvPr id="226" name="Google Shape;2009;p52">
              <a:extLst>
                <a:ext uri="{FF2B5EF4-FFF2-40B4-BE49-F238E27FC236}">
                  <a16:creationId xmlns:a16="http://schemas.microsoft.com/office/drawing/2014/main" id="{EB29C3D1-2C7A-AA40-B0B6-CF89371016EB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28" name="Google Shape;2010;p52">
                <a:extLst>
                  <a:ext uri="{FF2B5EF4-FFF2-40B4-BE49-F238E27FC236}">
                    <a16:creationId xmlns:a16="http://schemas.microsoft.com/office/drawing/2014/main" id="{7A78E838-481E-6F49-BB6A-5CAA14AAB62D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011;p52">
                <a:extLst>
                  <a:ext uri="{FF2B5EF4-FFF2-40B4-BE49-F238E27FC236}">
                    <a16:creationId xmlns:a16="http://schemas.microsoft.com/office/drawing/2014/main" id="{87157163-BB90-3F4C-BC69-185DC745326D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012;p52">
                <a:extLst>
                  <a:ext uri="{FF2B5EF4-FFF2-40B4-BE49-F238E27FC236}">
                    <a16:creationId xmlns:a16="http://schemas.microsoft.com/office/drawing/2014/main" id="{772FFB66-DE4B-CA47-AC69-917249F69976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013;p52">
                <a:extLst>
                  <a:ext uri="{FF2B5EF4-FFF2-40B4-BE49-F238E27FC236}">
                    <a16:creationId xmlns:a16="http://schemas.microsoft.com/office/drawing/2014/main" id="{78967402-9160-6C4F-8185-97BAE385A8E7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014;p52">
                <a:extLst>
                  <a:ext uri="{FF2B5EF4-FFF2-40B4-BE49-F238E27FC236}">
                    <a16:creationId xmlns:a16="http://schemas.microsoft.com/office/drawing/2014/main" id="{CBAFF8CC-CBE0-9840-A04D-BBE264453B78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015;p52">
                <a:extLst>
                  <a:ext uri="{FF2B5EF4-FFF2-40B4-BE49-F238E27FC236}">
                    <a16:creationId xmlns:a16="http://schemas.microsoft.com/office/drawing/2014/main" id="{CBDEAA03-80D9-E647-BFB0-393163F5C732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016;p52">
                <a:extLst>
                  <a:ext uri="{FF2B5EF4-FFF2-40B4-BE49-F238E27FC236}">
                    <a16:creationId xmlns:a16="http://schemas.microsoft.com/office/drawing/2014/main" id="{80F85342-D536-2742-B197-8DDD7A50252A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27" name="Google Shape;2017;p52">
              <a:extLst>
                <a:ext uri="{FF2B5EF4-FFF2-40B4-BE49-F238E27FC236}">
                  <a16:creationId xmlns:a16="http://schemas.microsoft.com/office/drawing/2014/main" id="{B026B3B0-C040-8942-ACEB-4E36471C0D2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50F2831-D549-C540-B496-0EE8CEF11B98}"/>
              </a:ext>
            </a:extLst>
          </p:cNvPr>
          <p:cNvGrpSpPr/>
          <p:nvPr/>
        </p:nvGrpSpPr>
        <p:grpSpPr>
          <a:xfrm rot="1540651">
            <a:off x="4467892" y="1635288"/>
            <a:ext cx="394380" cy="237410"/>
            <a:chOff x="5574811" y="1561573"/>
            <a:chExt cx="1570104" cy="1343551"/>
          </a:xfrm>
        </p:grpSpPr>
        <p:sp>
          <p:nvSpPr>
            <p:cNvPr id="236" name="Google Shape;190;p28">
              <a:extLst>
                <a:ext uri="{FF2B5EF4-FFF2-40B4-BE49-F238E27FC236}">
                  <a16:creationId xmlns:a16="http://schemas.microsoft.com/office/drawing/2014/main" id="{E4FE89F5-8D4C-DF49-B872-2B28293395F4}"/>
                </a:ext>
              </a:extLst>
            </p:cNvPr>
            <p:cNvSpPr/>
            <p:nvPr/>
          </p:nvSpPr>
          <p:spPr>
            <a:xfrm>
              <a:off x="5883049" y="1740110"/>
              <a:ext cx="953646" cy="9197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1;p28">
              <a:extLst>
                <a:ext uri="{FF2B5EF4-FFF2-40B4-BE49-F238E27FC236}">
                  <a16:creationId xmlns:a16="http://schemas.microsoft.com/office/drawing/2014/main" id="{3DAD0D8D-91A7-DA40-A27E-0E8678CFB831}"/>
                </a:ext>
              </a:extLst>
            </p:cNvPr>
            <p:cNvSpPr/>
            <p:nvPr/>
          </p:nvSpPr>
          <p:spPr>
            <a:xfrm>
              <a:off x="5574811" y="1561573"/>
              <a:ext cx="1570104" cy="906507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193;p28">
              <a:extLst>
                <a:ext uri="{FF2B5EF4-FFF2-40B4-BE49-F238E27FC236}">
                  <a16:creationId xmlns:a16="http://schemas.microsoft.com/office/drawing/2014/main" id="{894A59D1-A746-1244-ACB6-641B67082C91}"/>
                </a:ext>
              </a:extLst>
            </p:cNvPr>
            <p:cNvSpPr/>
            <p:nvPr/>
          </p:nvSpPr>
          <p:spPr>
            <a:xfrm>
              <a:off x="5574811" y="2014817"/>
              <a:ext cx="785091" cy="485626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4;p28">
              <a:extLst>
                <a:ext uri="{FF2B5EF4-FFF2-40B4-BE49-F238E27FC236}">
                  <a16:creationId xmlns:a16="http://schemas.microsoft.com/office/drawing/2014/main" id="{C1AA763E-4731-824E-9BF1-569569CD1DFA}"/>
                </a:ext>
              </a:extLst>
            </p:cNvPr>
            <p:cNvSpPr/>
            <p:nvPr/>
          </p:nvSpPr>
          <p:spPr>
            <a:xfrm>
              <a:off x="6359882" y="2014817"/>
              <a:ext cx="785032" cy="485626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5;p28">
              <a:extLst>
                <a:ext uri="{FF2B5EF4-FFF2-40B4-BE49-F238E27FC236}">
                  <a16:creationId xmlns:a16="http://schemas.microsoft.com/office/drawing/2014/main" id="{EC4F0B1A-9D81-E94D-8E2A-891637FD5B27}"/>
                </a:ext>
              </a:extLst>
            </p:cNvPr>
            <p:cNvSpPr/>
            <p:nvPr/>
          </p:nvSpPr>
          <p:spPr>
            <a:xfrm>
              <a:off x="5883205" y="2225229"/>
              <a:ext cx="952048" cy="323796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6;p28">
              <a:extLst>
                <a:ext uri="{FF2B5EF4-FFF2-40B4-BE49-F238E27FC236}">
                  <a16:creationId xmlns:a16="http://schemas.microsoft.com/office/drawing/2014/main" id="{174FD3F6-5F49-EE4C-BA3E-8923ACC12FEF}"/>
                </a:ext>
              </a:extLst>
            </p:cNvPr>
            <p:cNvSpPr/>
            <p:nvPr/>
          </p:nvSpPr>
          <p:spPr>
            <a:xfrm>
              <a:off x="6724325" y="2644044"/>
              <a:ext cx="112175" cy="26108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7;p28">
              <a:extLst>
                <a:ext uri="{FF2B5EF4-FFF2-40B4-BE49-F238E27FC236}">
                  <a16:creationId xmlns:a16="http://schemas.microsoft.com/office/drawing/2014/main" id="{5158288F-87F4-8B48-BE3C-B7F78A2C68D4}"/>
                </a:ext>
              </a:extLst>
            </p:cNvPr>
            <p:cNvSpPr/>
            <p:nvPr/>
          </p:nvSpPr>
          <p:spPr>
            <a:xfrm>
              <a:off x="6804724" y="2774565"/>
              <a:ext cx="13920" cy="125549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8;p28">
              <a:extLst>
                <a:ext uri="{FF2B5EF4-FFF2-40B4-BE49-F238E27FC236}">
                  <a16:creationId xmlns:a16="http://schemas.microsoft.com/office/drawing/2014/main" id="{BF039BA3-0CCD-2141-A649-9A0A4669096B}"/>
                </a:ext>
              </a:extLst>
            </p:cNvPr>
            <p:cNvSpPr/>
            <p:nvPr/>
          </p:nvSpPr>
          <p:spPr>
            <a:xfrm>
              <a:off x="6744523" y="2697130"/>
              <a:ext cx="22030" cy="203861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99;p28">
              <a:extLst>
                <a:ext uri="{FF2B5EF4-FFF2-40B4-BE49-F238E27FC236}">
                  <a16:creationId xmlns:a16="http://schemas.microsoft.com/office/drawing/2014/main" id="{B52B9948-B4D2-494A-AEE1-2C8F8D69D056}"/>
                </a:ext>
              </a:extLst>
            </p:cNvPr>
            <p:cNvSpPr/>
            <p:nvPr/>
          </p:nvSpPr>
          <p:spPr>
            <a:xfrm>
              <a:off x="6776904" y="2743197"/>
              <a:ext cx="7057" cy="161908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01;p28">
              <a:extLst>
                <a:ext uri="{FF2B5EF4-FFF2-40B4-BE49-F238E27FC236}">
                  <a16:creationId xmlns:a16="http://schemas.microsoft.com/office/drawing/2014/main" id="{ACF23F2D-BC98-B042-834E-641CDBA038F4}"/>
                </a:ext>
              </a:extLst>
            </p:cNvPr>
            <p:cNvSpPr/>
            <p:nvPr/>
          </p:nvSpPr>
          <p:spPr>
            <a:xfrm>
              <a:off x="6343467" y="2003490"/>
              <a:ext cx="450787" cy="624061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6" name="Picture 245">
            <a:extLst>
              <a:ext uri="{FF2B5EF4-FFF2-40B4-BE49-F238E27FC236}">
                <a16:creationId xmlns:a16="http://schemas.microsoft.com/office/drawing/2014/main" id="{52870C9B-CCB7-4143-946E-662D23366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051" y="-19050"/>
            <a:ext cx="1007899" cy="11071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C4E521-0ED2-E24B-A8A9-F2B9D8D0513C}"/>
              </a:ext>
            </a:extLst>
          </p:cNvPr>
          <p:cNvSpPr/>
          <p:nvPr/>
        </p:nvSpPr>
        <p:spPr>
          <a:xfrm>
            <a:off x="4438749" y="2036200"/>
            <a:ext cx="259200" cy="17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9AF945E-E05B-674C-8D4F-4A2DB965E77A}"/>
              </a:ext>
            </a:extLst>
          </p:cNvPr>
          <p:cNvGrpSpPr/>
          <p:nvPr/>
        </p:nvGrpSpPr>
        <p:grpSpPr>
          <a:xfrm>
            <a:off x="4475029" y="2051976"/>
            <a:ext cx="189478" cy="139328"/>
            <a:chOff x="4584500" y="824413"/>
            <a:chExt cx="5171100" cy="3802425"/>
          </a:xfrm>
        </p:grpSpPr>
        <p:sp>
          <p:nvSpPr>
            <p:cNvPr id="250" name="Google Shape;138;p28">
              <a:extLst>
                <a:ext uri="{FF2B5EF4-FFF2-40B4-BE49-F238E27FC236}">
                  <a16:creationId xmlns:a16="http://schemas.microsoft.com/office/drawing/2014/main" id="{833669F0-297D-B44C-A9F7-0A1C78056DA8}"/>
                </a:ext>
              </a:extLst>
            </p:cNvPr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39;p28">
              <a:extLst>
                <a:ext uri="{FF2B5EF4-FFF2-40B4-BE49-F238E27FC236}">
                  <a16:creationId xmlns:a16="http://schemas.microsoft.com/office/drawing/2014/main" id="{19BA5D2F-26D3-2D44-83ED-556F1DB20B48}"/>
                </a:ext>
              </a:extLst>
            </p:cNvPr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40;p28">
              <a:extLst>
                <a:ext uri="{FF2B5EF4-FFF2-40B4-BE49-F238E27FC236}">
                  <a16:creationId xmlns:a16="http://schemas.microsoft.com/office/drawing/2014/main" id="{399D64C9-7FEC-0944-A61D-5AAE80638048}"/>
                </a:ext>
              </a:extLst>
            </p:cNvPr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41;p28">
              <a:extLst>
                <a:ext uri="{FF2B5EF4-FFF2-40B4-BE49-F238E27FC236}">
                  <a16:creationId xmlns:a16="http://schemas.microsoft.com/office/drawing/2014/main" id="{5EA8AA77-CCD1-F240-8CC9-DABFE8FD9F0A}"/>
                </a:ext>
              </a:extLst>
            </p:cNvPr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42;p28">
              <a:extLst>
                <a:ext uri="{FF2B5EF4-FFF2-40B4-BE49-F238E27FC236}">
                  <a16:creationId xmlns:a16="http://schemas.microsoft.com/office/drawing/2014/main" id="{D89F299E-D7ED-6648-925F-763F22C5C8F7}"/>
                </a:ext>
              </a:extLst>
            </p:cNvPr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43;p28">
              <a:extLst>
                <a:ext uri="{FF2B5EF4-FFF2-40B4-BE49-F238E27FC236}">
                  <a16:creationId xmlns:a16="http://schemas.microsoft.com/office/drawing/2014/main" id="{5A32FF06-3825-394D-9DC4-20944986E366}"/>
                </a:ext>
              </a:extLst>
            </p:cNvPr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44;p28">
              <a:extLst>
                <a:ext uri="{FF2B5EF4-FFF2-40B4-BE49-F238E27FC236}">
                  <a16:creationId xmlns:a16="http://schemas.microsoft.com/office/drawing/2014/main" id="{4608CEF4-0EE7-8945-BC48-FEC2E10EB896}"/>
                </a:ext>
              </a:extLst>
            </p:cNvPr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45;p28">
              <a:extLst>
                <a:ext uri="{FF2B5EF4-FFF2-40B4-BE49-F238E27FC236}">
                  <a16:creationId xmlns:a16="http://schemas.microsoft.com/office/drawing/2014/main" id="{2E83F278-5EFD-7044-B4EC-E6629873AAC5}"/>
                </a:ext>
              </a:extLst>
            </p:cNvPr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46;p28">
              <a:extLst>
                <a:ext uri="{FF2B5EF4-FFF2-40B4-BE49-F238E27FC236}">
                  <a16:creationId xmlns:a16="http://schemas.microsoft.com/office/drawing/2014/main" id="{A88CD3E7-016B-D24C-8FE2-98F7EAFCABC7}"/>
                </a:ext>
              </a:extLst>
            </p:cNvPr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47;p28">
              <a:extLst>
                <a:ext uri="{FF2B5EF4-FFF2-40B4-BE49-F238E27FC236}">
                  <a16:creationId xmlns:a16="http://schemas.microsoft.com/office/drawing/2014/main" id="{02A907EA-B9CE-A544-8791-D384BB65EFBD}"/>
                </a:ext>
              </a:extLst>
            </p:cNvPr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48;p28">
              <a:extLst>
                <a:ext uri="{FF2B5EF4-FFF2-40B4-BE49-F238E27FC236}">
                  <a16:creationId xmlns:a16="http://schemas.microsoft.com/office/drawing/2014/main" id="{9325A433-9F5D-8543-9EC3-2BB47DA73FB3}"/>
                </a:ext>
              </a:extLst>
            </p:cNvPr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49;p28">
              <a:extLst>
                <a:ext uri="{FF2B5EF4-FFF2-40B4-BE49-F238E27FC236}">
                  <a16:creationId xmlns:a16="http://schemas.microsoft.com/office/drawing/2014/main" id="{0B7C1F6E-B5F2-4347-B922-334492D535F9}"/>
                </a:ext>
              </a:extLst>
            </p:cNvPr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50;p28">
              <a:extLst>
                <a:ext uri="{FF2B5EF4-FFF2-40B4-BE49-F238E27FC236}">
                  <a16:creationId xmlns:a16="http://schemas.microsoft.com/office/drawing/2014/main" id="{CCE6051B-78ED-5A47-9879-813BDE87F87F}"/>
                </a:ext>
              </a:extLst>
            </p:cNvPr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51;p28">
              <a:extLst>
                <a:ext uri="{FF2B5EF4-FFF2-40B4-BE49-F238E27FC236}">
                  <a16:creationId xmlns:a16="http://schemas.microsoft.com/office/drawing/2014/main" id="{51F9DA6F-E522-0642-9DAB-7A29D3DBD9B7}"/>
                </a:ext>
              </a:extLst>
            </p:cNvPr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52;p28">
              <a:extLst>
                <a:ext uri="{FF2B5EF4-FFF2-40B4-BE49-F238E27FC236}">
                  <a16:creationId xmlns:a16="http://schemas.microsoft.com/office/drawing/2014/main" id="{4FF6094D-E39F-3B44-BF20-9580AF6FEA6A}"/>
                </a:ext>
              </a:extLst>
            </p:cNvPr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53;p28">
              <a:extLst>
                <a:ext uri="{FF2B5EF4-FFF2-40B4-BE49-F238E27FC236}">
                  <a16:creationId xmlns:a16="http://schemas.microsoft.com/office/drawing/2014/main" id="{31A6AAEC-2EFD-BD46-ABA3-48A748C813CD}"/>
                </a:ext>
              </a:extLst>
            </p:cNvPr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54;p28">
              <a:extLst>
                <a:ext uri="{FF2B5EF4-FFF2-40B4-BE49-F238E27FC236}">
                  <a16:creationId xmlns:a16="http://schemas.microsoft.com/office/drawing/2014/main" id="{C948877A-F2E3-D843-80AE-E7BCE335D259}"/>
                </a:ext>
              </a:extLst>
            </p:cNvPr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55;p28">
              <a:extLst>
                <a:ext uri="{FF2B5EF4-FFF2-40B4-BE49-F238E27FC236}">
                  <a16:creationId xmlns:a16="http://schemas.microsoft.com/office/drawing/2014/main" id="{C1EBB7D4-CB0E-2E46-8726-6CDC2C1BB052}"/>
                </a:ext>
              </a:extLst>
            </p:cNvPr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56;p28">
              <a:extLst>
                <a:ext uri="{FF2B5EF4-FFF2-40B4-BE49-F238E27FC236}">
                  <a16:creationId xmlns:a16="http://schemas.microsoft.com/office/drawing/2014/main" id="{1443B820-54F0-A548-9595-BF2CAD68E057}"/>
                </a:ext>
              </a:extLst>
            </p:cNvPr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57;p28">
              <a:extLst>
                <a:ext uri="{FF2B5EF4-FFF2-40B4-BE49-F238E27FC236}">
                  <a16:creationId xmlns:a16="http://schemas.microsoft.com/office/drawing/2014/main" id="{AE99314D-5681-3A49-B55D-F06AEE011AB8}"/>
                </a:ext>
              </a:extLst>
            </p:cNvPr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58;p28">
              <a:extLst>
                <a:ext uri="{FF2B5EF4-FFF2-40B4-BE49-F238E27FC236}">
                  <a16:creationId xmlns:a16="http://schemas.microsoft.com/office/drawing/2014/main" id="{62ABC12A-E3A1-8A4B-B52F-925EAD0F23C7}"/>
                </a:ext>
              </a:extLst>
            </p:cNvPr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60;p28">
              <a:extLst>
                <a:ext uri="{FF2B5EF4-FFF2-40B4-BE49-F238E27FC236}">
                  <a16:creationId xmlns:a16="http://schemas.microsoft.com/office/drawing/2014/main" id="{FF09367F-553D-2D44-AC85-2562A858D94C}"/>
                </a:ext>
              </a:extLst>
            </p:cNvPr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61;p28">
              <a:extLst>
                <a:ext uri="{FF2B5EF4-FFF2-40B4-BE49-F238E27FC236}">
                  <a16:creationId xmlns:a16="http://schemas.microsoft.com/office/drawing/2014/main" id="{FED023CD-DDCA-4C45-A741-A77ADD27DF28}"/>
                </a:ext>
              </a:extLst>
            </p:cNvPr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62;p28">
              <a:extLst>
                <a:ext uri="{FF2B5EF4-FFF2-40B4-BE49-F238E27FC236}">
                  <a16:creationId xmlns:a16="http://schemas.microsoft.com/office/drawing/2014/main" id="{9B7C38C1-A030-3342-804C-422A12EE5BF9}"/>
                </a:ext>
              </a:extLst>
            </p:cNvPr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63;p28">
              <a:extLst>
                <a:ext uri="{FF2B5EF4-FFF2-40B4-BE49-F238E27FC236}">
                  <a16:creationId xmlns:a16="http://schemas.microsoft.com/office/drawing/2014/main" id="{99AB413F-3759-E140-BC64-239A37ACFFB3}"/>
                </a:ext>
              </a:extLst>
            </p:cNvPr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65;p28">
              <a:extLst>
                <a:ext uri="{FF2B5EF4-FFF2-40B4-BE49-F238E27FC236}">
                  <a16:creationId xmlns:a16="http://schemas.microsoft.com/office/drawing/2014/main" id="{A1365718-0EE8-9544-87C4-083BB92B6836}"/>
                </a:ext>
              </a:extLst>
            </p:cNvPr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66;p28">
              <a:extLst>
                <a:ext uri="{FF2B5EF4-FFF2-40B4-BE49-F238E27FC236}">
                  <a16:creationId xmlns:a16="http://schemas.microsoft.com/office/drawing/2014/main" id="{6B7ED591-8BE9-7B4C-9CE9-3478B0C93AB9}"/>
                </a:ext>
              </a:extLst>
            </p:cNvPr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67;p28">
              <a:extLst>
                <a:ext uri="{FF2B5EF4-FFF2-40B4-BE49-F238E27FC236}">
                  <a16:creationId xmlns:a16="http://schemas.microsoft.com/office/drawing/2014/main" id="{6A03BAE6-DC4C-2C4C-9A83-FFEFED9262A4}"/>
                </a:ext>
              </a:extLst>
            </p:cNvPr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68;p28">
              <a:extLst>
                <a:ext uri="{FF2B5EF4-FFF2-40B4-BE49-F238E27FC236}">
                  <a16:creationId xmlns:a16="http://schemas.microsoft.com/office/drawing/2014/main" id="{DAEB38E6-D7AB-BE47-8B28-201B56A2BC3A}"/>
                </a:ext>
              </a:extLst>
            </p:cNvPr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0;p28">
              <a:extLst>
                <a:ext uri="{FF2B5EF4-FFF2-40B4-BE49-F238E27FC236}">
                  <a16:creationId xmlns:a16="http://schemas.microsoft.com/office/drawing/2014/main" id="{8CA80D5A-594A-4C41-9A33-F4D16E3C72AF}"/>
                </a:ext>
              </a:extLst>
            </p:cNvPr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1;p28">
              <a:extLst>
                <a:ext uri="{FF2B5EF4-FFF2-40B4-BE49-F238E27FC236}">
                  <a16:creationId xmlns:a16="http://schemas.microsoft.com/office/drawing/2014/main" id="{CC80E66C-C49E-1D43-AB02-EC083E3F027C}"/>
                </a:ext>
              </a:extLst>
            </p:cNvPr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;p28">
              <a:extLst>
                <a:ext uri="{FF2B5EF4-FFF2-40B4-BE49-F238E27FC236}">
                  <a16:creationId xmlns:a16="http://schemas.microsoft.com/office/drawing/2014/main" id="{835D0F88-966D-6D41-8CD6-7E7F340AF5A7}"/>
                </a:ext>
              </a:extLst>
            </p:cNvPr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;p28">
              <a:extLst>
                <a:ext uri="{FF2B5EF4-FFF2-40B4-BE49-F238E27FC236}">
                  <a16:creationId xmlns:a16="http://schemas.microsoft.com/office/drawing/2014/main" id="{B794C6B7-CFDD-D548-BD2E-1A8782F42C9E}"/>
                </a:ext>
              </a:extLst>
            </p:cNvPr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4;p28">
              <a:extLst>
                <a:ext uri="{FF2B5EF4-FFF2-40B4-BE49-F238E27FC236}">
                  <a16:creationId xmlns:a16="http://schemas.microsoft.com/office/drawing/2014/main" id="{7F106F91-F346-4D49-B63E-413801D23F34}"/>
                </a:ext>
              </a:extLst>
            </p:cNvPr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5;p28">
              <a:extLst>
                <a:ext uri="{FF2B5EF4-FFF2-40B4-BE49-F238E27FC236}">
                  <a16:creationId xmlns:a16="http://schemas.microsoft.com/office/drawing/2014/main" id="{E2EC30BA-86DE-B841-B5D0-A7914A77A7F5}"/>
                </a:ext>
              </a:extLst>
            </p:cNvPr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6;p28">
              <a:extLst>
                <a:ext uri="{FF2B5EF4-FFF2-40B4-BE49-F238E27FC236}">
                  <a16:creationId xmlns:a16="http://schemas.microsoft.com/office/drawing/2014/main" id="{7DB98584-E8B3-054F-9431-89DA5D2CCFAF}"/>
                </a:ext>
              </a:extLst>
            </p:cNvPr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7;p28">
              <a:extLst>
                <a:ext uri="{FF2B5EF4-FFF2-40B4-BE49-F238E27FC236}">
                  <a16:creationId xmlns:a16="http://schemas.microsoft.com/office/drawing/2014/main" id="{8B12D198-B1A0-8C46-8A74-0D26227D7386}"/>
                </a:ext>
              </a:extLst>
            </p:cNvPr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8;p28">
              <a:extLst>
                <a:ext uri="{FF2B5EF4-FFF2-40B4-BE49-F238E27FC236}">
                  <a16:creationId xmlns:a16="http://schemas.microsoft.com/office/drawing/2014/main" id="{28F26986-E0C0-A44C-8A87-5FAD7B392497}"/>
                </a:ext>
              </a:extLst>
            </p:cNvPr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9;p28">
              <a:extLst>
                <a:ext uri="{FF2B5EF4-FFF2-40B4-BE49-F238E27FC236}">
                  <a16:creationId xmlns:a16="http://schemas.microsoft.com/office/drawing/2014/main" id="{716320CE-2549-4A48-BE85-01C0DC4347FC}"/>
                </a:ext>
              </a:extLst>
            </p:cNvPr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80;p28">
              <a:extLst>
                <a:ext uri="{FF2B5EF4-FFF2-40B4-BE49-F238E27FC236}">
                  <a16:creationId xmlns:a16="http://schemas.microsoft.com/office/drawing/2014/main" id="{31F741D9-3775-C843-966A-1101EE370B1E}"/>
                </a:ext>
              </a:extLst>
            </p:cNvPr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81;p28">
              <a:extLst>
                <a:ext uri="{FF2B5EF4-FFF2-40B4-BE49-F238E27FC236}">
                  <a16:creationId xmlns:a16="http://schemas.microsoft.com/office/drawing/2014/main" id="{C33FCFD4-3A67-474A-918A-52842F63E632}"/>
                </a:ext>
              </a:extLst>
            </p:cNvPr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82;p28">
              <a:extLst>
                <a:ext uri="{FF2B5EF4-FFF2-40B4-BE49-F238E27FC236}">
                  <a16:creationId xmlns:a16="http://schemas.microsoft.com/office/drawing/2014/main" id="{311FC4E7-1A53-2C4F-86EF-1D6FB43A69D5}"/>
                </a:ext>
              </a:extLst>
            </p:cNvPr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83;p28">
              <a:extLst>
                <a:ext uri="{FF2B5EF4-FFF2-40B4-BE49-F238E27FC236}">
                  <a16:creationId xmlns:a16="http://schemas.microsoft.com/office/drawing/2014/main" id="{646B4DC8-2F3B-5647-A2E2-B92B8D6EFC0D}"/>
                </a:ext>
              </a:extLst>
            </p:cNvPr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84;p28">
              <a:extLst>
                <a:ext uri="{FF2B5EF4-FFF2-40B4-BE49-F238E27FC236}">
                  <a16:creationId xmlns:a16="http://schemas.microsoft.com/office/drawing/2014/main" id="{C9EA0A56-3B19-A545-9D47-7D2DD71041F1}"/>
                </a:ext>
              </a:extLst>
            </p:cNvPr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85;p28">
              <a:extLst>
                <a:ext uri="{FF2B5EF4-FFF2-40B4-BE49-F238E27FC236}">
                  <a16:creationId xmlns:a16="http://schemas.microsoft.com/office/drawing/2014/main" id="{654EE28D-6239-2A49-BC35-4FC962C7C2E0}"/>
                </a:ext>
              </a:extLst>
            </p:cNvPr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86;p28">
              <a:extLst>
                <a:ext uri="{FF2B5EF4-FFF2-40B4-BE49-F238E27FC236}">
                  <a16:creationId xmlns:a16="http://schemas.microsoft.com/office/drawing/2014/main" id="{75B96ACC-F07C-E34A-B35A-86BD5E7591E1}"/>
                </a:ext>
              </a:extLst>
            </p:cNvPr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87;p28">
              <a:extLst>
                <a:ext uri="{FF2B5EF4-FFF2-40B4-BE49-F238E27FC236}">
                  <a16:creationId xmlns:a16="http://schemas.microsoft.com/office/drawing/2014/main" id="{A5ADAEAD-6BFC-B641-AD83-18CE52C0BF13}"/>
                </a:ext>
              </a:extLst>
            </p:cNvPr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88;p28">
              <a:extLst>
                <a:ext uri="{FF2B5EF4-FFF2-40B4-BE49-F238E27FC236}">
                  <a16:creationId xmlns:a16="http://schemas.microsoft.com/office/drawing/2014/main" id="{CE957E1E-E656-454D-BBBE-451442900AF4}"/>
                </a:ext>
              </a:extLst>
            </p:cNvPr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89;p28">
              <a:extLst>
                <a:ext uri="{FF2B5EF4-FFF2-40B4-BE49-F238E27FC236}">
                  <a16:creationId xmlns:a16="http://schemas.microsoft.com/office/drawing/2014/main" id="{5F8DFE8A-6E65-6746-BCE3-325EEED5A139}"/>
                </a:ext>
              </a:extLst>
            </p:cNvPr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90;p28">
              <a:extLst>
                <a:ext uri="{FF2B5EF4-FFF2-40B4-BE49-F238E27FC236}">
                  <a16:creationId xmlns:a16="http://schemas.microsoft.com/office/drawing/2014/main" id="{09E5586A-F0F9-9940-A279-376CF61C0EBF}"/>
                </a:ext>
              </a:extLst>
            </p:cNvPr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91;p28">
              <a:extLst>
                <a:ext uri="{FF2B5EF4-FFF2-40B4-BE49-F238E27FC236}">
                  <a16:creationId xmlns:a16="http://schemas.microsoft.com/office/drawing/2014/main" id="{9693FCA8-71C1-6E43-A199-1C8B66570FD1}"/>
                </a:ext>
              </a:extLst>
            </p:cNvPr>
            <p:cNvSpPr/>
            <p:nvPr/>
          </p:nvSpPr>
          <p:spPr>
            <a:xfrm>
              <a:off x="5061325" y="1412563"/>
              <a:ext cx="2013450" cy="1162474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192;p28">
              <a:extLst>
                <a:ext uri="{FF2B5EF4-FFF2-40B4-BE49-F238E27FC236}">
                  <a16:creationId xmlns:a16="http://schemas.microsoft.com/office/drawing/2014/main" id="{5DBC5FC9-208C-1944-90A2-E69ED7EA1F64}"/>
                </a:ext>
              </a:extLst>
            </p:cNvPr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93;p28">
              <a:extLst>
                <a:ext uri="{FF2B5EF4-FFF2-40B4-BE49-F238E27FC236}">
                  <a16:creationId xmlns:a16="http://schemas.microsoft.com/office/drawing/2014/main" id="{B8CE8BF7-8069-ED4C-B66E-6A18E70949D9}"/>
                </a:ext>
              </a:extLst>
            </p:cNvPr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94;p28">
              <a:extLst>
                <a:ext uri="{FF2B5EF4-FFF2-40B4-BE49-F238E27FC236}">
                  <a16:creationId xmlns:a16="http://schemas.microsoft.com/office/drawing/2014/main" id="{2585EE61-6974-BD49-A785-7EA471A9F1C1}"/>
                </a:ext>
              </a:extLst>
            </p:cNvPr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95;p28">
              <a:extLst>
                <a:ext uri="{FF2B5EF4-FFF2-40B4-BE49-F238E27FC236}">
                  <a16:creationId xmlns:a16="http://schemas.microsoft.com/office/drawing/2014/main" id="{D82ED756-1C0E-6349-952F-2482153A1070}"/>
                </a:ext>
              </a:extLst>
            </p:cNvPr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96;p28">
              <a:extLst>
                <a:ext uri="{FF2B5EF4-FFF2-40B4-BE49-F238E27FC236}">
                  <a16:creationId xmlns:a16="http://schemas.microsoft.com/office/drawing/2014/main" id="{D77A5093-2AF3-B24A-8588-4D4066639809}"/>
                </a:ext>
              </a:extLst>
            </p:cNvPr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97;p28">
              <a:extLst>
                <a:ext uri="{FF2B5EF4-FFF2-40B4-BE49-F238E27FC236}">
                  <a16:creationId xmlns:a16="http://schemas.microsoft.com/office/drawing/2014/main" id="{80E93013-8054-0B46-A2D9-C0F220D8A0F3}"/>
                </a:ext>
              </a:extLst>
            </p:cNvPr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98;p28">
              <a:extLst>
                <a:ext uri="{FF2B5EF4-FFF2-40B4-BE49-F238E27FC236}">
                  <a16:creationId xmlns:a16="http://schemas.microsoft.com/office/drawing/2014/main" id="{19828F6C-02D7-AF41-AAE2-C7BAE062FE50}"/>
                </a:ext>
              </a:extLst>
            </p:cNvPr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99;p28">
              <a:extLst>
                <a:ext uri="{FF2B5EF4-FFF2-40B4-BE49-F238E27FC236}">
                  <a16:creationId xmlns:a16="http://schemas.microsoft.com/office/drawing/2014/main" id="{EC11AB88-4890-8C4B-B5B6-EF1B68E91986}"/>
                </a:ext>
              </a:extLst>
            </p:cNvPr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00;p28">
              <a:extLst>
                <a:ext uri="{FF2B5EF4-FFF2-40B4-BE49-F238E27FC236}">
                  <a16:creationId xmlns:a16="http://schemas.microsoft.com/office/drawing/2014/main" id="{124FC32A-F33B-1A49-9DE5-A81AF8EBFC97}"/>
                </a:ext>
              </a:extLst>
            </p:cNvPr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01;p28">
              <a:extLst>
                <a:ext uri="{FF2B5EF4-FFF2-40B4-BE49-F238E27FC236}">
                  <a16:creationId xmlns:a16="http://schemas.microsoft.com/office/drawing/2014/main" id="{4A3CC6DA-BDFD-3647-BA0A-9EAA73F21050}"/>
                </a:ext>
              </a:extLst>
            </p:cNvPr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02;p28">
              <a:extLst>
                <a:ext uri="{FF2B5EF4-FFF2-40B4-BE49-F238E27FC236}">
                  <a16:creationId xmlns:a16="http://schemas.microsoft.com/office/drawing/2014/main" id="{5F188AC1-674B-EA43-82D8-84C299D3AD06}"/>
                </a:ext>
              </a:extLst>
            </p:cNvPr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03;p28">
              <a:extLst>
                <a:ext uri="{FF2B5EF4-FFF2-40B4-BE49-F238E27FC236}">
                  <a16:creationId xmlns:a16="http://schemas.microsoft.com/office/drawing/2014/main" id="{8968BBFA-4169-B84B-99FB-D612961B2886}"/>
                </a:ext>
              </a:extLst>
            </p:cNvPr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26;p28">
              <a:extLst>
                <a:ext uri="{FF2B5EF4-FFF2-40B4-BE49-F238E27FC236}">
                  <a16:creationId xmlns:a16="http://schemas.microsoft.com/office/drawing/2014/main" id="{FAC00F92-B362-F341-9BD6-92B69DC8322B}"/>
                </a:ext>
              </a:extLst>
            </p:cNvPr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27;p28">
              <a:extLst>
                <a:ext uri="{FF2B5EF4-FFF2-40B4-BE49-F238E27FC236}">
                  <a16:creationId xmlns:a16="http://schemas.microsoft.com/office/drawing/2014/main" id="{0DE72416-41AD-A046-88A7-D5C55085D644}"/>
                </a:ext>
              </a:extLst>
            </p:cNvPr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28;p28">
              <a:extLst>
                <a:ext uri="{FF2B5EF4-FFF2-40B4-BE49-F238E27FC236}">
                  <a16:creationId xmlns:a16="http://schemas.microsoft.com/office/drawing/2014/main" id="{FAECCB48-9143-7C46-AB21-C4293383F4EC}"/>
                </a:ext>
              </a:extLst>
            </p:cNvPr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29;p28">
              <a:extLst>
                <a:ext uri="{FF2B5EF4-FFF2-40B4-BE49-F238E27FC236}">
                  <a16:creationId xmlns:a16="http://schemas.microsoft.com/office/drawing/2014/main" id="{966AEFE5-4E45-C448-BF7E-000ED7F529E2}"/>
                </a:ext>
              </a:extLst>
            </p:cNvPr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30;p28">
              <a:extLst>
                <a:ext uri="{FF2B5EF4-FFF2-40B4-BE49-F238E27FC236}">
                  <a16:creationId xmlns:a16="http://schemas.microsoft.com/office/drawing/2014/main" id="{CB2707F3-D993-E84C-B5A3-41F14D4B9491}"/>
                </a:ext>
              </a:extLst>
            </p:cNvPr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31;p28">
              <a:extLst>
                <a:ext uri="{FF2B5EF4-FFF2-40B4-BE49-F238E27FC236}">
                  <a16:creationId xmlns:a16="http://schemas.microsoft.com/office/drawing/2014/main" id="{E564635F-2EA5-374E-8213-81EF66FCC203}"/>
                </a:ext>
              </a:extLst>
            </p:cNvPr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32;p28">
              <a:extLst>
                <a:ext uri="{FF2B5EF4-FFF2-40B4-BE49-F238E27FC236}">
                  <a16:creationId xmlns:a16="http://schemas.microsoft.com/office/drawing/2014/main" id="{B3C67C9C-0CE0-4D4B-AC5B-D88E4024E0E0}"/>
                </a:ext>
              </a:extLst>
            </p:cNvPr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33;p28">
              <a:extLst>
                <a:ext uri="{FF2B5EF4-FFF2-40B4-BE49-F238E27FC236}">
                  <a16:creationId xmlns:a16="http://schemas.microsoft.com/office/drawing/2014/main" id="{FA2DD5B2-79AE-544E-8204-A725C69F5B46}"/>
                </a:ext>
              </a:extLst>
            </p:cNvPr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34;p28">
              <a:extLst>
                <a:ext uri="{FF2B5EF4-FFF2-40B4-BE49-F238E27FC236}">
                  <a16:creationId xmlns:a16="http://schemas.microsoft.com/office/drawing/2014/main" id="{77D174D2-EB38-DD49-9F6F-D8DCBC9FA2DB}"/>
                </a:ext>
              </a:extLst>
            </p:cNvPr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35;p28">
              <a:extLst>
                <a:ext uri="{FF2B5EF4-FFF2-40B4-BE49-F238E27FC236}">
                  <a16:creationId xmlns:a16="http://schemas.microsoft.com/office/drawing/2014/main" id="{856BB277-0D8E-2043-9B5D-05712A9B00F9}"/>
                </a:ext>
              </a:extLst>
            </p:cNvPr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36;p28">
              <a:extLst>
                <a:ext uri="{FF2B5EF4-FFF2-40B4-BE49-F238E27FC236}">
                  <a16:creationId xmlns:a16="http://schemas.microsoft.com/office/drawing/2014/main" id="{073CDFF0-69F0-2F42-B28F-3BC31F04C98C}"/>
                </a:ext>
              </a:extLst>
            </p:cNvPr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37;p28">
              <a:extLst>
                <a:ext uri="{FF2B5EF4-FFF2-40B4-BE49-F238E27FC236}">
                  <a16:creationId xmlns:a16="http://schemas.microsoft.com/office/drawing/2014/main" id="{38608105-FAB6-D442-B5B3-5D0B85DE3A7D}"/>
                </a:ext>
              </a:extLst>
            </p:cNvPr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38;p28">
              <a:extLst>
                <a:ext uri="{FF2B5EF4-FFF2-40B4-BE49-F238E27FC236}">
                  <a16:creationId xmlns:a16="http://schemas.microsoft.com/office/drawing/2014/main" id="{15E9D9E5-2CE2-8841-A76D-5F20514AA40C}"/>
                </a:ext>
              </a:extLst>
            </p:cNvPr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39;p28">
              <a:extLst>
                <a:ext uri="{FF2B5EF4-FFF2-40B4-BE49-F238E27FC236}">
                  <a16:creationId xmlns:a16="http://schemas.microsoft.com/office/drawing/2014/main" id="{F542B910-5C37-8945-891A-B84E6BE75947}"/>
                </a:ext>
              </a:extLst>
            </p:cNvPr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40;p28">
              <a:extLst>
                <a:ext uri="{FF2B5EF4-FFF2-40B4-BE49-F238E27FC236}">
                  <a16:creationId xmlns:a16="http://schemas.microsoft.com/office/drawing/2014/main" id="{42765C6B-7915-C146-A96C-EF8C46E26C0F}"/>
                </a:ext>
              </a:extLst>
            </p:cNvPr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41;p28">
              <a:extLst>
                <a:ext uri="{FF2B5EF4-FFF2-40B4-BE49-F238E27FC236}">
                  <a16:creationId xmlns:a16="http://schemas.microsoft.com/office/drawing/2014/main" id="{CD0A425E-625A-234C-AB6D-E61B8D9F2056}"/>
                </a:ext>
              </a:extLst>
            </p:cNvPr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42;p28">
              <a:extLst>
                <a:ext uri="{FF2B5EF4-FFF2-40B4-BE49-F238E27FC236}">
                  <a16:creationId xmlns:a16="http://schemas.microsoft.com/office/drawing/2014/main" id="{5F412948-3813-004C-AC8E-3821F6F7FCE8}"/>
                </a:ext>
              </a:extLst>
            </p:cNvPr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43;p28">
              <a:extLst>
                <a:ext uri="{FF2B5EF4-FFF2-40B4-BE49-F238E27FC236}">
                  <a16:creationId xmlns:a16="http://schemas.microsoft.com/office/drawing/2014/main" id="{6F265DFB-B3F7-D64D-9EF3-2C9F17CCC283}"/>
                </a:ext>
              </a:extLst>
            </p:cNvPr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44;p28">
              <a:extLst>
                <a:ext uri="{FF2B5EF4-FFF2-40B4-BE49-F238E27FC236}">
                  <a16:creationId xmlns:a16="http://schemas.microsoft.com/office/drawing/2014/main" id="{909C1EEC-52B1-CD4D-A327-BB5B022AF50C}"/>
                </a:ext>
              </a:extLst>
            </p:cNvPr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6885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PENELITIAN</a:t>
            </a:r>
            <a:br>
              <a:rPr lang="en-GB" dirty="0"/>
            </a:br>
            <a:r>
              <a:rPr lang="en-GB" dirty="0"/>
              <a:t>TERKAIT</a:t>
            </a:r>
          </a:p>
        </p:txBody>
      </p:sp>
      <p:grpSp>
        <p:nvGrpSpPr>
          <p:cNvPr id="1753" name="Google Shape;1753;p47"/>
          <p:cNvGrpSpPr/>
          <p:nvPr/>
        </p:nvGrpSpPr>
        <p:grpSpPr>
          <a:xfrm rot="1407512">
            <a:off x="4593380" y="45792"/>
            <a:ext cx="2367686" cy="2026290"/>
            <a:chOff x="5232400" y="3274875"/>
            <a:chExt cx="833075" cy="712875"/>
          </a:xfrm>
        </p:grpSpPr>
        <p:sp>
          <p:nvSpPr>
            <p:cNvPr id="1754" name="Google Shape;1754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5232400" y="3274875"/>
              <a:ext cx="833075" cy="480975"/>
            </a:xfrm>
            <a:custGeom>
              <a:avLst/>
              <a:gdLst/>
              <a:ahLst/>
              <a:cxnLst/>
              <a:rect l="l" t="t" r="r" b="b"/>
              <a:pathLst>
                <a:path w="33323" h="19239" extrusionOk="0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5640350" y="3517525"/>
              <a:ext cx="217075" cy="126450"/>
            </a:xfrm>
            <a:custGeom>
              <a:avLst/>
              <a:gdLst/>
              <a:ahLst/>
              <a:cxnLst/>
              <a:rect l="l" t="t" r="r" b="b"/>
              <a:pathLst>
                <a:path w="8683" h="5058" extrusionOk="0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5232400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5648925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5396050" y="3627000"/>
              <a:ext cx="505100" cy="171775"/>
            </a:xfrm>
            <a:custGeom>
              <a:avLst/>
              <a:gdLst/>
              <a:ahLst/>
              <a:cxnLst/>
              <a:rect l="l" t="t" r="r" b="b"/>
              <a:pathLst>
                <a:path w="20204" h="6871" extrusionOk="0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5842300" y="3849200"/>
              <a:ext cx="59550" cy="138550"/>
            </a:xfrm>
            <a:custGeom>
              <a:avLst/>
              <a:gdLst/>
              <a:ahLst/>
              <a:cxnLst/>
              <a:rect l="l" t="t" r="r" b="b"/>
              <a:pathLst>
                <a:path w="2382" h="5542" extrusionOk="0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5884975" y="3918450"/>
              <a:ext cx="7375" cy="66625"/>
            </a:xfrm>
            <a:custGeom>
              <a:avLst/>
              <a:gdLst/>
              <a:ahLst/>
              <a:cxnLst/>
              <a:rect l="l" t="t" r="r" b="b"/>
              <a:pathLst>
                <a:path w="295" h="2665" extrusionOk="0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5853025" y="3877375"/>
              <a:ext cx="11700" cy="108150"/>
            </a:xfrm>
            <a:custGeom>
              <a:avLst/>
              <a:gdLst/>
              <a:ahLst/>
              <a:cxnLst/>
              <a:rect l="l" t="t" r="r" b="b"/>
              <a:pathLst>
                <a:path w="468" h="4326" extrusionOk="0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5870175" y="3901800"/>
              <a:ext cx="3775" cy="85925"/>
            </a:xfrm>
            <a:custGeom>
              <a:avLst/>
              <a:gdLst/>
              <a:ahLst/>
              <a:cxnLst/>
              <a:rect l="l" t="t" r="r" b="b"/>
              <a:pathLst>
                <a:path w="151" h="3437" extrusionOk="0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5856375" y="3841750"/>
              <a:ext cx="32375" cy="17600"/>
            </a:xfrm>
            <a:custGeom>
              <a:avLst/>
              <a:gdLst/>
              <a:ahLst/>
              <a:cxnLst/>
              <a:rect l="l" t="t" r="r" b="b"/>
              <a:pathLst>
                <a:path w="1295" h="704" extrusionOk="0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5640225" y="3509350"/>
              <a:ext cx="239175" cy="331125"/>
            </a:xfrm>
            <a:custGeom>
              <a:avLst/>
              <a:gdLst/>
              <a:ahLst/>
              <a:cxnLst/>
              <a:rect l="l" t="t" r="r" b="b"/>
              <a:pathLst>
                <a:path w="9567" h="13245" extrusionOk="0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5855975" y="3817050"/>
              <a:ext cx="33450" cy="32175"/>
            </a:xfrm>
            <a:custGeom>
              <a:avLst/>
              <a:gdLst/>
              <a:ahLst/>
              <a:cxnLst/>
              <a:rect l="l" t="t" r="r" b="b"/>
              <a:pathLst>
                <a:path w="1338" h="1287" extrusionOk="0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5854850" y="3817275"/>
              <a:ext cx="33225" cy="31950"/>
            </a:xfrm>
            <a:custGeom>
              <a:avLst/>
              <a:gdLst/>
              <a:ahLst/>
              <a:cxnLst/>
              <a:rect l="l" t="t" r="r" b="b"/>
              <a:pathLst>
                <a:path w="1329" h="1278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/>
          <p:nvPr/>
        </p:nvSpPr>
        <p:spPr>
          <a:xfrm rot="5400000">
            <a:off x="1890335" y="-729866"/>
            <a:ext cx="4747800" cy="85284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15" name="Google Shape;1415;p45"/>
          <p:cNvGraphicFramePr/>
          <p:nvPr>
            <p:extLst>
              <p:ext uri="{D42A27DB-BD31-4B8C-83A1-F6EECF244321}">
                <p14:modId xmlns:p14="http://schemas.microsoft.com/office/powerpoint/2010/main" val="3085400539"/>
              </p:ext>
            </p:extLst>
          </p:nvPr>
        </p:nvGraphicFramePr>
        <p:xfrm>
          <a:off x="-818909" y="803245"/>
          <a:ext cx="8108317" cy="4072195"/>
        </p:xfrm>
        <a:graphic>
          <a:graphicData uri="http://schemas.openxmlformats.org/drawingml/2006/table">
            <a:tbl>
              <a:tblPr>
                <a:noFill/>
                <a:tableStyleId>{06159BD3-344E-4E92-B66B-2CB23C39393A}</a:tableStyleId>
              </a:tblPr>
              <a:tblGrid>
                <a:gridCol w="1710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NAMA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TAHUN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JUDUL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01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816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Yosef Koko </a:t>
                      </a:r>
                      <a:r>
                        <a:rPr lang="en-GB" sz="1200" dirty="0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Ku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rniawan,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Yetli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Oslan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Harianto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Kristanto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Implementasi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REST - API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Untuk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Portal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Akademik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UKDW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02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 Soleh Hapudin, Jani Sujatmoko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Program Project Management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 Pada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Sistem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PMB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03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Muhammad Faisal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Fahat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Bayu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Priyambadha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Fajar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Pradana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Manajemen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Proyek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Perangkat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Lunak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Studi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Kasus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CV. Nusantara Media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Mandiri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04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Ricky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Resky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Ananda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Media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Pembelajaran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Interaktif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05125"/>
                  </a:ext>
                </a:extLst>
              </a:tr>
            </a:tbl>
          </a:graphicData>
        </a:graphic>
      </p:graphicFrame>
      <p:sp>
        <p:nvSpPr>
          <p:cNvPr id="1416" name="Google Shape;1416;p45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7737AA5-E182-467B-9C3B-D9E83FEF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795BE-7A94-42F3-B1D8-71BCA77B3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04248"/>
              </p:ext>
            </p:extLst>
          </p:nvPr>
        </p:nvGraphicFramePr>
        <p:xfrm>
          <a:off x="301337" y="226725"/>
          <a:ext cx="8541327" cy="462381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56375521"/>
                    </a:ext>
                  </a:extLst>
                </a:gridCol>
                <a:gridCol w="2947892">
                  <a:extLst>
                    <a:ext uri="{9D8B030D-6E8A-4147-A177-3AD203B41FA5}">
                      <a16:colId xmlns:a16="http://schemas.microsoft.com/office/drawing/2014/main" val="2973701671"/>
                    </a:ext>
                  </a:extLst>
                </a:gridCol>
                <a:gridCol w="1977398">
                  <a:extLst>
                    <a:ext uri="{9D8B030D-6E8A-4147-A177-3AD203B41FA5}">
                      <a16:colId xmlns:a16="http://schemas.microsoft.com/office/drawing/2014/main" val="312526500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314391666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688094620"/>
                    </a:ext>
                  </a:extLst>
                </a:gridCol>
              </a:tblGrid>
              <a:tr h="4107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No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Berbasis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Mobile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Manajemen Proyek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Scrum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Flutter</a:t>
                      </a:r>
                      <a:r>
                        <a:rPr lang="en-ID" sz="16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Framework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752898"/>
                  </a:ext>
                </a:extLst>
              </a:tr>
              <a:tr h="10660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1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Yosef Koko Kurniawan,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Yetli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Oslan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Harianto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Kristanto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(2013)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Implementasi REST - API Untuk Portal Akademik UKDW Berbasis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52062"/>
                  </a:ext>
                </a:extLst>
              </a:tr>
              <a:tr h="1153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2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u="none" strike="noStrike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Muhammad Faisal Fahat, Bayu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Priyambadha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Fajar Pradana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2018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Aplikasi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anajemen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Proyek Perangkat Lunak Berbasis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Studi Kasus CV.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N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usantara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Media Mandiri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06139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3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 Soleh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Hapudin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Jani Sujatmoko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2013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Perancangan Program Project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Management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Berbasis Android Pada Sistem P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MB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4515"/>
                  </a:ext>
                </a:extLst>
              </a:tr>
              <a:tr h="510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4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Ricky Resky Ananda 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(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8)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Media Pembelajaran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Interaktif Berbasis Aplikasi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680716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5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Ardith Lutfiawan (2020)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Rancang Bangun Aplikasi Link-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Match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Kampus STT-NF Modul Dosen Berbasis Mobile Menggunakan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Flutter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8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5018232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ALAT DAN BAHAN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" name="Google Shape;3736;p55">
            <a:extLst>
              <a:ext uri="{FF2B5EF4-FFF2-40B4-BE49-F238E27FC236}">
                <a16:creationId xmlns:a16="http://schemas.microsoft.com/office/drawing/2014/main" id="{33EF976E-3162-489C-B623-79B5751152B3}"/>
              </a:ext>
            </a:extLst>
          </p:cNvPr>
          <p:cNvGrpSpPr/>
          <p:nvPr/>
        </p:nvGrpSpPr>
        <p:grpSpPr>
          <a:xfrm>
            <a:off x="4572000" y="2489239"/>
            <a:ext cx="4146978" cy="2111666"/>
            <a:chOff x="5326575" y="2413400"/>
            <a:chExt cx="875875" cy="539475"/>
          </a:xfrm>
        </p:grpSpPr>
        <p:sp>
          <p:nvSpPr>
            <p:cNvPr id="19" name="Google Shape;3737;p55">
              <a:extLst>
                <a:ext uri="{FF2B5EF4-FFF2-40B4-BE49-F238E27FC236}">
                  <a16:creationId xmlns:a16="http://schemas.microsoft.com/office/drawing/2014/main" id="{FCA0D435-85FA-4154-9A93-D78CB235D9D4}"/>
                </a:ext>
              </a:extLst>
            </p:cNvPr>
            <p:cNvSpPr/>
            <p:nvPr/>
          </p:nvSpPr>
          <p:spPr>
            <a:xfrm>
              <a:off x="5326575" y="2413400"/>
              <a:ext cx="875875" cy="503125"/>
            </a:xfrm>
            <a:custGeom>
              <a:avLst/>
              <a:gdLst/>
              <a:ahLst/>
              <a:cxnLst/>
              <a:rect l="l" t="t" r="r" b="b"/>
              <a:pathLst>
                <a:path w="35035" h="20125" extrusionOk="0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38;p55">
              <a:extLst>
                <a:ext uri="{FF2B5EF4-FFF2-40B4-BE49-F238E27FC236}">
                  <a16:creationId xmlns:a16="http://schemas.microsoft.com/office/drawing/2014/main" id="{1DF31162-7F55-42D7-ABB9-8BF3180358DB}"/>
                </a:ext>
              </a:extLst>
            </p:cNvPr>
            <p:cNvSpPr/>
            <p:nvPr/>
          </p:nvSpPr>
          <p:spPr>
            <a:xfrm>
              <a:off x="6015225" y="2493575"/>
              <a:ext cx="60800" cy="33625"/>
            </a:xfrm>
            <a:custGeom>
              <a:avLst/>
              <a:gdLst/>
              <a:ahLst/>
              <a:cxnLst/>
              <a:rect l="l" t="t" r="r" b="b"/>
              <a:pathLst>
                <a:path w="2432" h="1345" extrusionOk="0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39;p55">
              <a:extLst>
                <a:ext uri="{FF2B5EF4-FFF2-40B4-BE49-F238E27FC236}">
                  <a16:creationId xmlns:a16="http://schemas.microsoft.com/office/drawing/2014/main" id="{FBC77528-C5E2-4A17-BED8-41846D80FB51}"/>
                </a:ext>
              </a:extLst>
            </p:cNvPr>
            <p:cNvSpPr/>
            <p:nvPr/>
          </p:nvSpPr>
          <p:spPr>
            <a:xfrm>
              <a:off x="6042500" y="2488400"/>
              <a:ext cx="17450" cy="9175"/>
            </a:xfrm>
            <a:custGeom>
              <a:avLst/>
              <a:gdLst/>
              <a:ahLst/>
              <a:cxnLst/>
              <a:rect l="l" t="t" r="r" b="b"/>
              <a:pathLst>
                <a:path w="698" h="367" extrusionOk="0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40;p55">
              <a:extLst>
                <a:ext uri="{FF2B5EF4-FFF2-40B4-BE49-F238E27FC236}">
                  <a16:creationId xmlns:a16="http://schemas.microsoft.com/office/drawing/2014/main" id="{DD276475-BB63-402C-89DC-7170FAE3370E}"/>
                </a:ext>
              </a:extLst>
            </p:cNvPr>
            <p:cNvSpPr/>
            <p:nvPr/>
          </p:nvSpPr>
          <p:spPr>
            <a:xfrm>
              <a:off x="5998125" y="2483225"/>
              <a:ext cx="13550" cy="7150"/>
            </a:xfrm>
            <a:custGeom>
              <a:avLst/>
              <a:gdLst/>
              <a:ahLst/>
              <a:cxnLst/>
              <a:rect l="l" t="t" r="r" b="b"/>
              <a:pathLst>
                <a:path w="542" h="286" extrusionOk="0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41;p55">
              <a:extLst>
                <a:ext uri="{FF2B5EF4-FFF2-40B4-BE49-F238E27FC236}">
                  <a16:creationId xmlns:a16="http://schemas.microsoft.com/office/drawing/2014/main" id="{A23E90CB-8011-46C0-B076-617CD3C107BF}"/>
                </a:ext>
              </a:extLst>
            </p:cNvPr>
            <p:cNvSpPr/>
            <p:nvPr/>
          </p:nvSpPr>
          <p:spPr>
            <a:xfrm>
              <a:off x="5386950" y="2454225"/>
              <a:ext cx="744000" cy="427850"/>
            </a:xfrm>
            <a:custGeom>
              <a:avLst/>
              <a:gdLst/>
              <a:ahLst/>
              <a:cxnLst/>
              <a:rect l="l" t="t" r="r" b="b"/>
              <a:pathLst>
                <a:path w="29760" h="17114" extrusionOk="0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42;p55">
              <a:extLst>
                <a:ext uri="{FF2B5EF4-FFF2-40B4-BE49-F238E27FC236}">
                  <a16:creationId xmlns:a16="http://schemas.microsoft.com/office/drawing/2014/main" id="{FF40C00C-A72A-476F-A17A-0AB37125D8A1}"/>
                </a:ext>
              </a:extLst>
            </p:cNvPr>
            <p:cNvSpPr/>
            <p:nvPr/>
          </p:nvSpPr>
          <p:spPr>
            <a:xfrm>
              <a:off x="5387025" y="2454225"/>
              <a:ext cx="743725" cy="291425"/>
            </a:xfrm>
            <a:custGeom>
              <a:avLst/>
              <a:gdLst/>
              <a:ahLst/>
              <a:cxnLst/>
              <a:rect l="l" t="t" r="r" b="b"/>
              <a:pathLst>
                <a:path w="29749" h="11657" extrusionOk="0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43;p55">
              <a:extLst>
                <a:ext uri="{FF2B5EF4-FFF2-40B4-BE49-F238E27FC236}">
                  <a16:creationId xmlns:a16="http://schemas.microsoft.com/office/drawing/2014/main" id="{18F4A833-24BD-414F-8059-4F1DFF7E724E}"/>
                </a:ext>
              </a:extLst>
            </p:cNvPr>
            <p:cNvSpPr/>
            <p:nvPr/>
          </p:nvSpPr>
          <p:spPr>
            <a:xfrm>
              <a:off x="5328750" y="2567500"/>
              <a:ext cx="871600" cy="385375"/>
            </a:xfrm>
            <a:custGeom>
              <a:avLst/>
              <a:gdLst/>
              <a:ahLst/>
              <a:cxnLst/>
              <a:rect l="l" t="t" r="r" b="b"/>
              <a:pathLst>
                <a:path w="34864" h="15415" extrusionOk="0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4;p55">
              <a:extLst>
                <a:ext uri="{FF2B5EF4-FFF2-40B4-BE49-F238E27FC236}">
                  <a16:creationId xmlns:a16="http://schemas.microsoft.com/office/drawing/2014/main" id="{4D82E0E3-8EA3-43F9-B9AF-40C7E0928024}"/>
                </a:ext>
              </a:extLst>
            </p:cNvPr>
            <p:cNvSpPr/>
            <p:nvPr/>
          </p:nvSpPr>
          <p:spPr>
            <a:xfrm>
              <a:off x="5595650" y="2567500"/>
              <a:ext cx="604700" cy="385350"/>
            </a:xfrm>
            <a:custGeom>
              <a:avLst/>
              <a:gdLst/>
              <a:ahLst/>
              <a:cxnLst/>
              <a:rect l="l" t="t" r="r" b="b"/>
              <a:pathLst>
                <a:path w="24188" h="15414" extrusionOk="0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45;p55">
              <a:extLst>
                <a:ext uri="{FF2B5EF4-FFF2-40B4-BE49-F238E27FC236}">
                  <a16:creationId xmlns:a16="http://schemas.microsoft.com/office/drawing/2014/main" id="{D04C72B4-6EC2-4F5E-8675-D6A65824E1F8}"/>
                </a:ext>
              </a:extLst>
            </p:cNvPr>
            <p:cNvSpPr/>
            <p:nvPr/>
          </p:nvSpPr>
          <p:spPr>
            <a:xfrm>
              <a:off x="5457975" y="2811925"/>
              <a:ext cx="45150" cy="26025"/>
            </a:xfrm>
            <a:custGeom>
              <a:avLst/>
              <a:gdLst/>
              <a:ahLst/>
              <a:cxnLst/>
              <a:rect l="l" t="t" r="r" b="b"/>
              <a:pathLst>
                <a:path w="1806" h="1041" fill="none" extrusionOk="0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 w="175" cap="flat" cmpd="sng">
              <a:solidFill>
                <a:srgbClr val="3C5670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6;p55">
              <a:extLst>
                <a:ext uri="{FF2B5EF4-FFF2-40B4-BE49-F238E27FC236}">
                  <a16:creationId xmlns:a16="http://schemas.microsoft.com/office/drawing/2014/main" id="{457EE3EC-1D50-40BC-8DFC-23EC3C72C966}"/>
                </a:ext>
              </a:extLst>
            </p:cNvPr>
            <p:cNvSpPr/>
            <p:nvPr/>
          </p:nvSpPr>
          <p:spPr>
            <a:xfrm>
              <a:off x="5475400" y="2874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7;p55">
              <a:extLst>
                <a:ext uri="{FF2B5EF4-FFF2-40B4-BE49-F238E27FC236}">
                  <a16:creationId xmlns:a16="http://schemas.microsoft.com/office/drawing/2014/main" id="{58F01C24-CF8B-41EF-B8F2-3F002FABF9FC}"/>
                </a:ext>
              </a:extLst>
            </p:cNvPr>
            <p:cNvSpPr/>
            <p:nvPr/>
          </p:nvSpPr>
          <p:spPr>
            <a:xfrm>
              <a:off x="5484525" y="288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8;p55">
              <a:extLst>
                <a:ext uri="{FF2B5EF4-FFF2-40B4-BE49-F238E27FC236}">
                  <a16:creationId xmlns:a16="http://schemas.microsoft.com/office/drawing/2014/main" id="{AB4E40E2-561A-4101-8BEB-0DE9D9DBC96F}"/>
                </a:ext>
              </a:extLst>
            </p:cNvPr>
            <p:cNvSpPr/>
            <p:nvPr/>
          </p:nvSpPr>
          <p:spPr>
            <a:xfrm>
              <a:off x="5493600" y="2885425"/>
              <a:ext cx="3700" cy="4750"/>
            </a:xfrm>
            <a:custGeom>
              <a:avLst/>
              <a:gdLst/>
              <a:ahLst/>
              <a:cxnLst/>
              <a:rect l="l" t="t" r="r" b="b"/>
              <a:pathLst>
                <a:path w="148" h="190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55">
              <a:extLst>
                <a:ext uri="{FF2B5EF4-FFF2-40B4-BE49-F238E27FC236}">
                  <a16:creationId xmlns:a16="http://schemas.microsoft.com/office/drawing/2014/main" id="{EF7F2F33-8323-443D-9C31-853CEE79EB5D}"/>
                </a:ext>
              </a:extLst>
            </p:cNvPr>
            <p:cNvSpPr/>
            <p:nvPr/>
          </p:nvSpPr>
          <p:spPr>
            <a:xfrm>
              <a:off x="5502675" y="2890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50;p55">
              <a:extLst>
                <a:ext uri="{FF2B5EF4-FFF2-40B4-BE49-F238E27FC236}">
                  <a16:creationId xmlns:a16="http://schemas.microsoft.com/office/drawing/2014/main" id="{EA8B6F79-1D01-41C0-B86B-BC3DEE3CB491}"/>
                </a:ext>
              </a:extLst>
            </p:cNvPr>
            <p:cNvSpPr/>
            <p:nvPr/>
          </p:nvSpPr>
          <p:spPr>
            <a:xfrm>
              <a:off x="5511750" y="28959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51;p55">
              <a:extLst>
                <a:ext uri="{FF2B5EF4-FFF2-40B4-BE49-F238E27FC236}">
                  <a16:creationId xmlns:a16="http://schemas.microsoft.com/office/drawing/2014/main" id="{E3DECC65-781F-4A7D-9DB5-D1BE938C014D}"/>
                </a:ext>
              </a:extLst>
            </p:cNvPr>
            <p:cNvSpPr/>
            <p:nvPr/>
          </p:nvSpPr>
          <p:spPr>
            <a:xfrm>
              <a:off x="5520825" y="290115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52;p55">
              <a:extLst>
                <a:ext uri="{FF2B5EF4-FFF2-40B4-BE49-F238E27FC236}">
                  <a16:creationId xmlns:a16="http://schemas.microsoft.com/office/drawing/2014/main" id="{3AFAE2E0-9C78-455D-B24A-8C2A64E2DB39}"/>
                </a:ext>
              </a:extLst>
            </p:cNvPr>
            <p:cNvSpPr/>
            <p:nvPr/>
          </p:nvSpPr>
          <p:spPr>
            <a:xfrm>
              <a:off x="5529925" y="290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53;p55">
              <a:extLst>
                <a:ext uri="{FF2B5EF4-FFF2-40B4-BE49-F238E27FC236}">
                  <a16:creationId xmlns:a16="http://schemas.microsoft.com/office/drawing/2014/main" id="{E559152E-06A6-4663-B1BC-449222CE0B7F}"/>
                </a:ext>
              </a:extLst>
            </p:cNvPr>
            <p:cNvSpPr/>
            <p:nvPr/>
          </p:nvSpPr>
          <p:spPr>
            <a:xfrm>
              <a:off x="5539025" y="29116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54;p55">
              <a:extLst>
                <a:ext uri="{FF2B5EF4-FFF2-40B4-BE49-F238E27FC236}">
                  <a16:creationId xmlns:a16="http://schemas.microsoft.com/office/drawing/2014/main" id="{7C4D4564-1853-427A-A81B-574A6998F3DD}"/>
                </a:ext>
              </a:extLst>
            </p:cNvPr>
            <p:cNvSpPr/>
            <p:nvPr/>
          </p:nvSpPr>
          <p:spPr>
            <a:xfrm>
              <a:off x="5475200" y="28654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55;p55">
              <a:extLst>
                <a:ext uri="{FF2B5EF4-FFF2-40B4-BE49-F238E27FC236}">
                  <a16:creationId xmlns:a16="http://schemas.microsoft.com/office/drawing/2014/main" id="{E771168B-8FDC-45CD-BD61-3CBF9AEE6C53}"/>
                </a:ext>
              </a:extLst>
            </p:cNvPr>
            <p:cNvSpPr/>
            <p:nvPr/>
          </p:nvSpPr>
          <p:spPr>
            <a:xfrm>
              <a:off x="5484275" y="287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56;p55">
              <a:extLst>
                <a:ext uri="{FF2B5EF4-FFF2-40B4-BE49-F238E27FC236}">
                  <a16:creationId xmlns:a16="http://schemas.microsoft.com/office/drawing/2014/main" id="{2503D505-0129-44A3-9DC4-37CBD48E6623}"/>
                </a:ext>
              </a:extLst>
            </p:cNvPr>
            <p:cNvSpPr/>
            <p:nvPr/>
          </p:nvSpPr>
          <p:spPr>
            <a:xfrm>
              <a:off x="5493350" y="28759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57;p55">
              <a:extLst>
                <a:ext uri="{FF2B5EF4-FFF2-40B4-BE49-F238E27FC236}">
                  <a16:creationId xmlns:a16="http://schemas.microsoft.com/office/drawing/2014/main" id="{D7071FB1-3810-4F37-8B1F-6E142B8212F2}"/>
                </a:ext>
              </a:extLst>
            </p:cNvPr>
            <p:cNvSpPr/>
            <p:nvPr/>
          </p:nvSpPr>
          <p:spPr>
            <a:xfrm>
              <a:off x="5502475" y="28811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58;p55">
              <a:extLst>
                <a:ext uri="{FF2B5EF4-FFF2-40B4-BE49-F238E27FC236}">
                  <a16:creationId xmlns:a16="http://schemas.microsoft.com/office/drawing/2014/main" id="{8BE00420-A163-4E63-A535-F2AF46FD00B7}"/>
                </a:ext>
              </a:extLst>
            </p:cNvPr>
            <p:cNvSpPr/>
            <p:nvPr/>
          </p:nvSpPr>
          <p:spPr>
            <a:xfrm>
              <a:off x="5511525" y="2886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59;p55">
              <a:extLst>
                <a:ext uri="{FF2B5EF4-FFF2-40B4-BE49-F238E27FC236}">
                  <a16:creationId xmlns:a16="http://schemas.microsoft.com/office/drawing/2014/main" id="{68E7FF3F-B952-4CF0-BB93-D8DE08481A8E}"/>
                </a:ext>
              </a:extLst>
            </p:cNvPr>
            <p:cNvSpPr/>
            <p:nvPr/>
          </p:nvSpPr>
          <p:spPr>
            <a:xfrm>
              <a:off x="5520600" y="289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60;p55">
              <a:extLst>
                <a:ext uri="{FF2B5EF4-FFF2-40B4-BE49-F238E27FC236}">
                  <a16:creationId xmlns:a16="http://schemas.microsoft.com/office/drawing/2014/main" id="{D9C7D109-0DF5-477C-8F91-7EBF18F69E5C}"/>
                </a:ext>
              </a:extLst>
            </p:cNvPr>
            <p:cNvSpPr/>
            <p:nvPr/>
          </p:nvSpPr>
          <p:spPr>
            <a:xfrm>
              <a:off x="5529700" y="2896925"/>
              <a:ext cx="3675" cy="4775"/>
            </a:xfrm>
            <a:custGeom>
              <a:avLst/>
              <a:gdLst/>
              <a:ahLst/>
              <a:cxnLst/>
              <a:rect l="l" t="t" r="r" b="b"/>
              <a:pathLst>
                <a:path w="147" h="191" extrusionOk="0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61;p55">
              <a:extLst>
                <a:ext uri="{FF2B5EF4-FFF2-40B4-BE49-F238E27FC236}">
                  <a16:creationId xmlns:a16="http://schemas.microsoft.com/office/drawing/2014/main" id="{A2C61718-9648-47A1-9C00-336803646A42}"/>
                </a:ext>
              </a:extLst>
            </p:cNvPr>
            <p:cNvSpPr/>
            <p:nvPr/>
          </p:nvSpPr>
          <p:spPr>
            <a:xfrm>
              <a:off x="5538775" y="2902150"/>
              <a:ext cx="3725" cy="4800"/>
            </a:xfrm>
            <a:custGeom>
              <a:avLst/>
              <a:gdLst/>
              <a:ahLst/>
              <a:cxnLst/>
              <a:rect l="l" t="t" r="r" b="b"/>
              <a:pathLst>
                <a:path w="149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62;p55">
              <a:extLst>
                <a:ext uri="{FF2B5EF4-FFF2-40B4-BE49-F238E27FC236}">
                  <a16:creationId xmlns:a16="http://schemas.microsoft.com/office/drawing/2014/main" id="{ADC60CF9-BF38-49FD-8391-19B592BA89BD}"/>
                </a:ext>
              </a:extLst>
            </p:cNvPr>
            <p:cNvSpPr/>
            <p:nvPr/>
          </p:nvSpPr>
          <p:spPr>
            <a:xfrm>
              <a:off x="5363475" y="281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63;p55">
              <a:extLst>
                <a:ext uri="{FF2B5EF4-FFF2-40B4-BE49-F238E27FC236}">
                  <a16:creationId xmlns:a16="http://schemas.microsoft.com/office/drawing/2014/main" id="{B6E11A93-198B-40B2-931A-ABE3740C2C62}"/>
                </a:ext>
              </a:extLst>
            </p:cNvPr>
            <p:cNvSpPr/>
            <p:nvPr/>
          </p:nvSpPr>
          <p:spPr>
            <a:xfrm>
              <a:off x="5372550" y="2815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64;p55">
              <a:extLst>
                <a:ext uri="{FF2B5EF4-FFF2-40B4-BE49-F238E27FC236}">
                  <a16:creationId xmlns:a16="http://schemas.microsoft.com/office/drawing/2014/main" id="{874B0680-8E71-4F25-B30F-6947555EC800}"/>
                </a:ext>
              </a:extLst>
            </p:cNvPr>
            <p:cNvSpPr/>
            <p:nvPr/>
          </p:nvSpPr>
          <p:spPr>
            <a:xfrm>
              <a:off x="5381650" y="2820675"/>
              <a:ext cx="3675" cy="475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65;p55">
              <a:extLst>
                <a:ext uri="{FF2B5EF4-FFF2-40B4-BE49-F238E27FC236}">
                  <a16:creationId xmlns:a16="http://schemas.microsoft.com/office/drawing/2014/main" id="{C232A56D-C1AB-4D5D-ACA6-E286899B8F2C}"/>
                </a:ext>
              </a:extLst>
            </p:cNvPr>
            <p:cNvSpPr/>
            <p:nvPr/>
          </p:nvSpPr>
          <p:spPr>
            <a:xfrm>
              <a:off x="5390725" y="28259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66;p55">
              <a:extLst>
                <a:ext uri="{FF2B5EF4-FFF2-40B4-BE49-F238E27FC236}">
                  <a16:creationId xmlns:a16="http://schemas.microsoft.com/office/drawing/2014/main" id="{8C17C356-EC06-4194-B863-99F24D56D118}"/>
                </a:ext>
              </a:extLst>
            </p:cNvPr>
            <p:cNvSpPr/>
            <p:nvPr/>
          </p:nvSpPr>
          <p:spPr>
            <a:xfrm>
              <a:off x="5399825" y="28311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67;p55">
              <a:extLst>
                <a:ext uri="{FF2B5EF4-FFF2-40B4-BE49-F238E27FC236}">
                  <a16:creationId xmlns:a16="http://schemas.microsoft.com/office/drawing/2014/main" id="{BE829107-B9A6-443D-A026-1BEF76FFE358}"/>
                </a:ext>
              </a:extLst>
            </p:cNvPr>
            <p:cNvSpPr/>
            <p:nvPr/>
          </p:nvSpPr>
          <p:spPr>
            <a:xfrm>
              <a:off x="5408900" y="283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68;p55">
              <a:extLst>
                <a:ext uri="{FF2B5EF4-FFF2-40B4-BE49-F238E27FC236}">
                  <a16:creationId xmlns:a16="http://schemas.microsoft.com/office/drawing/2014/main" id="{6E65CC78-F35B-42F5-89E7-047C5236B30F}"/>
                </a:ext>
              </a:extLst>
            </p:cNvPr>
            <p:cNvSpPr/>
            <p:nvPr/>
          </p:nvSpPr>
          <p:spPr>
            <a:xfrm>
              <a:off x="5418000" y="2841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69;p55">
              <a:extLst>
                <a:ext uri="{FF2B5EF4-FFF2-40B4-BE49-F238E27FC236}">
                  <a16:creationId xmlns:a16="http://schemas.microsoft.com/office/drawing/2014/main" id="{BCFBDF97-45A0-4602-8EF3-A1E9DC9965CC}"/>
                </a:ext>
              </a:extLst>
            </p:cNvPr>
            <p:cNvSpPr/>
            <p:nvPr/>
          </p:nvSpPr>
          <p:spPr>
            <a:xfrm>
              <a:off x="5427050" y="28468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70;p55">
              <a:extLst>
                <a:ext uri="{FF2B5EF4-FFF2-40B4-BE49-F238E27FC236}">
                  <a16:creationId xmlns:a16="http://schemas.microsoft.com/office/drawing/2014/main" id="{8FD6D193-8752-4825-B98B-A827216BEB59}"/>
                </a:ext>
              </a:extLst>
            </p:cNvPr>
            <p:cNvSpPr/>
            <p:nvPr/>
          </p:nvSpPr>
          <p:spPr>
            <a:xfrm>
              <a:off x="5363225" y="280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71;p55">
              <a:extLst>
                <a:ext uri="{FF2B5EF4-FFF2-40B4-BE49-F238E27FC236}">
                  <a16:creationId xmlns:a16="http://schemas.microsoft.com/office/drawing/2014/main" id="{6130CD00-47D5-4CF3-8518-C7C1E221DA89}"/>
                </a:ext>
              </a:extLst>
            </p:cNvPr>
            <p:cNvSpPr/>
            <p:nvPr/>
          </p:nvSpPr>
          <p:spPr>
            <a:xfrm>
              <a:off x="5372325" y="28059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72;p55">
              <a:extLst>
                <a:ext uri="{FF2B5EF4-FFF2-40B4-BE49-F238E27FC236}">
                  <a16:creationId xmlns:a16="http://schemas.microsoft.com/office/drawing/2014/main" id="{B2BA14AC-4524-4BFF-B4BD-6CE3464F711A}"/>
                </a:ext>
              </a:extLst>
            </p:cNvPr>
            <p:cNvSpPr/>
            <p:nvPr/>
          </p:nvSpPr>
          <p:spPr>
            <a:xfrm>
              <a:off x="5381400" y="28112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73;p55">
              <a:extLst>
                <a:ext uri="{FF2B5EF4-FFF2-40B4-BE49-F238E27FC236}">
                  <a16:creationId xmlns:a16="http://schemas.microsoft.com/office/drawing/2014/main" id="{04EF508F-B88A-459D-BBB7-B819B759DA37}"/>
                </a:ext>
              </a:extLst>
            </p:cNvPr>
            <p:cNvSpPr/>
            <p:nvPr/>
          </p:nvSpPr>
          <p:spPr>
            <a:xfrm>
              <a:off x="5390500" y="28164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74;p55">
              <a:extLst>
                <a:ext uri="{FF2B5EF4-FFF2-40B4-BE49-F238E27FC236}">
                  <a16:creationId xmlns:a16="http://schemas.microsoft.com/office/drawing/2014/main" id="{8D8727C8-2EED-48A9-BD31-2E1CE1F5E249}"/>
                </a:ext>
              </a:extLst>
            </p:cNvPr>
            <p:cNvSpPr/>
            <p:nvPr/>
          </p:nvSpPr>
          <p:spPr>
            <a:xfrm>
              <a:off x="5399575" y="282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75;p55">
              <a:extLst>
                <a:ext uri="{FF2B5EF4-FFF2-40B4-BE49-F238E27FC236}">
                  <a16:creationId xmlns:a16="http://schemas.microsoft.com/office/drawing/2014/main" id="{A91B0C0D-C50A-45F3-9426-9DBD23E15D87}"/>
                </a:ext>
              </a:extLst>
            </p:cNvPr>
            <p:cNvSpPr/>
            <p:nvPr/>
          </p:nvSpPr>
          <p:spPr>
            <a:xfrm>
              <a:off x="5408650" y="2826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776;p55">
              <a:extLst>
                <a:ext uri="{FF2B5EF4-FFF2-40B4-BE49-F238E27FC236}">
                  <a16:creationId xmlns:a16="http://schemas.microsoft.com/office/drawing/2014/main" id="{DBA46A9F-BA65-4297-94EF-059EE8467A0F}"/>
                </a:ext>
              </a:extLst>
            </p:cNvPr>
            <p:cNvSpPr/>
            <p:nvPr/>
          </p:nvSpPr>
          <p:spPr>
            <a:xfrm>
              <a:off x="5417725" y="2832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77;p55">
              <a:extLst>
                <a:ext uri="{FF2B5EF4-FFF2-40B4-BE49-F238E27FC236}">
                  <a16:creationId xmlns:a16="http://schemas.microsoft.com/office/drawing/2014/main" id="{92FB1C77-7FD7-4F9E-972B-3BFF84E10232}"/>
                </a:ext>
              </a:extLst>
            </p:cNvPr>
            <p:cNvSpPr/>
            <p:nvPr/>
          </p:nvSpPr>
          <p:spPr>
            <a:xfrm>
              <a:off x="5426850" y="2837400"/>
              <a:ext cx="3675" cy="4800"/>
            </a:xfrm>
            <a:custGeom>
              <a:avLst/>
              <a:gdLst/>
              <a:ahLst/>
              <a:cxnLst/>
              <a:rect l="l" t="t" r="r" b="b"/>
              <a:pathLst>
                <a:path w="147" h="192" extrusionOk="0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78;p55">
              <a:extLst>
                <a:ext uri="{FF2B5EF4-FFF2-40B4-BE49-F238E27FC236}">
                  <a16:creationId xmlns:a16="http://schemas.microsoft.com/office/drawing/2014/main" id="{758D2B60-DE82-4EE1-AA09-4DAF81B6A957}"/>
                </a:ext>
              </a:extLst>
            </p:cNvPr>
            <p:cNvSpPr/>
            <p:nvPr/>
          </p:nvSpPr>
          <p:spPr>
            <a:xfrm>
              <a:off x="5438675" y="2848000"/>
              <a:ext cx="29650" cy="20275"/>
            </a:xfrm>
            <a:custGeom>
              <a:avLst/>
              <a:gdLst/>
              <a:ahLst/>
              <a:cxnLst/>
              <a:rect l="l" t="t" r="r" b="b"/>
              <a:pathLst>
                <a:path w="1186" h="811" extrusionOk="0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79;p55">
              <a:extLst>
                <a:ext uri="{FF2B5EF4-FFF2-40B4-BE49-F238E27FC236}">
                  <a16:creationId xmlns:a16="http://schemas.microsoft.com/office/drawing/2014/main" id="{E1B81865-44C6-41DA-AD08-4F97B661556E}"/>
                </a:ext>
              </a:extLst>
            </p:cNvPr>
            <p:cNvSpPr/>
            <p:nvPr/>
          </p:nvSpPr>
          <p:spPr>
            <a:xfrm>
              <a:off x="5340275" y="2785800"/>
              <a:ext cx="15675" cy="20175"/>
            </a:xfrm>
            <a:custGeom>
              <a:avLst/>
              <a:gdLst/>
              <a:ahLst/>
              <a:cxnLst/>
              <a:rect l="l" t="t" r="r" b="b"/>
              <a:pathLst>
                <a:path w="627" h="807" extrusionOk="0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80;p55">
              <a:extLst>
                <a:ext uri="{FF2B5EF4-FFF2-40B4-BE49-F238E27FC236}">
                  <a16:creationId xmlns:a16="http://schemas.microsoft.com/office/drawing/2014/main" id="{903B0461-77CC-4B57-B570-AE9F8D09E4B2}"/>
                </a:ext>
              </a:extLst>
            </p:cNvPr>
            <p:cNvSpPr/>
            <p:nvPr/>
          </p:nvSpPr>
          <p:spPr>
            <a:xfrm>
              <a:off x="5343650" y="2787850"/>
              <a:ext cx="12300" cy="18125"/>
            </a:xfrm>
            <a:custGeom>
              <a:avLst/>
              <a:gdLst/>
              <a:ahLst/>
              <a:cxnLst/>
              <a:rect l="l" t="t" r="r" b="b"/>
              <a:pathLst>
                <a:path w="492" h="725" extrusionOk="0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70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2564873" y="155685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5238723" y="155680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5477715" y="1747751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ALAT DAN BAHAN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910756" y="1776604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475;p33">
            <a:extLst>
              <a:ext uri="{FF2B5EF4-FFF2-40B4-BE49-F238E27FC236}">
                <a16:creationId xmlns:a16="http://schemas.microsoft.com/office/drawing/2014/main" id="{27BAE5AF-6E21-4B4A-A5AF-519052AE91C6}"/>
              </a:ext>
            </a:extLst>
          </p:cNvPr>
          <p:cNvSpPr txBox="1">
            <a:spLocks/>
          </p:cNvSpPr>
          <p:nvPr/>
        </p:nvSpPr>
        <p:spPr>
          <a:xfrm flipH="1">
            <a:off x="2306920" y="2487426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smartphone</a:t>
            </a:r>
          </a:p>
        </p:txBody>
      </p:sp>
      <p:sp>
        <p:nvSpPr>
          <p:cNvPr id="236" name="Google Shape;475;p33">
            <a:extLst>
              <a:ext uri="{FF2B5EF4-FFF2-40B4-BE49-F238E27FC236}">
                <a16:creationId xmlns:a16="http://schemas.microsoft.com/office/drawing/2014/main" id="{037E91F8-2822-4174-BED2-1C8FDFEB00D8}"/>
              </a:ext>
            </a:extLst>
          </p:cNvPr>
          <p:cNvSpPr txBox="1">
            <a:spLocks/>
          </p:cNvSpPr>
          <p:nvPr/>
        </p:nvSpPr>
        <p:spPr>
          <a:xfrm flipH="1">
            <a:off x="4923183" y="2484839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laptop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B34305-48C3-43E4-A0DD-529AD285416E}"/>
              </a:ext>
            </a:extLst>
          </p:cNvPr>
          <p:cNvGrpSpPr/>
          <p:nvPr/>
        </p:nvGrpSpPr>
        <p:grpSpPr>
          <a:xfrm>
            <a:off x="836855" y="3637063"/>
            <a:ext cx="7470290" cy="870154"/>
            <a:chOff x="971550" y="3637063"/>
            <a:chExt cx="7470290" cy="8701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6832EC-9C2C-4C51-9DEA-A3076E7D23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312" r="6481"/>
            <a:stretch/>
          </p:blipFill>
          <p:spPr>
            <a:xfrm>
              <a:off x="971550" y="3637063"/>
              <a:ext cx="1900238" cy="87015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65893F-7B3F-464F-ABB9-53EB2DE83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4687" y="3700563"/>
              <a:ext cx="723977" cy="72397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2382CAD-2B5F-4FDC-9F39-1FB33389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1766" y="3849431"/>
              <a:ext cx="1560601" cy="445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F0ADD41-D5E3-4BB8-9511-4CD5512BE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286" r="3852"/>
            <a:stretch/>
          </p:blipFill>
          <p:spPr>
            <a:xfrm>
              <a:off x="6198456" y="3803147"/>
              <a:ext cx="742951" cy="53798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67613F-1A7D-4275-9FC6-440ED2F4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7497" y="3849431"/>
              <a:ext cx="1104343" cy="445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2957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50" name="Google Shape;3046;p54">
            <a:extLst>
              <a:ext uri="{FF2B5EF4-FFF2-40B4-BE49-F238E27FC236}">
                <a16:creationId xmlns:a16="http://schemas.microsoft.com/office/drawing/2014/main" id="{0AF5DA1A-EB2C-4D07-A997-8AE0F6989B5C}"/>
              </a:ext>
            </a:extLst>
          </p:cNvPr>
          <p:cNvGrpSpPr/>
          <p:nvPr/>
        </p:nvGrpSpPr>
        <p:grpSpPr>
          <a:xfrm>
            <a:off x="5231052" y="624658"/>
            <a:ext cx="3125766" cy="3091702"/>
            <a:chOff x="867900" y="2040850"/>
            <a:chExt cx="367225" cy="363225"/>
          </a:xfrm>
        </p:grpSpPr>
        <p:sp>
          <p:nvSpPr>
            <p:cNvPr id="51" name="Google Shape;3047;p54">
              <a:extLst>
                <a:ext uri="{FF2B5EF4-FFF2-40B4-BE49-F238E27FC236}">
                  <a16:creationId xmlns:a16="http://schemas.microsoft.com/office/drawing/2014/main" id="{CAECBFAB-309D-49FE-B541-FFACE5451C59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48;p54">
              <a:extLst>
                <a:ext uri="{FF2B5EF4-FFF2-40B4-BE49-F238E27FC236}">
                  <a16:creationId xmlns:a16="http://schemas.microsoft.com/office/drawing/2014/main" id="{2A9B2157-F0DB-4916-A7C0-EFB578AAD554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49;p54">
              <a:extLst>
                <a:ext uri="{FF2B5EF4-FFF2-40B4-BE49-F238E27FC236}">
                  <a16:creationId xmlns:a16="http://schemas.microsoft.com/office/drawing/2014/main" id="{47D6130B-24AB-4CC2-819A-865B2C740403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50;p54">
              <a:extLst>
                <a:ext uri="{FF2B5EF4-FFF2-40B4-BE49-F238E27FC236}">
                  <a16:creationId xmlns:a16="http://schemas.microsoft.com/office/drawing/2014/main" id="{4EEB95FF-60FC-4E30-8D83-6458B202259F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51;p54">
              <a:extLst>
                <a:ext uri="{FF2B5EF4-FFF2-40B4-BE49-F238E27FC236}">
                  <a16:creationId xmlns:a16="http://schemas.microsoft.com/office/drawing/2014/main" id="{1F699856-AD57-4519-A253-E6CD48F8A75B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2;p54">
              <a:extLst>
                <a:ext uri="{FF2B5EF4-FFF2-40B4-BE49-F238E27FC236}">
                  <a16:creationId xmlns:a16="http://schemas.microsoft.com/office/drawing/2014/main" id="{E96B1723-F307-405F-9B37-FD1099DCCFD4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53;p54">
              <a:extLst>
                <a:ext uri="{FF2B5EF4-FFF2-40B4-BE49-F238E27FC236}">
                  <a16:creationId xmlns:a16="http://schemas.microsoft.com/office/drawing/2014/main" id="{AF8FEF8F-3854-490F-9D45-3FBA44664B6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54;p54">
              <a:extLst>
                <a:ext uri="{FF2B5EF4-FFF2-40B4-BE49-F238E27FC236}">
                  <a16:creationId xmlns:a16="http://schemas.microsoft.com/office/drawing/2014/main" id="{DD366891-F4AF-4AD7-A06F-B4E2F3642666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5;p54">
              <a:extLst>
                <a:ext uri="{FF2B5EF4-FFF2-40B4-BE49-F238E27FC236}">
                  <a16:creationId xmlns:a16="http://schemas.microsoft.com/office/drawing/2014/main" id="{FFA9167C-4332-4CD5-B8BE-440A89058F67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56;p54">
              <a:extLst>
                <a:ext uri="{FF2B5EF4-FFF2-40B4-BE49-F238E27FC236}">
                  <a16:creationId xmlns:a16="http://schemas.microsoft.com/office/drawing/2014/main" id="{545D1498-4660-4FC2-9597-BBB9E6299F0E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57;p54">
              <a:extLst>
                <a:ext uri="{FF2B5EF4-FFF2-40B4-BE49-F238E27FC236}">
                  <a16:creationId xmlns:a16="http://schemas.microsoft.com/office/drawing/2014/main" id="{9F698766-AC48-48F6-9D4A-D102B9864BDF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8;p54">
              <a:extLst>
                <a:ext uri="{FF2B5EF4-FFF2-40B4-BE49-F238E27FC236}">
                  <a16:creationId xmlns:a16="http://schemas.microsoft.com/office/drawing/2014/main" id="{D2E7FF31-2D9E-472D-B8E1-48CC6AE08C8C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46;p54">
            <a:extLst>
              <a:ext uri="{FF2B5EF4-FFF2-40B4-BE49-F238E27FC236}">
                <a16:creationId xmlns:a16="http://schemas.microsoft.com/office/drawing/2014/main" id="{E5062A04-B90A-4D5A-9098-64DE64ACE56D}"/>
              </a:ext>
            </a:extLst>
          </p:cNvPr>
          <p:cNvGrpSpPr/>
          <p:nvPr/>
        </p:nvGrpSpPr>
        <p:grpSpPr>
          <a:xfrm>
            <a:off x="5309369" y="624658"/>
            <a:ext cx="3125766" cy="3091702"/>
            <a:chOff x="867900" y="2040850"/>
            <a:chExt cx="367225" cy="363225"/>
          </a:xfrm>
        </p:grpSpPr>
        <p:sp>
          <p:nvSpPr>
            <p:cNvPr id="64" name="Google Shape;3047;p54">
              <a:extLst>
                <a:ext uri="{FF2B5EF4-FFF2-40B4-BE49-F238E27FC236}">
                  <a16:creationId xmlns:a16="http://schemas.microsoft.com/office/drawing/2014/main" id="{6369A9E7-0B8F-4133-A4AA-43349FD4CC5D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048;p54">
              <a:extLst>
                <a:ext uri="{FF2B5EF4-FFF2-40B4-BE49-F238E27FC236}">
                  <a16:creationId xmlns:a16="http://schemas.microsoft.com/office/drawing/2014/main" id="{D44D7597-E72E-4B2E-AB85-CC8ADDA91A15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049;p54">
              <a:extLst>
                <a:ext uri="{FF2B5EF4-FFF2-40B4-BE49-F238E27FC236}">
                  <a16:creationId xmlns:a16="http://schemas.microsoft.com/office/drawing/2014/main" id="{42B29351-36A4-496B-B5AB-2FFA8361FF98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050;p54">
              <a:extLst>
                <a:ext uri="{FF2B5EF4-FFF2-40B4-BE49-F238E27FC236}">
                  <a16:creationId xmlns:a16="http://schemas.microsoft.com/office/drawing/2014/main" id="{EC5A003B-DB99-4914-BB2D-8258885780D8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051;p54">
              <a:extLst>
                <a:ext uri="{FF2B5EF4-FFF2-40B4-BE49-F238E27FC236}">
                  <a16:creationId xmlns:a16="http://schemas.microsoft.com/office/drawing/2014/main" id="{1E3D4C5A-E509-4A28-BA85-AD8549567934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052;p54">
              <a:extLst>
                <a:ext uri="{FF2B5EF4-FFF2-40B4-BE49-F238E27FC236}">
                  <a16:creationId xmlns:a16="http://schemas.microsoft.com/office/drawing/2014/main" id="{BA06A804-C70E-4233-BA1B-0E6ABD2B5B58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053;p54">
              <a:extLst>
                <a:ext uri="{FF2B5EF4-FFF2-40B4-BE49-F238E27FC236}">
                  <a16:creationId xmlns:a16="http://schemas.microsoft.com/office/drawing/2014/main" id="{B31B6EBD-F486-48C8-91DC-BC389A372A7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054;p54">
              <a:extLst>
                <a:ext uri="{FF2B5EF4-FFF2-40B4-BE49-F238E27FC236}">
                  <a16:creationId xmlns:a16="http://schemas.microsoft.com/office/drawing/2014/main" id="{B2255B79-B5EF-4D57-94BB-A51F0CDD49FF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055;p54">
              <a:extLst>
                <a:ext uri="{FF2B5EF4-FFF2-40B4-BE49-F238E27FC236}">
                  <a16:creationId xmlns:a16="http://schemas.microsoft.com/office/drawing/2014/main" id="{189A56B9-BCCB-4686-B90A-C9CBF19C6F9B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56;p54">
              <a:extLst>
                <a:ext uri="{FF2B5EF4-FFF2-40B4-BE49-F238E27FC236}">
                  <a16:creationId xmlns:a16="http://schemas.microsoft.com/office/drawing/2014/main" id="{59F22D06-11FA-4216-913E-3B44531760BD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057;p54">
              <a:extLst>
                <a:ext uri="{FF2B5EF4-FFF2-40B4-BE49-F238E27FC236}">
                  <a16:creationId xmlns:a16="http://schemas.microsoft.com/office/drawing/2014/main" id="{05E80666-3EE6-436E-A97E-AD803E28460C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058;p54">
              <a:extLst>
                <a:ext uri="{FF2B5EF4-FFF2-40B4-BE49-F238E27FC236}">
                  <a16:creationId xmlns:a16="http://schemas.microsoft.com/office/drawing/2014/main" id="{93657108-3C59-4677-8531-7DC73CA3CD3F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393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0;p29">
            <a:extLst>
              <a:ext uri="{FF2B5EF4-FFF2-40B4-BE49-F238E27FC236}">
                <a16:creationId xmlns:a16="http://schemas.microsoft.com/office/drawing/2014/main" id="{3F98FB0C-6C36-4AE7-8DCC-B39AAFAA0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4375"/>
            <a:ext cx="8520600" cy="13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788BC-37F5-4634-8615-88355D80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3F863-061F-4E7E-BB5E-342D0A8C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44" y="-108155"/>
            <a:ext cx="4738712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1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08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50" name="Google Shape;1850;p49"/>
          <p:cNvGrpSpPr/>
          <p:nvPr/>
        </p:nvGrpSpPr>
        <p:grpSpPr>
          <a:xfrm>
            <a:off x="4971087" y="385375"/>
            <a:ext cx="3090276" cy="3180475"/>
            <a:chOff x="1264500" y="238125"/>
            <a:chExt cx="5090225" cy="5238800"/>
          </a:xfrm>
        </p:grpSpPr>
        <p:sp>
          <p:nvSpPr>
            <p:cNvPr id="1851" name="Google Shape;1851;p49"/>
            <p:cNvSpPr/>
            <p:nvPr/>
          </p:nvSpPr>
          <p:spPr>
            <a:xfrm>
              <a:off x="4795750" y="2346725"/>
              <a:ext cx="1445275" cy="3130150"/>
            </a:xfrm>
            <a:custGeom>
              <a:avLst/>
              <a:gdLst/>
              <a:ahLst/>
              <a:cxnLst/>
              <a:rect l="l" t="t" r="r" b="b"/>
              <a:pathLst>
                <a:path w="57811" h="125206" extrusionOk="0">
                  <a:moveTo>
                    <a:pt x="33164" y="0"/>
                  </a:moveTo>
                  <a:lnTo>
                    <a:pt x="0" y="125206"/>
                  </a:lnTo>
                  <a:lnTo>
                    <a:pt x="57811" y="90898"/>
                  </a:lnTo>
                  <a:lnTo>
                    <a:pt x="33164" y="0"/>
                  </a:lnTo>
                  <a:close/>
                </a:path>
              </a:pathLst>
            </a:custGeom>
            <a:solidFill>
              <a:srgbClr val="7CB0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4795625" y="2346750"/>
              <a:ext cx="879475" cy="3130175"/>
            </a:xfrm>
            <a:custGeom>
              <a:avLst/>
              <a:gdLst/>
              <a:ahLst/>
              <a:cxnLst/>
              <a:rect l="l" t="t" r="r" b="b"/>
              <a:pathLst>
                <a:path w="35179" h="125207" extrusionOk="0">
                  <a:moveTo>
                    <a:pt x="33172" y="1"/>
                  </a:moveTo>
                  <a:lnTo>
                    <a:pt x="1" y="125206"/>
                  </a:lnTo>
                  <a:lnTo>
                    <a:pt x="1" y="125206"/>
                  </a:lnTo>
                  <a:lnTo>
                    <a:pt x="5880" y="121717"/>
                  </a:lnTo>
                  <a:lnTo>
                    <a:pt x="35179" y="7411"/>
                  </a:lnTo>
                  <a:lnTo>
                    <a:pt x="33172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5180300" y="2346725"/>
              <a:ext cx="1060725" cy="2272450"/>
            </a:xfrm>
            <a:custGeom>
              <a:avLst/>
              <a:gdLst/>
              <a:ahLst/>
              <a:cxnLst/>
              <a:rect l="l" t="t" r="r" b="b"/>
              <a:pathLst>
                <a:path w="42429" h="90898" extrusionOk="0">
                  <a:moveTo>
                    <a:pt x="17782" y="0"/>
                  </a:moveTo>
                  <a:lnTo>
                    <a:pt x="1" y="67393"/>
                  </a:lnTo>
                  <a:lnTo>
                    <a:pt x="42429" y="90898"/>
                  </a:lnTo>
                  <a:lnTo>
                    <a:pt x="42429" y="90898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5E7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5445375" y="2346725"/>
              <a:ext cx="795650" cy="2272450"/>
            </a:xfrm>
            <a:custGeom>
              <a:avLst/>
              <a:gdLst/>
              <a:ahLst/>
              <a:cxnLst/>
              <a:rect l="l" t="t" r="r" b="b"/>
              <a:pathLst>
                <a:path w="31826" h="90898" extrusionOk="0">
                  <a:moveTo>
                    <a:pt x="7179" y="0"/>
                  </a:moveTo>
                  <a:lnTo>
                    <a:pt x="1" y="27207"/>
                  </a:lnTo>
                  <a:lnTo>
                    <a:pt x="14697" y="81409"/>
                  </a:lnTo>
                  <a:lnTo>
                    <a:pt x="31826" y="90898"/>
                  </a:lnTo>
                  <a:lnTo>
                    <a:pt x="7179" y="0"/>
                  </a:lnTo>
                  <a:close/>
                </a:path>
              </a:pathLst>
            </a:custGeom>
            <a:solidFill>
              <a:srgbClr val="476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1264500" y="294575"/>
              <a:ext cx="4360425" cy="5182350"/>
            </a:xfrm>
            <a:custGeom>
              <a:avLst/>
              <a:gdLst/>
              <a:ahLst/>
              <a:cxnLst/>
              <a:rect l="l" t="t" r="r" b="b"/>
              <a:pathLst>
                <a:path w="174417" h="207294" extrusionOk="0">
                  <a:moveTo>
                    <a:pt x="33164" y="1"/>
                  </a:moveTo>
                  <a:lnTo>
                    <a:pt x="25034" y="30707"/>
                  </a:lnTo>
                  <a:lnTo>
                    <a:pt x="0" y="125206"/>
                  </a:lnTo>
                  <a:lnTo>
                    <a:pt x="141246" y="207293"/>
                  </a:lnTo>
                  <a:lnTo>
                    <a:pt x="166280" y="112792"/>
                  </a:lnTo>
                  <a:lnTo>
                    <a:pt x="174417" y="82088"/>
                  </a:lnTo>
                  <a:lnTo>
                    <a:pt x="33164" y="1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4415200" y="28747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2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6" y="25973"/>
                    <a:pt x="17940" y="25213"/>
                    <a:pt x="18259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3" y="7727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229850" y="353372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3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4023925" y="42030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0"/>
                  </a:moveTo>
                  <a:cubicBezTo>
                    <a:pt x="5192" y="0"/>
                    <a:pt x="4099" y="760"/>
                    <a:pt x="3779" y="1981"/>
                  </a:cubicBezTo>
                  <a:lnTo>
                    <a:pt x="303" y="15279"/>
                  </a:lnTo>
                  <a:cubicBezTo>
                    <a:pt x="0" y="16435"/>
                    <a:pt x="510" y="17650"/>
                    <a:pt x="1546" y="18246"/>
                  </a:cubicBezTo>
                  <a:lnTo>
                    <a:pt x="14375" y="25619"/>
                  </a:lnTo>
                  <a:cubicBezTo>
                    <a:pt x="14795" y="25860"/>
                    <a:pt x="15247" y="25972"/>
                    <a:pt x="15691" y="25972"/>
                  </a:cubicBezTo>
                  <a:cubicBezTo>
                    <a:pt x="16845" y="25972"/>
                    <a:pt x="17939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2" y="7725"/>
                  </a:cubicBezTo>
                  <a:lnTo>
                    <a:pt x="7662" y="354"/>
                  </a:lnTo>
                  <a:cubicBezTo>
                    <a:pt x="7241" y="112"/>
                    <a:pt x="6789" y="0"/>
                    <a:pt x="634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2092250" y="241075"/>
              <a:ext cx="3645250" cy="2105600"/>
            </a:xfrm>
            <a:custGeom>
              <a:avLst/>
              <a:gdLst/>
              <a:ahLst/>
              <a:cxnLst/>
              <a:rect l="l" t="t" r="r" b="b"/>
              <a:pathLst>
                <a:path w="145810" h="84224" extrusionOk="0">
                  <a:moveTo>
                    <a:pt x="3" y="2234"/>
                  </a:moveTo>
                  <a:lnTo>
                    <a:pt x="0" y="2250"/>
                  </a:lnTo>
                  <a:lnTo>
                    <a:pt x="17" y="2242"/>
                  </a:lnTo>
                  <a:lnTo>
                    <a:pt x="3" y="2234"/>
                  </a:lnTo>
                  <a:close/>
                  <a:moveTo>
                    <a:pt x="4512" y="0"/>
                  </a:moveTo>
                  <a:lnTo>
                    <a:pt x="17" y="2242"/>
                  </a:lnTo>
                  <a:lnTo>
                    <a:pt x="141297" y="84223"/>
                  </a:lnTo>
                  <a:lnTo>
                    <a:pt x="145810" y="81907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2092250" y="296850"/>
              <a:ext cx="550" cy="575"/>
            </a:xfrm>
            <a:custGeom>
              <a:avLst/>
              <a:gdLst/>
              <a:ahLst/>
              <a:cxnLst/>
              <a:rect l="l" t="t" r="r" b="b"/>
              <a:pathLst>
                <a:path w="22" h="23" extrusionOk="0">
                  <a:moveTo>
                    <a:pt x="0" y="0"/>
                  </a:moveTo>
                  <a:lnTo>
                    <a:pt x="0" y="22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2092750" y="241075"/>
              <a:ext cx="2922700" cy="1716900"/>
            </a:xfrm>
            <a:custGeom>
              <a:avLst/>
              <a:gdLst/>
              <a:ahLst/>
              <a:cxnLst/>
              <a:rect l="l" t="t" r="r" b="b"/>
              <a:pathLst>
                <a:path w="116908" h="68676" extrusionOk="0">
                  <a:moveTo>
                    <a:pt x="4491" y="0"/>
                  </a:moveTo>
                  <a:lnTo>
                    <a:pt x="0" y="2244"/>
                  </a:lnTo>
                  <a:lnTo>
                    <a:pt x="110533" y="66381"/>
                  </a:lnTo>
                  <a:lnTo>
                    <a:pt x="114482" y="68675"/>
                  </a:lnTo>
                  <a:cubicBezTo>
                    <a:pt x="115081" y="67374"/>
                    <a:pt x="115902" y="66188"/>
                    <a:pt x="116908" y="65168"/>
                  </a:cubicBezTo>
                  <a:lnTo>
                    <a:pt x="112841" y="62813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5624650" y="2346725"/>
              <a:ext cx="200" cy="500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1" y="0"/>
                  </a:moveTo>
                  <a:lnTo>
                    <a:pt x="1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86A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4753375" y="2038750"/>
              <a:ext cx="290075" cy="483375"/>
            </a:xfrm>
            <a:custGeom>
              <a:avLst/>
              <a:gdLst/>
              <a:ahLst/>
              <a:cxnLst/>
              <a:rect l="l" t="t" r="r" b="b"/>
              <a:pathLst>
                <a:path w="11603" h="19335" extrusionOk="0">
                  <a:moveTo>
                    <a:pt x="1" y="0"/>
                  </a:moveTo>
                  <a:lnTo>
                    <a:pt x="44" y="12620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4753375" y="2038750"/>
              <a:ext cx="290150" cy="483300"/>
            </a:xfrm>
            <a:custGeom>
              <a:avLst/>
              <a:gdLst/>
              <a:ahLst/>
              <a:cxnLst/>
              <a:rect l="l" t="t" r="r" b="b"/>
              <a:pathLst>
                <a:path w="11606" h="19332" extrusionOk="0">
                  <a:moveTo>
                    <a:pt x="1" y="0"/>
                  </a:moveTo>
                  <a:lnTo>
                    <a:pt x="21" y="5717"/>
                  </a:lnTo>
                  <a:lnTo>
                    <a:pt x="43" y="12617"/>
                  </a:lnTo>
                  <a:lnTo>
                    <a:pt x="11606" y="19332"/>
                  </a:lnTo>
                  <a:lnTo>
                    <a:pt x="11586" y="13900"/>
                  </a:lnTo>
                  <a:lnTo>
                    <a:pt x="11565" y="8723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5025700" y="2196900"/>
              <a:ext cx="16825" cy="59800"/>
            </a:xfrm>
            <a:custGeom>
              <a:avLst/>
              <a:gdLst/>
              <a:ahLst/>
              <a:cxnLst/>
              <a:rect l="l" t="t" r="r" b="b"/>
              <a:pathLst>
                <a:path w="673" h="2392" extrusionOk="0">
                  <a:moveTo>
                    <a:pt x="0" y="0"/>
                  </a:moveTo>
                  <a:lnTo>
                    <a:pt x="672" y="2391"/>
                  </a:lnTo>
                  <a:lnTo>
                    <a:pt x="6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916175" y="2196900"/>
              <a:ext cx="126325" cy="59800"/>
            </a:xfrm>
            <a:custGeom>
              <a:avLst/>
              <a:gdLst/>
              <a:ahLst/>
              <a:cxnLst/>
              <a:rect l="l" t="t" r="r" b="b"/>
              <a:pathLst>
                <a:path w="5053" h="2392" extrusionOk="0">
                  <a:moveTo>
                    <a:pt x="4380" y="0"/>
                  </a:moveTo>
                  <a:cubicBezTo>
                    <a:pt x="4296" y="27"/>
                    <a:pt x="4220" y="49"/>
                    <a:pt x="4136" y="69"/>
                  </a:cubicBezTo>
                  <a:cubicBezTo>
                    <a:pt x="4053" y="98"/>
                    <a:pt x="3971" y="118"/>
                    <a:pt x="3887" y="138"/>
                  </a:cubicBezTo>
                  <a:cubicBezTo>
                    <a:pt x="3604" y="209"/>
                    <a:pt x="3319" y="264"/>
                    <a:pt x="3028" y="305"/>
                  </a:cubicBezTo>
                  <a:cubicBezTo>
                    <a:pt x="2764" y="340"/>
                    <a:pt x="2501" y="360"/>
                    <a:pt x="2245" y="374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7" y="385"/>
                    <a:pt x="1830" y="387"/>
                    <a:pt x="1743" y="387"/>
                  </a:cubicBezTo>
                  <a:cubicBezTo>
                    <a:pt x="1656" y="387"/>
                    <a:pt x="1570" y="385"/>
                    <a:pt x="1483" y="382"/>
                  </a:cubicBezTo>
                  <a:cubicBezTo>
                    <a:pt x="1392" y="374"/>
                    <a:pt x="1303" y="374"/>
                    <a:pt x="1213" y="367"/>
                  </a:cubicBezTo>
                  <a:cubicBezTo>
                    <a:pt x="1047" y="354"/>
                    <a:pt x="880" y="333"/>
                    <a:pt x="714" y="312"/>
                  </a:cubicBezTo>
                  <a:cubicBezTo>
                    <a:pt x="631" y="305"/>
                    <a:pt x="555" y="291"/>
                    <a:pt x="471" y="285"/>
                  </a:cubicBezTo>
                  <a:cubicBezTo>
                    <a:pt x="313" y="256"/>
                    <a:pt x="160" y="229"/>
                    <a:pt x="0" y="187"/>
                  </a:cubicBezTo>
                  <a:lnTo>
                    <a:pt x="0" y="187"/>
                  </a:lnTo>
                  <a:lnTo>
                    <a:pt x="1719" y="1463"/>
                  </a:lnTo>
                  <a:cubicBezTo>
                    <a:pt x="1768" y="1490"/>
                    <a:pt x="1824" y="1517"/>
                    <a:pt x="1879" y="1545"/>
                  </a:cubicBezTo>
                  <a:lnTo>
                    <a:pt x="2004" y="1608"/>
                  </a:lnTo>
                  <a:cubicBezTo>
                    <a:pt x="2037" y="1630"/>
                    <a:pt x="2075" y="1646"/>
                    <a:pt x="2115" y="1657"/>
                  </a:cubicBezTo>
                  <a:cubicBezTo>
                    <a:pt x="2275" y="1732"/>
                    <a:pt x="2433" y="1795"/>
                    <a:pt x="2593" y="1864"/>
                  </a:cubicBezTo>
                  <a:cubicBezTo>
                    <a:pt x="2700" y="1915"/>
                    <a:pt x="2811" y="1954"/>
                    <a:pt x="2926" y="1982"/>
                  </a:cubicBezTo>
                  <a:cubicBezTo>
                    <a:pt x="3071" y="2037"/>
                    <a:pt x="3224" y="2086"/>
                    <a:pt x="3375" y="2128"/>
                  </a:cubicBezTo>
                  <a:cubicBezTo>
                    <a:pt x="3409" y="2139"/>
                    <a:pt x="3444" y="2149"/>
                    <a:pt x="3479" y="2155"/>
                  </a:cubicBezTo>
                  <a:cubicBezTo>
                    <a:pt x="3486" y="2155"/>
                    <a:pt x="3486" y="2155"/>
                    <a:pt x="3493" y="2162"/>
                  </a:cubicBezTo>
                  <a:cubicBezTo>
                    <a:pt x="3507" y="2167"/>
                    <a:pt x="3524" y="2170"/>
                    <a:pt x="3539" y="2170"/>
                  </a:cubicBezTo>
                  <a:cubicBezTo>
                    <a:pt x="3543" y="2170"/>
                    <a:pt x="3546" y="2170"/>
                    <a:pt x="3549" y="2170"/>
                  </a:cubicBezTo>
                  <a:cubicBezTo>
                    <a:pt x="3558" y="2175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7"/>
                  </a:cubicBezTo>
                  <a:cubicBezTo>
                    <a:pt x="3771" y="2224"/>
                    <a:pt x="3965" y="2259"/>
                    <a:pt x="4151" y="2293"/>
                  </a:cubicBezTo>
                  <a:cubicBezTo>
                    <a:pt x="4175" y="2302"/>
                    <a:pt x="4201" y="2306"/>
                    <a:pt x="4227" y="2308"/>
                  </a:cubicBezTo>
                  <a:cubicBezTo>
                    <a:pt x="4295" y="2314"/>
                    <a:pt x="4362" y="2322"/>
                    <a:pt x="4429" y="2335"/>
                  </a:cubicBezTo>
                  <a:cubicBezTo>
                    <a:pt x="4594" y="2363"/>
                    <a:pt x="4760" y="2378"/>
                    <a:pt x="4927" y="2384"/>
                  </a:cubicBezTo>
                  <a:cubicBezTo>
                    <a:pt x="4969" y="2384"/>
                    <a:pt x="5010" y="2391"/>
                    <a:pt x="5052" y="2391"/>
                  </a:cubicBezTo>
                  <a:lnTo>
                    <a:pt x="5045" y="389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638600" y="156632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434" y="3446"/>
                  </a:moveTo>
                  <a:lnTo>
                    <a:pt x="25436" y="3447"/>
                  </a:lnTo>
                  <a:cubicBezTo>
                    <a:pt x="25436" y="3447"/>
                    <a:pt x="25435" y="3446"/>
                    <a:pt x="25434" y="3446"/>
                  </a:cubicBezTo>
                  <a:close/>
                  <a:moveTo>
                    <a:pt x="16003" y="1"/>
                  </a:moveTo>
                  <a:cubicBezTo>
                    <a:pt x="15767" y="1"/>
                    <a:pt x="15529" y="8"/>
                    <a:pt x="15290" y="22"/>
                  </a:cubicBezTo>
                  <a:cubicBezTo>
                    <a:pt x="15226" y="25"/>
                    <a:pt x="15163" y="31"/>
                    <a:pt x="15100" y="35"/>
                  </a:cubicBezTo>
                  <a:cubicBezTo>
                    <a:pt x="14795" y="57"/>
                    <a:pt x="14487" y="85"/>
                    <a:pt x="14176" y="129"/>
                  </a:cubicBezTo>
                  <a:cubicBezTo>
                    <a:pt x="13856" y="175"/>
                    <a:pt x="13539" y="234"/>
                    <a:pt x="13225" y="301"/>
                  </a:cubicBezTo>
                  <a:cubicBezTo>
                    <a:pt x="13143" y="319"/>
                    <a:pt x="13063" y="337"/>
                    <a:pt x="12982" y="355"/>
                  </a:cubicBezTo>
                  <a:cubicBezTo>
                    <a:pt x="12694" y="421"/>
                    <a:pt x="12408" y="494"/>
                    <a:pt x="12124" y="579"/>
                  </a:cubicBezTo>
                  <a:cubicBezTo>
                    <a:pt x="12098" y="586"/>
                    <a:pt x="12072" y="594"/>
                    <a:pt x="12046" y="601"/>
                  </a:cubicBezTo>
                  <a:cubicBezTo>
                    <a:pt x="11741" y="693"/>
                    <a:pt x="11440" y="798"/>
                    <a:pt x="11142" y="912"/>
                  </a:cubicBezTo>
                  <a:cubicBezTo>
                    <a:pt x="11064" y="941"/>
                    <a:pt x="10990" y="971"/>
                    <a:pt x="10913" y="1001"/>
                  </a:cubicBezTo>
                  <a:cubicBezTo>
                    <a:pt x="10653" y="1103"/>
                    <a:pt x="10395" y="1213"/>
                    <a:pt x="10140" y="1331"/>
                  </a:cubicBezTo>
                  <a:cubicBezTo>
                    <a:pt x="10109" y="1345"/>
                    <a:pt x="10077" y="1357"/>
                    <a:pt x="10045" y="1371"/>
                  </a:cubicBezTo>
                  <a:cubicBezTo>
                    <a:pt x="10037" y="1375"/>
                    <a:pt x="10028" y="1380"/>
                    <a:pt x="10019" y="1384"/>
                  </a:cubicBezTo>
                  <a:cubicBezTo>
                    <a:pt x="9664" y="1552"/>
                    <a:pt x="9314" y="1737"/>
                    <a:pt x="8970" y="1933"/>
                  </a:cubicBezTo>
                  <a:cubicBezTo>
                    <a:pt x="8917" y="1963"/>
                    <a:pt x="8862" y="1993"/>
                    <a:pt x="8809" y="2025"/>
                  </a:cubicBezTo>
                  <a:cubicBezTo>
                    <a:pt x="8476" y="2218"/>
                    <a:pt x="8151" y="2423"/>
                    <a:pt x="7832" y="2642"/>
                  </a:cubicBezTo>
                  <a:cubicBezTo>
                    <a:pt x="7805" y="2661"/>
                    <a:pt x="7776" y="2677"/>
                    <a:pt x="7748" y="2696"/>
                  </a:cubicBezTo>
                  <a:cubicBezTo>
                    <a:pt x="7712" y="2720"/>
                    <a:pt x="7678" y="2749"/>
                    <a:pt x="7642" y="2773"/>
                  </a:cubicBezTo>
                  <a:cubicBezTo>
                    <a:pt x="7401" y="2943"/>
                    <a:pt x="7163" y="3119"/>
                    <a:pt x="6928" y="3303"/>
                  </a:cubicBezTo>
                  <a:cubicBezTo>
                    <a:pt x="6907" y="3320"/>
                    <a:pt x="6884" y="3336"/>
                    <a:pt x="6861" y="3355"/>
                  </a:cubicBezTo>
                  <a:cubicBezTo>
                    <a:pt x="6609" y="3554"/>
                    <a:pt x="6364" y="3764"/>
                    <a:pt x="6122" y="3978"/>
                  </a:cubicBezTo>
                  <a:cubicBezTo>
                    <a:pt x="6095" y="4003"/>
                    <a:pt x="6066" y="4024"/>
                    <a:pt x="6039" y="4049"/>
                  </a:cubicBezTo>
                  <a:cubicBezTo>
                    <a:pt x="6001" y="4083"/>
                    <a:pt x="5965" y="4121"/>
                    <a:pt x="5926" y="4157"/>
                  </a:cubicBezTo>
                  <a:cubicBezTo>
                    <a:pt x="5754" y="4315"/>
                    <a:pt x="5582" y="4478"/>
                    <a:pt x="5415" y="4645"/>
                  </a:cubicBezTo>
                  <a:cubicBezTo>
                    <a:pt x="5361" y="4698"/>
                    <a:pt x="5304" y="4753"/>
                    <a:pt x="5250" y="4808"/>
                  </a:cubicBezTo>
                  <a:cubicBezTo>
                    <a:pt x="5037" y="5025"/>
                    <a:pt x="4828" y="5248"/>
                    <a:pt x="4625" y="5476"/>
                  </a:cubicBezTo>
                  <a:cubicBezTo>
                    <a:pt x="4615" y="5487"/>
                    <a:pt x="4605" y="5496"/>
                    <a:pt x="4596" y="5507"/>
                  </a:cubicBezTo>
                  <a:cubicBezTo>
                    <a:pt x="4566" y="5542"/>
                    <a:pt x="4537" y="5579"/>
                    <a:pt x="4507" y="5615"/>
                  </a:cubicBezTo>
                  <a:cubicBezTo>
                    <a:pt x="4343" y="5802"/>
                    <a:pt x="4183" y="5995"/>
                    <a:pt x="4026" y="6191"/>
                  </a:cubicBezTo>
                  <a:cubicBezTo>
                    <a:pt x="3968" y="6263"/>
                    <a:pt x="3911" y="6335"/>
                    <a:pt x="3855" y="6410"/>
                  </a:cubicBezTo>
                  <a:cubicBezTo>
                    <a:pt x="3704" y="6604"/>
                    <a:pt x="3555" y="6803"/>
                    <a:pt x="3413" y="7003"/>
                  </a:cubicBezTo>
                  <a:cubicBezTo>
                    <a:pt x="3384" y="7043"/>
                    <a:pt x="3352" y="7082"/>
                    <a:pt x="3324" y="7122"/>
                  </a:cubicBezTo>
                  <a:cubicBezTo>
                    <a:pt x="3315" y="7135"/>
                    <a:pt x="3306" y="7148"/>
                    <a:pt x="3298" y="7161"/>
                  </a:cubicBezTo>
                  <a:cubicBezTo>
                    <a:pt x="3115" y="7425"/>
                    <a:pt x="2938" y="7694"/>
                    <a:pt x="2766" y="7968"/>
                  </a:cubicBezTo>
                  <a:cubicBezTo>
                    <a:pt x="2725" y="8035"/>
                    <a:pt x="2684" y="8104"/>
                    <a:pt x="2644" y="8172"/>
                  </a:cubicBezTo>
                  <a:cubicBezTo>
                    <a:pt x="2507" y="8397"/>
                    <a:pt x="2376" y="8625"/>
                    <a:pt x="2250" y="8856"/>
                  </a:cubicBezTo>
                  <a:cubicBezTo>
                    <a:pt x="2224" y="8902"/>
                    <a:pt x="2195" y="8945"/>
                    <a:pt x="2172" y="8991"/>
                  </a:cubicBezTo>
                  <a:cubicBezTo>
                    <a:pt x="2160" y="9011"/>
                    <a:pt x="2150" y="9034"/>
                    <a:pt x="2140" y="9054"/>
                  </a:cubicBezTo>
                  <a:cubicBezTo>
                    <a:pt x="1963" y="9387"/>
                    <a:pt x="1796" y="9725"/>
                    <a:pt x="1639" y="10068"/>
                  </a:cubicBezTo>
                  <a:cubicBezTo>
                    <a:pt x="1609" y="10136"/>
                    <a:pt x="1579" y="10203"/>
                    <a:pt x="1550" y="10271"/>
                  </a:cubicBezTo>
                  <a:cubicBezTo>
                    <a:pt x="1394" y="10622"/>
                    <a:pt x="1248" y="10978"/>
                    <a:pt x="1114" y="11339"/>
                  </a:cubicBezTo>
                  <a:cubicBezTo>
                    <a:pt x="1109" y="11349"/>
                    <a:pt x="1105" y="11359"/>
                    <a:pt x="1101" y="11369"/>
                  </a:cubicBezTo>
                  <a:cubicBezTo>
                    <a:pt x="1059" y="11483"/>
                    <a:pt x="1023" y="11597"/>
                    <a:pt x="984" y="11711"/>
                  </a:cubicBezTo>
                  <a:cubicBezTo>
                    <a:pt x="945" y="11823"/>
                    <a:pt x="905" y="11935"/>
                    <a:pt x="868" y="12049"/>
                  </a:cubicBezTo>
                  <a:cubicBezTo>
                    <a:pt x="826" y="12178"/>
                    <a:pt x="788" y="12311"/>
                    <a:pt x="748" y="12442"/>
                  </a:cubicBezTo>
                  <a:cubicBezTo>
                    <a:pt x="715" y="12556"/>
                    <a:pt x="679" y="12669"/>
                    <a:pt x="647" y="12785"/>
                  </a:cubicBezTo>
                  <a:cubicBezTo>
                    <a:pt x="611" y="12917"/>
                    <a:pt x="578" y="13052"/>
                    <a:pt x="544" y="13188"/>
                  </a:cubicBezTo>
                  <a:cubicBezTo>
                    <a:pt x="515" y="13301"/>
                    <a:pt x="485" y="13414"/>
                    <a:pt x="459" y="13529"/>
                  </a:cubicBezTo>
                  <a:cubicBezTo>
                    <a:pt x="426" y="13669"/>
                    <a:pt x="398" y="13810"/>
                    <a:pt x="369" y="13949"/>
                  </a:cubicBezTo>
                  <a:cubicBezTo>
                    <a:pt x="346" y="14062"/>
                    <a:pt x="322" y="14172"/>
                    <a:pt x="302" y="14283"/>
                  </a:cubicBezTo>
                  <a:cubicBezTo>
                    <a:pt x="274" y="14427"/>
                    <a:pt x="253" y="14573"/>
                    <a:pt x="230" y="14718"/>
                  </a:cubicBezTo>
                  <a:cubicBezTo>
                    <a:pt x="211" y="14827"/>
                    <a:pt x="191" y="14937"/>
                    <a:pt x="176" y="15046"/>
                  </a:cubicBezTo>
                  <a:cubicBezTo>
                    <a:pt x="155" y="15199"/>
                    <a:pt x="140" y="15353"/>
                    <a:pt x="122" y="15506"/>
                  </a:cubicBezTo>
                  <a:cubicBezTo>
                    <a:pt x="110" y="15609"/>
                    <a:pt x="96" y="15713"/>
                    <a:pt x="86" y="15816"/>
                  </a:cubicBezTo>
                  <a:cubicBezTo>
                    <a:pt x="70" y="15985"/>
                    <a:pt x="61" y="16153"/>
                    <a:pt x="50" y="16322"/>
                  </a:cubicBezTo>
                  <a:cubicBezTo>
                    <a:pt x="44" y="16412"/>
                    <a:pt x="35" y="16503"/>
                    <a:pt x="31" y="16594"/>
                  </a:cubicBezTo>
                  <a:cubicBezTo>
                    <a:pt x="20" y="16853"/>
                    <a:pt x="12" y="17114"/>
                    <a:pt x="11" y="17374"/>
                  </a:cubicBezTo>
                  <a:cubicBezTo>
                    <a:pt x="1" y="22803"/>
                    <a:pt x="2618" y="27200"/>
                    <a:pt x="6568" y="29348"/>
                  </a:cubicBezTo>
                  <a:lnTo>
                    <a:pt x="10281" y="31367"/>
                  </a:lnTo>
                  <a:cubicBezTo>
                    <a:pt x="6332" y="29218"/>
                    <a:pt x="3715" y="24821"/>
                    <a:pt x="3725" y="19394"/>
                  </a:cubicBezTo>
                  <a:cubicBezTo>
                    <a:pt x="3725" y="19132"/>
                    <a:pt x="3731" y="18871"/>
                    <a:pt x="3744" y="18612"/>
                  </a:cubicBezTo>
                  <a:cubicBezTo>
                    <a:pt x="3748" y="18529"/>
                    <a:pt x="3757" y="18445"/>
                    <a:pt x="3763" y="18362"/>
                  </a:cubicBezTo>
                  <a:cubicBezTo>
                    <a:pt x="3773" y="18186"/>
                    <a:pt x="3783" y="18010"/>
                    <a:pt x="3800" y="17836"/>
                  </a:cubicBezTo>
                  <a:cubicBezTo>
                    <a:pt x="3809" y="17734"/>
                    <a:pt x="3823" y="17633"/>
                    <a:pt x="3836" y="17531"/>
                  </a:cubicBezTo>
                  <a:cubicBezTo>
                    <a:pt x="3853" y="17376"/>
                    <a:pt x="3869" y="17220"/>
                    <a:pt x="3889" y="17066"/>
                  </a:cubicBezTo>
                  <a:cubicBezTo>
                    <a:pt x="3905" y="16958"/>
                    <a:pt x="3924" y="16852"/>
                    <a:pt x="3941" y="16745"/>
                  </a:cubicBezTo>
                  <a:cubicBezTo>
                    <a:pt x="3964" y="16597"/>
                    <a:pt x="3987" y="16450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8" y="15688"/>
                    <a:pt x="4170" y="15549"/>
                  </a:cubicBezTo>
                  <a:cubicBezTo>
                    <a:pt x="4196" y="15435"/>
                    <a:pt x="4226" y="15324"/>
                    <a:pt x="4255" y="15212"/>
                  </a:cubicBezTo>
                  <a:cubicBezTo>
                    <a:pt x="4290" y="15075"/>
                    <a:pt x="4323" y="14938"/>
                    <a:pt x="4360" y="14803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500" y="14334"/>
                    <a:pt x="4537" y="14200"/>
                    <a:pt x="4580" y="14067"/>
                  </a:cubicBezTo>
                  <a:cubicBezTo>
                    <a:pt x="4616" y="13955"/>
                    <a:pt x="4657" y="13844"/>
                    <a:pt x="4696" y="13732"/>
                  </a:cubicBezTo>
                  <a:cubicBezTo>
                    <a:pt x="4739" y="13607"/>
                    <a:pt x="4780" y="13481"/>
                    <a:pt x="4827" y="13358"/>
                  </a:cubicBezTo>
                  <a:cubicBezTo>
                    <a:pt x="4959" y="12996"/>
                    <a:pt x="5106" y="12642"/>
                    <a:pt x="5261" y="12291"/>
                  </a:cubicBezTo>
                  <a:cubicBezTo>
                    <a:pt x="5292" y="12223"/>
                    <a:pt x="5322" y="12155"/>
                    <a:pt x="5352" y="12088"/>
                  </a:cubicBezTo>
                  <a:cubicBezTo>
                    <a:pt x="5509" y="11744"/>
                    <a:pt x="5676" y="11405"/>
                    <a:pt x="5853" y="11073"/>
                  </a:cubicBezTo>
                  <a:cubicBezTo>
                    <a:pt x="5889" y="11007"/>
                    <a:pt x="5925" y="10942"/>
                    <a:pt x="5961" y="10877"/>
                  </a:cubicBezTo>
                  <a:cubicBezTo>
                    <a:pt x="6088" y="10645"/>
                    <a:pt x="6220" y="10416"/>
                    <a:pt x="6357" y="10190"/>
                  </a:cubicBezTo>
                  <a:cubicBezTo>
                    <a:pt x="6397" y="10123"/>
                    <a:pt x="6437" y="10055"/>
                    <a:pt x="6479" y="9987"/>
                  </a:cubicBezTo>
                  <a:cubicBezTo>
                    <a:pt x="6651" y="9714"/>
                    <a:pt x="6828" y="9445"/>
                    <a:pt x="7010" y="9180"/>
                  </a:cubicBezTo>
                  <a:cubicBezTo>
                    <a:pt x="7048" y="9126"/>
                    <a:pt x="7087" y="9075"/>
                    <a:pt x="7124" y="9023"/>
                  </a:cubicBezTo>
                  <a:cubicBezTo>
                    <a:pt x="7268" y="8821"/>
                    <a:pt x="7416" y="8623"/>
                    <a:pt x="7566" y="8428"/>
                  </a:cubicBezTo>
                  <a:cubicBezTo>
                    <a:pt x="7624" y="8355"/>
                    <a:pt x="7681" y="8281"/>
                    <a:pt x="7739" y="8209"/>
                  </a:cubicBezTo>
                  <a:cubicBezTo>
                    <a:pt x="7894" y="8014"/>
                    <a:pt x="8056" y="7822"/>
                    <a:pt x="8220" y="7634"/>
                  </a:cubicBezTo>
                  <a:cubicBezTo>
                    <a:pt x="8259" y="7587"/>
                    <a:pt x="8297" y="7540"/>
                    <a:pt x="8338" y="7495"/>
                  </a:cubicBezTo>
                  <a:cubicBezTo>
                    <a:pt x="8541" y="7266"/>
                    <a:pt x="8750" y="7043"/>
                    <a:pt x="8963" y="6826"/>
                  </a:cubicBezTo>
                  <a:cubicBezTo>
                    <a:pt x="9017" y="6771"/>
                    <a:pt x="9073" y="6718"/>
                    <a:pt x="9128" y="6663"/>
                  </a:cubicBezTo>
                  <a:cubicBezTo>
                    <a:pt x="9297" y="6496"/>
                    <a:pt x="9466" y="6334"/>
                    <a:pt x="9639" y="6175"/>
                  </a:cubicBezTo>
                  <a:cubicBezTo>
                    <a:pt x="9705" y="6116"/>
                    <a:pt x="9770" y="6056"/>
                    <a:pt x="9835" y="5998"/>
                  </a:cubicBezTo>
                  <a:cubicBezTo>
                    <a:pt x="10077" y="5784"/>
                    <a:pt x="10322" y="5573"/>
                    <a:pt x="10574" y="5373"/>
                  </a:cubicBezTo>
                  <a:cubicBezTo>
                    <a:pt x="10595" y="5356"/>
                    <a:pt x="10620" y="5340"/>
                    <a:pt x="10641" y="5321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8"/>
                    <a:pt x="11482" y="4705"/>
                    <a:pt x="11545" y="4662"/>
                  </a:cubicBezTo>
                  <a:cubicBezTo>
                    <a:pt x="11863" y="4443"/>
                    <a:pt x="12189" y="4237"/>
                    <a:pt x="12521" y="4043"/>
                  </a:cubicBezTo>
                  <a:cubicBezTo>
                    <a:pt x="12575" y="4013"/>
                    <a:pt x="12628" y="3983"/>
                    <a:pt x="12681" y="3952"/>
                  </a:cubicBezTo>
                  <a:cubicBezTo>
                    <a:pt x="13025" y="3757"/>
                    <a:pt x="13375" y="3572"/>
                    <a:pt x="13732" y="3404"/>
                  </a:cubicBezTo>
                  <a:cubicBezTo>
                    <a:pt x="13771" y="3387"/>
                    <a:pt x="13813" y="3368"/>
                    <a:pt x="13853" y="3351"/>
                  </a:cubicBezTo>
                  <a:cubicBezTo>
                    <a:pt x="14106" y="3233"/>
                    <a:pt x="14364" y="3123"/>
                    <a:pt x="14625" y="3021"/>
                  </a:cubicBezTo>
                  <a:cubicBezTo>
                    <a:pt x="14701" y="2991"/>
                    <a:pt x="14777" y="2960"/>
                    <a:pt x="14854" y="2932"/>
                  </a:cubicBezTo>
                  <a:cubicBezTo>
                    <a:pt x="15152" y="2819"/>
                    <a:pt x="15454" y="2713"/>
                    <a:pt x="15759" y="2621"/>
                  </a:cubicBezTo>
                  <a:cubicBezTo>
                    <a:pt x="15785" y="2614"/>
                    <a:pt x="15811" y="2606"/>
                    <a:pt x="15837" y="2599"/>
                  </a:cubicBezTo>
                  <a:cubicBezTo>
                    <a:pt x="16119" y="2516"/>
                    <a:pt x="16406" y="2441"/>
                    <a:pt x="16693" y="2375"/>
                  </a:cubicBezTo>
                  <a:cubicBezTo>
                    <a:pt x="16776" y="2356"/>
                    <a:pt x="16856" y="2339"/>
                    <a:pt x="16937" y="2321"/>
                  </a:cubicBezTo>
                  <a:cubicBezTo>
                    <a:pt x="17252" y="2254"/>
                    <a:pt x="17569" y="2195"/>
                    <a:pt x="17888" y="2149"/>
                  </a:cubicBezTo>
                  <a:cubicBezTo>
                    <a:pt x="18199" y="2105"/>
                    <a:pt x="18506" y="2077"/>
                    <a:pt x="18813" y="2055"/>
                  </a:cubicBezTo>
                  <a:cubicBezTo>
                    <a:pt x="18876" y="2051"/>
                    <a:pt x="18938" y="2046"/>
                    <a:pt x="19001" y="2042"/>
                  </a:cubicBezTo>
                  <a:cubicBezTo>
                    <a:pt x="19245" y="2029"/>
                    <a:pt x="19488" y="2021"/>
                    <a:pt x="19729" y="2021"/>
                  </a:cubicBezTo>
                  <a:cubicBezTo>
                    <a:pt x="19780" y="2021"/>
                    <a:pt x="19830" y="2021"/>
                    <a:pt x="19881" y="2022"/>
                  </a:cubicBezTo>
                  <a:cubicBezTo>
                    <a:pt x="19933" y="2022"/>
                    <a:pt x="19984" y="2025"/>
                    <a:pt x="20036" y="2026"/>
                  </a:cubicBezTo>
                  <a:cubicBezTo>
                    <a:pt x="20306" y="2032"/>
                    <a:pt x="20573" y="2048"/>
                    <a:pt x="20838" y="2071"/>
                  </a:cubicBezTo>
                  <a:cubicBezTo>
                    <a:pt x="20877" y="2074"/>
                    <a:pt x="20916" y="2075"/>
                    <a:pt x="20955" y="2079"/>
                  </a:cubicBezTo>
                  <a:cubicBezTo>
                    <a:pt x="21240" y="2108"/>
                    <a:pt x="21521" y="2147"/>
                    <a:pt x="21798" y="2195"/>
                  </a:cubicBezTo>
                  <a:cubicBezTo>
                    <a:pt x="21859" y="2205"/>
                    <a:pt x="21919" y="2216"/>
                    <a:pt x="21978" y="2226"/>
                  </a:cubicBezTo>
                  <a:cubicBezTo>
                    <a:pt x="22253" y="2278"/>
                    <a:pt x="22525" y="2336"/>
                    <a:pt x="22793" y="2406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7"/>
                  </a:cubicBezTo>
                  <a:cubicBezTo>
                    <a:pt x="24368" y="2942"/>
                    <a:pt x="24607" y="3043"/>
                    <a:pt x="24842" y="3153"/>
                  </a:cubicBezTo>
                  <a:cubicBezTo>
                    <a:pt x="25041" y="3248"/>
                    <a:pt x="25242" y="3341"/>
                    <a:pt x="25434" y="3446"/>
                  </a:cubicBezTo>
                  <a:lnTo>
                    <a:pt x="25434" y="3446"/>
                  </a:lnTo>
                  <a:lnTo>
                    <a:pt x="21726" y="1427"/>
                  </a:lnTo>
                  <a:cubicBezTo>
                    <a:pt x="21584" y="1350"/>
                    <a:pt x="21440" y="1276"/>
                    <a:pt x="21295" y="1204"/>
                  </a:cubicBezTo>
                  <a:cubicBezTo>
                    <a:pt x="21240" y="1178"/>
                    <a:pt x="21184" y="1159"/>
                    <a:pt x="21130" y="1134"/>
                  </a:cubicBezTo>
                  <a:cubicBezTo>
                    <a:pt x="20896" y="1023"/>
                    <a:pt x="20657" y="922"/>
                    <a:pt x="20414" y="827"/>
                  </a:cubicBezTo>
                  <a:cubicBezTo>
                    <a:pt x="20317" y="788"/>
                    <a:pt x="20221" y="746"/>
                    <a:pt x="20123" y="712"/>
                  </a:cubicBezTo>
                  <a:cubicBezTo>
                    <a:pt x="19782" y="588"/>
                    <a:pt x="19436" y="477"/>
                    <a:pt x="19082" y="386"/>
                  </a:cubicBezTo>
                  <a:cubicBezTo>
                    <a:pt x="19075" y="384"/>
                    <a:pt x="19067" y="381"/>
                    <a:pt x="19060" y="379"/>
                  </a:cubicBezTo>
                  <a:cubicBezTo>
                    <a:pt x="18800" y="312"/>
                    <a:pt x="18533" y="257"/>
                    <a:pt x="18267" y="206"/>
                  </a:cubicBezTo>
                  <a:cubicBezTo>
                    <a:pt x="18207" y="196"/>
                    <a:pt x="18146" y="185"/>
                    <a:pt x="18087" y="175"/>
                  </a:cubicBezTo>
                  <a:cubicBezTo>
                    <a:pt x="17809" y="127"/>
                    <a:pt x="17528" y="88"/>
                    <a:pt x="17243" y="60"/>
                  </a:cubicBezTo>
                  <a:cubicBezTo>
                    <a:pt x="17205" y="55"/>
                    <a:pt x="17164" y="54"/>
                    <a:pt x="17125" y="51"/>
                  </a:cubicBezTo>
                  <a:cubicBezTo>
                    <a:pt x="16860" y="26"/>
                    <a:pt x="16594" y="12"/>
                    <a:pt x="16323" y="6"/>
                  </a:cubicBezTo>
                  <a:cubicBezTo>
                    <a:pt x="16272" y="5"/>
                    <a:pt x="16221" y="2"/>
                    <a:pt x="16168" y="2"/>
                  </a:cubicBezTo>
                  <a:cubicBezTo>
                    <a:pt x="16113" y="1"/>
                    <a:pt x="16058" y="1"/>
                    <a:pt x="16003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731725" y="16168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3" y="1"/>
                  </a:moveTo>
                  <a:cubicBezTo>
                    <a:pt x="15401" y="1"/>
                    <a:pt x="14787" y="43"/>
                    <a:pt x="14163" y="131"/>
                  </a:cubicBezTo>
                  <a:cubicBezTo>
                    <a:pt x="10282" y="678"/>
                    <a:pt x="6756" y="2861"/>
                    <a:pt x="4192" y="5964"/>
                  </a:cubicBezTo>
                  <a:cubicBezTo>
                    <a:pt x="3285" y="7060"/>
                    <a:pt x="2512" y="8258"/>
                    <a:pt x="1885" y="9533"/>
                  </a:cubicBezTo>
                  <a:cubicBezTo>
                    <a:pt x="685" y="11930"/>
                    <a:pt x="7" y="14620"/>
                    <a:pt x="0" y="17376"/>
                  </a:cubicBezTo>
                  <a:cubicBezTo>
                    <a:pt x="0" y="19255"/>
                    <a:pt x="313" y="21014"/>
                    <a:pt x="887" y="22595"/>
                  </a:cubicBezTo>
                  <a:cubicBezTo>
                    <a:pt x="2674" y="27533"/>
                    <a:pt x="7015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1" y="25601"/>
                  </a:lnTo>
                  <a:cubicBezTo>
                    <a:pt x="8863" y="25414"/>
                    <a:pt x="5993" y="22928"/>
                    <a:pt x="5065" y="19317"/>
                  </a:cubicBezTo>
                  <a:cubicBezTo>
                    <a:pt x="4850" y="18499"/>
                    <a:pt x="4739" y="17627"/>
                    <a:pt x="4739" y="16711"/>
                  </a:cubicBezTo>
                  <a:cubicBezTo>
                    <a:pt x="4747" y="15000"/>
                    <a:pt x="5141" y="13337"/>
                    <a:pt x="5835" y="11827"/>
                  </a:cubicBezTo>
                  <a:cubicBezTo>
                    <a:pt x="6433" y="10525"/>
                    <a:pt x="7253" y="9339"/>
                    <a:pt x="8259" y="8321"/>
                  </a:cubicBezTo>
                  <a:cubicBezTo>
                    <a:pt x="9875" y="6693"/>
                    <a:pt x="11932" y="5563"/>
                    <a:pt x="14156" y="5250"/>
                  </a:cubicBezTo>
                  <a:cubicBezTo>
                    <a:pt x="14570" y="5192"/>
                    <a:pt x="14977" y="5164"/>
                    <a:pt x="15376" y="5164"/>
                  </a:cubicBezTo>
                  <a:cubicBezTo>
                    <a:pt x="19983" y="5164"/>
                    <a:pt x="23544" y="8920"/>
                    <a:pt x="23533" y="14065"/>
                  </a:cubicBezTo>
                  <a:cubicBezTo>
                    <a:pt x="23531" y="15040"/>
                    <a:pt x="23403" y="16012"/>
                    <a:pt x="23151" y="16955"/>
                  </a:cubicBezTo>
                  <a:lnTo>
                    <a:pt x="27218" y="19310"/>
                  </a:lnTo>
                  <a:cubicBezTo>
                    <a:pt x="27896" y="17438"/>
                    <a:pt x="28270" y="15437"/>
                    <a:pt x="28270" y="13400"/>
                  </a:cubicBezTo>
                  <a:cubicBezTo>
                    <a:pt x="28290" y="5653"/>
                    <a:pt x="22941" y="1"/>
                    <a:pt x="16003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916200" y="2201575"/>
              <a:ext cx="88725" cy="49575"/>
            </a:xfrm>
            <a:custGeom>
              <a:avLst/>
              <a:gdLst/>
              <a:ahLst/>
              <a:cxnLst/>
              <a:rect l="l" t="t" r="r" b="b"/>
              <a:pathLst>
                <a:path w="3549" h="1983" extrusionOk="0">
                  <a:moveTo>
                    <a:pt x="1" y="0"/>
                  </a:moveTo>
                  <a:cubicBezTo>
                    <a:pt x="509" y="506"/>
                    <a:pt x="1088" y="935"/>
                    <a:pt x="1718" y="1276"/>
                  </a:cubicBezTo>
                  <a:lnTo>
                    <a:pt x="1" y="0"/>
                  </a:lnTo>
                  <a:close/>
                  <a:moveTo>
                    <a:pt x="3479" y="1968"/>
                  </a:moveTo>
                  <a:cubicBezTo>
                    <a:pt x="3482" y="1970"/>
                    <a:pt x="3486" y="1971"/>
                    <a:pt x="3490" y="1972"/>
                  </a:cubicBezTo>
                  <a:lnTo>
                    <a:pt x="3490" y="1972"/>
                  </a:lnTo>
                  <a:cubicBezTo>
                    <a:pt x="3486" y="1970"/>
                    <a:pt x="3483" y="1968"/>
                    <a:pt x="3479" y="1968"/>
                  </a:cubicBezTo>
                  <a:close/>
                  <a:moveTo>
                    <a:pt x="3490" y="1972"/>
                  </a:moveTo>
                  <a:lnTo>
                    <a:pt x="3490" y="1972"/>
                  </a:lnTo>
                  <a:cubicBezTo>
                    <a:pt x="3491" y="1973"/>
                    <a:pt x="3492" y="1974"/>
                    <a:pt x="3493" y="1975"/>
                  </a:cubicBezTo>
                  <a:cubicBezTo>
                    <a:pt x="3508" y="1980"/>
                    <a:pt x="3523" y="1983"/>
                    <a:pt x="3538" y="1983"/>
                  </a:cubicBezTo>
                  <a:cubicBezTo>
                    <a:pt x="3542" y="1983"/>
                    <a:pt x="3545" y="1983"/>
                    <a:pt x="3548" y="1983"/>
                  </a:cubicBezTo>
                  <a:cubicBezTo>
                    <a:pt x="3529" y="1981"/>
                    <a:pt x="3508" y="1978"/>
                    <a:pt x="3490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3991350" y="1597600"/>
              <a:ext cx="290075" cy="483350"/>
            </a:xfrm>
            <a:custGeom>
              <a:avLst/>
              <a:gdLst/>
              <a:ahLst/>
              <a:cxnLst/>
              <a:rect l="l" t="t" r="r" b="b"/>
              <a:pathLst>
                <a:path w="11603" h="19334" extrusionOk="0">
                  <a:moveTo>
                    <a:pt x="0" y="1"/>
                  </a:moveTo>
                  <a:lnTo>
                    <a:pt x="44" y="12619"/>
                  </a:lnTo>
                  <a:lnTo>
                    <a:pt x="11602" y="19334"/>
                  </a:lnTo>
                  <a:lnTo>
                    <a:pt x="11559" y="67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3991350" y="1597575"/>
              <a:ext cx="290150" cy="483350"/>
            </a:xfrm>
            <a:custGeom>
              <a:avLst/>
              <a:gdLst/>
              <a:ahLst/>
              <a:cxnLst/>
              <a:rect l="l" t="t" r="r" b="b"/>
              <a:pathLst>
                <a:path w="11606" h="19334" extrusionOk="0">
                  <a:moveTo>
                    <a:pt x="0" y="0"/>
                  </a:moveTo>
                  <a:lnTo>
                    <a:pt x="21" y="5717"/>
                  </a:lnTo>
                  <a:lnTo>
                    <a:pt x="41" y="12619"/>
                  </a:lnTo>
                  <a:lnTo>
                    <a:pt x="11605" y="19333"/>
                  </a:lnTo>
                  <a:lnTo>
                    <a:pt x="11605" y="19333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8" y="2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4263650" y="1755750"/>
              <a:ext cx="16825" cy="59775"/>
            </a:xfrm>
            <a:custGeom>
              <a:avLst/>
              <a:gdLst/>
              <a:ahLst/>
              <a:cxnLst/>
              <a:rect l="l" t="t" r="r" b="b"/>
              <a:pathLst>
                <a:path w="673" h="2391" extrusionOk="0">
                  <a:moveTo>
                    <a:pt x="1" y="0"/>
                  </a:moveTo>
                  <a:lnTo>
                    <a:pt x="673" y="2390"/>
                  </a:lnTo>
                  <a:lnTo>
                    <a:pt x="666" y="3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4154125" y="1755750"/>
              <a:ext cx="126325" cy="59775"/>
            </a:xfrm>
            <a:custGeom>
              <a:avLst/>
              <a:gdLst/>
              <a:ahLst/>
              <a:cxnLst/>
              <a:rect l="l" t="t" r="r" b="b"/>
              <a:pathLst>
                <a:path w="5053" h="2391" extrusionOk="0">
                  <a:moveTo>
                    <a:pt x="4380" y="0"/>
                  </a:moveTo>
                  <a:cubicBezTo>
                    <a:pt x="4297" y="28"/>
                    <a:pt x="4220" y="48"/>
                    <a:pt x="4137" y="69"/>
                  </a:cubicBezTo>
                  <a:cubicBezTo>
                    <a:pt x="4055" y="97"/>
                    <a:pt x="3971" y="118"/>
                    <a:pt x="3888" y="139"/>
                  </a:cubicBezTo>
                  <a:cubicBezTo>
                    <a:pt x="3604" y="208"/>
                    <a:pt x="3319" y="264"/>
                    <a:pt x="3028" y="306"/>
                  </a:cubicBezTo>
                  <a:cubicBezTo>
                    <a:pt x="2765" y="340"/>
                    <a:pt x="2503" y="360"/>
                    <a:pt x="2245" y="375"/>
                  </a:cubicBezTo>
                  <a:cubicBezTo>
                    <a:pt x="2169" y="382"/>
                    <a:pt x="2087" y="382"/>
                    <a:pt x="2003" y="382"/>
                  </a:cubicBezTo>
                  <a:cubicBezTo>
                    <a:pt x="1917" y="385"/>
                    <a:pt x="1830" y="386"/>
                    <a:pt x="1744" y="386"/>
                  </a:cubicBezTo>
                  <a:cubicBezTo>
                    <a:pt x="1657" y="386"/>
                    <a:pt x="1570" y="385"/>
                    <a:pt x="1484" y="382"/>
                  </a:cubicBezTo>
                  <a:cubicBezTo>
                    <a:pt x="1394" y="375"/>
                    <a:pt x="1304" y="375"/>
                    <a:pt x="1214" y="368"/>
                  </a:cubicBezTo>
                  <a:cubicBezTo>
                    <a:pt x="1047" y="353"/>
                    <a:pt x="882" y="333"/>
                    <a:pt x="715" y="311"/>
                  </a:cubicBezTo>
                  <a:cubicBezTo>
                    <a:pt x="631" y="306"/>
                    <a:pt x="555" y="291"/>
                    <a:pt x="473" y="284"/>
                  </a:cubicBezTo>
                  <a:cubicBezTo>
                    <a:pt x="313" y="257"/>
                    <a:pt x="161" y="229"/>
                    <a:pt x="1" y="188"/>
                  </a:cubicBezTo>
                  <a:lnTo>
                    <a:pt x="1" y="188"/>
                  </a:lnTo>
                  <a:lnTo>
                    <a:pt x="1720" y="1462"/>
                  </a:lnTo>
                  <a:cubicBezTo>
                    <a:pt x="1769" y="1490"/>
                    <a:pt x="1825" y="1518"/>
                    <a:pt x="1880" y="1545"/>
                  </a:cubicBezTo>
                  <a:lnTo>
                    <a:pt x="2005" y="1607"/>
                  </a:lnTo>
                  <a:cubicBezTo>
                    <a:pt x="2038" y="1630"/>
                    <a:pt x="2075" y="1646"/>
                    <a:pt x="2116" y="1656"/>
                  </a:cubicBezTo>
                  <a:cubicBezTo>
                    <a:pt x="2274" y="1732"/>
                    <a:pt x="2434" y="1794"/>
                    <a:pt x="2594" y="1865"/>
                  </a:cubicBezTo>
                  <a:cubicBezTo>
                    <a:pt x="2700" y="1915"/>
                    <a:pt x="2811" y="1954"/>
                    <a:pt x="2926" y="1981"/>
                  </a:cubicBezTo>
                  <a:cubicBezTo>
                    <a:pt x="3072" y="2037"/>
                    <a:pt x="3224" y="2086"/>
                    <a:pt x="3375" y="2127"/>
                  </a:cubicBezTo>
                  <a:cubicBezTo>
                    <a:pt x="3410" y="2140"/>
                    <a:pt x="3444" y="2148"/>
                    <a:pt x="3480" y="2156"/>
                  </a:cubicBezTo>
                  <a:cubicBezTo>
                    <a:pt x="3486" y="2156"/>
                    <a:pt x="3486" y="2156"/>
                    <a:pt x="3493" y="2161"/>
                  </a:cubicBezTo>
                  <a:cubicBezTo>
                    <a:pt x="3507" y="2167"/>
                    <a:pt x="3522" y="2169"/>
                    <a:pt x="3537" y="2169"/>
                  </a:cubicBezTo>
                  <a:cubicBezTo>
                    <a:pt x="3541" y="2169"/>
                    <a:pt x="3545" y="2169"/>
                    <a:pt x="3550" y="2168"/>
                  </a:cubicBezTo>
                  <a:cubicBezTo>
                    <a:pt x="3559" y="2174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6"/>
                  </a:cubicBezTo>
                  <a:cubicBezTo>
                    <a:pt x="3771" y="2225"/>
                    <a:pt x="3964" y="2259"/>
                    <a:pt x="4151" y="2294"/>
                  </a:cubicBezTo>
                  <a:cubicBezTo>
                    <a:pt x="4176" y="2302"/>
                    <a:pt x="4202" y="2307"/>
                    <a:pt x="4228" y="2308"/>
                  </a:cubicBezTo>
                  <a:cubicBezTo>
                    <a:pt x="4295" y="2314"/>
                    <a:pt x="4363" y="2323"/>
                    <a:pt x="4429" y="2335"/>
                  </a:cubicBezTo>
                  <a:cubicBezTo>
                    <a:pt x="4595" y="2363"/>
                    <a:pt x="4760" y="2379"/>
                    <a:pt x="4927" y="2383"/>
                  </a:cubicBezTo>
                  <a:cubicBezTo>
                    <a:pt x="4969" y="2383"/>
                    <a:pt x="5011" y="2390"/>
                    <a:pt x="5053" y="2390"/>
                  </a:cubicBezTo>
                  <a:lnTo>
                    <a:pt x="5045" y="388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3876600" y="112517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388" y="3421"/>
                  </a:moveTo>
                  <a:lnTo>
                    <a:pt x="25436" y="3447"/>
                  </a:lnTo>
                  <a:cubicBezTo>
                    <a:pt x="25420" y="3438"/>
                    <a:pt x="25404" y="3430"/>
                    <a:pt x="25388" y="3421"/>
                  </a:cubicBezTo>
                  <a:close/>
                  <a:moveTo>
                    <a:pt x="16042" y="0"/>
                  </a:moveTo>
                  <a:cubicBezTo>
                    <a:pt x="15793" y="0"/>
                    <a:pt x="15541" y="8"/>
                    <a:pt x="15288" y="22"/>
                  </a:cubicBezTo>
                  <a:cubicBezTo>
                    <a:pt x="15225" y="25"/>
                    <a:pt x="15162" y="30"/>
                    <a:pt x="15098" y="35"/>
                  </a:cubicBezTo>
                  <a:cubicBezTo>
                    <a:pt x="14793" y="57"/>
                    <a:pt x="14485" y="86"/>
                    <a:pt x="14174" y="129"/>
                  </a:cubicBezTo>
                  <a:cubicBezTo>
                    <a:pt x="13854" y="174"/>
                    <a:pt x="13539" y="234"/>
                    <a:pt x="13224" y="300"/>
                  </a:cubicBezTo>
                  <a:cubicBezTo>
                    <a:pt x="13142" y="318"/>
                    <a:pt x="13061" y="336"/>
                    <a:pt x="12981" y="355"/>
                  </a:cubicBezTo>
                  <a:cubicBezTo>
                    <a:pt x="12693" y="421"/>
                    <a:pt x="12406" y="495"/>
                    <a:pt x="12123" y="580"/>
                  </a:cubicBezTo>
                  <a:cubicBezTo>
                    <a:pt x="12097" y="587"/>
                    <a:pt x="12071" y="593"/>
                    <a:pt x="12045" y="601"/>
                  </a:cubicBezTo>
                  <a:cubicBezTo>
                    <a:pt x="11740" y="693"/>
                    <a:pt x="11439" y="798"/>
                    <a:pt x="11141" y="911"/>
                  </a:cubicBezTo>
                  <a:cubicBezTo>
                    <a:pt x="11064" y="940"/>
                    <a:pt x="10988" y="970"/>
                    <a:pt x="10912" y="1000"/>
                  </a:cubicBezTo>
                  <a:cubicBezTo>
                    <a:pt x="10651" y="1104"/>
                    <a:pt x="10394" y="1213"/>
                    <a:pt x="10139" y="1330"/>
                  </a:cubicBezTo>
                  <a:cubicBezTo>
                    <a:pt x="10108" y="1344"/>
                    <a:pt x="10075" y="1356"/>
                    <a:pt x="10044" y="1371"/>
                  </a:cubicBezTo>
                  <a:cubicBezTo>
                    <a:pt x="10035" y="1374"/>
                    <a:pt x="10026" y="1380"/>
                    <a:pt x="10018" y="1384"/>
                  </a:cubicBezTo>
                  <a:cubicBezTo>
                    <a:pt x="9662" y="1553"/>
                    <a:pt x="9312" y="1737"/>
                    <a:pt x="8968" y="1933"/>
                  </a:cubicBezTo>
                  <a:cubicBezTo>
                    <a:pt x="8915" y="1963"/>
                    <a:pt x="8860" y="1992"/>
                    <a:pt x="8807" y="2024"/>
                  </a:cubicBezTo>
                  <a:cubicBezTo>
                    <a:pt x="8476" y="2218"/>
                    <a:pt x="8151" y="2424"/>
                    <a:pt x="7832" y="2641"/>
                  </a:cubicBezTo>
                  <a:cubicBezTo>
                    <a:pt x="7804" y="2660"/>
                    <a:pt x="7775" y="2676"/>
                    <a:pt x="7747" y="2696"/>
                  </a:cubicBezTo>
                  <a:cubicBezTo>
                    <a:pt x="7711" y="2720"/>
                    <a:pt x="7678" y="2749"/>
                    <a:pt x="7642" y="2774"/>
                  </a:cubicBezTo>
                  <a:cubicBezTo>
                    <a:pt x="7401" y="2943"/>
                    <a:pt x="7162" y="3119"/>
                    <a:pt x="6928" y="3302"/>
                  </a:cubicBezTo>
                  <a:cubicBezTo>
                    <a:pt x="6905" y="3321"/>
                    <a:pt x="6882" y="3337"/>
                    <a:pt x="6861" y="3354"/>
                  </a:cubicBezTo>
                  <a:cubicBezTo>
                    <a:pt x="6609" y="3554"/>
                    <a:pt x="6363" y="3764"/>
                    <a:pt x="6122" y="3979"/>
                  </a:cubicBezTo>
                  <a:cubicBezTo>
                    <a:pt x="6095" y="4002"/>
                    <a:pt x="6066" y="4025"/>
                    <a:pt x="6039" y="4049"/>
                  </a:cubicBezTo>
                  <a:cubicBezTo>
                    <a:pt x="6000" y="4084"/>
                    <a:pt x="5964" y="4121"/>
                    <a:pt x="5926" y="4157"/>
                  </a:cubicBezTo>
                  <a:cubicBezTo>
                    <a:pt x="5752" y="4315"/>
                    <a:pt x="5582" y="4478"/>
                    <a:pt x="5415" y="4644"/>
                  </a:cubicBezTo>
                  <a:cubicBezTo>
                    <a:pt x="5361" y="4698"/>
                    <a:pt x="5304" y="4752"/>
                    <a:pt x="5250" y="4808"/>
                  </a:cubicBezTo>
                  <a:cubicBezTo>
                    <a:pt x="5037" y="5025"/>
                    <a:pt x="4828" y="5247"/>
                    <a:pt x="4625" y="5476"/>
                  </a:cubicBezTo>
                  <a:cubicBezTo>
                    <a:pt x="4615" y="5486"/>
                    <a:pt x="4605" y="5496"/>
                    <a:pt x="4596" y="5506"/>
                  </a:cubicBezTo>
                  <a:cubicBezTo>
                    <a:pt x="4564" y="5542"/>
                    <a:pt x="4536" y="5578"/>
                    <a:pt x="4505" y="5614"/>
                  </a:cubicBezTo>
                  <a:cubicBezTo>
                    <a:pt x="4343" y="5803"/>
                    <a:pt x="4181" y="5996"/>
                    <a:pt x="4026" y="6190"/>
                  </a:cubicBezTo>
                  <a:cubicBezTo>
                    <a:pt x="3968" y="6262"/>
                    <a:pt x="3911" y="6335"/>
                    <a:pt x="3853" y="6409"/>
                  </a:cubicBezTo>
                  <a:cubicBezTo>
                    <a:pt x="3702" y="6605"/>
                    <a:pt x="3555" y="6802"/>
                    <a:pt x="3411" y="7003"/>
                  </a:cubicBezTo>
                  <a:cubicBezTo>
                    <a:pt x="3382" y="7044"/>
                    <a:pt x="3351" y="7082"/>
                    <a:pt x="3323" y="7123"/>
                  </a:cubicBezTo>
                  <a:cubicBezTo>
                    <a:pt x="3313" y="7136"/>
                    <a:pt x="3306" y="7149"/>
                    <a:pt x="3298" y="7162"/>
                  </a:cubicBezTo>
                  <a:cubicBezTo>
                    <a:pt x="3113" y="7425"/>
                    <a:pt x="2936" y="7694"/>
                    <a:pt x="2766" y="7968"/>
                  </a:cubicBezTo>
                  <a:cubicBezTo>
                    <a:pt x="2725" y="8036"/>
                    <a:pt x="2684" y="8105"/>
                    <a:pt x="2643" y="8172"/>
                  </a:cubicBezTo>
                  <a:cubicBezTo>
                    <a:pt x="2507" y="8397"/>
                    <a:pt x="2375" y="8626"/>
                    <a:pt x="2248" y="8856"/>
                  </a:cubicBezTo>
                  <a:cubicBezTo>
                    <a:pt x="2224" y="8901"/>
                    <a:pt x="2195" y="8945"/>
                    <a:pt x="2170" y="8990"/>
                  </a:cubicBezTo>
                  <a:cubicBezTo>
                    <a:pt x="2160" y="9012"/>
                    <a:pt x="2150" y="9033"/>
                    <a:pt x="2139" y="9055"/>
                  </a:cubicBezTo>
                  <a:cubicBezTo>
                    <a:pt x="1962" y="9387"/>
                    <a:pt x="1796" y="9724"/>
                    <a:pt x="1639" y="10068"/>
                  </a:cubicBezTo>
                  <a:cubicBezTo>
                    <a:pt x="1609" y="10136"/>
                    <a:pt x="1579" y="10204"/>
                    <a:pt x="1548" y="10271"/>
                  </a:cubicBezTo>
                  <a:cubicBezTo>
                    <a:pt x="1393" y="10623"/>
                    <a:pt x="1246" y="10977"/>
                    <a:pt x="1114" y="11338"/>
                  </a:cubicBezTo>
                  <a:cubicBezTo>
                    <a:pt x="1109" y="11350"/>
                    <a:pt x="1104" y="11360"/>
                    <a:pt x="1101" y="11370"/>
                  </a:cubicBezTo>
                  <a:cubicBezTo>
                    <a:pt x="1059" y="11482"/>
                    <a:pt x="1023" y="11597"/>
                    <a:pt x="983" y="11709"/>
                  </a:cubicBezTo>
                  <a:cubicBezTo>
                    <a:pt x="944" y="11823"/>
                    <a:pt x="903" y="11935"/>
                    <a:pt x="867" y="12048"/>
                  </a:cubicBezTo>
                  <a:cubicBezTo>
                    <a:pt x="824" y="12179"/>
                    <a:pt x="787" y="12311"/>
                    <a:pt x="748" y="12442"/>
                  </a:cubicBezTo>
                  <a:cubicBezTo>
                    <a:pt x="713" y="12556"/>
                    <a:pt x="679" y="12670"/>
                    <a:pt x="646" y="12783"/>
                  </a:cubicBezTo>
                  <a:cubicBezTo>
                    <a:pt x="610" y="12917"/>
                    <a:pt x="577" y="13053"/>
                    <a:pt x="544" y="13187"/>
                  </a:cubicBezTo>
                  <a:cubicBezTo>
                    <a:pt x="515" y="13300"/>
                    <a:pt x="483" y="13414"/>
                    <a:pt x="457" y="13529"/>
                  </a:cubicBezTo>
                  <a:cubicBezTo>
                    <a:pt x="425" y="13669"/>
                    <a:pt x="398" y="13808"/>
                    <a:pt x="369" y="13950"/>
                  </a:cubicBezTo>
                  <a:cubicBezTo>
                    <a:pt x="346" y="14060"/>
                    <a:pt x="322" y="14171"/>
                    <a:pt x="300" y="14284"/>
                  </a:cubicBezTo>
                  <a:cubicBezTo>
                    <a:pt x="274" y="14428"/>
                    <a:pt x="253" y="14573"/>
                    <a:pt x="230" y="14718"/>
                  </a:cubicBezTo>
                  <a:cubicBezTo>
                    <a:pt x="211" y="14828"/>
                    <a:pt x="192" y="14937"/>
                    <a:pt x="176" y="15047"/>
                  </a:cubicBezTo>
                  <a:cubicBezTo>
                    <a:pt x="155" y="15199"/>
                    <a:pt x="140" y="15353"/>
                    <a:pt x="122" y="15504"/>
                  </a:cubicBezTo>
                  <a:cubicBezTo>
                    <a:pt x="110" y="15609"/>
                    <a:pt x="96" y="15712"/>
                    <a:pt x="86" y="15817"/>
                  </a:cubicBezTo>
                  <a:cubicBezTo>
                    <a:pt x="70" y="15984"/>
                    <a:pt x="61" y="16154"/>
                    <a:pt x="50" y="16322"/>
                  </a:cubicBezTo>
                  <a:cubicBezTo>
                    <a:pt x="44" y="16411"/>
                    <a:pt x="35" y="16502"/>
                    <a:pt x="31" y="16594"/>
                  </a:cubicBezTo>
                  <a:cubicBezTo>
                    <a:pt x="19" y="16853"/>
                    <a:pt x="12" y="17114"/>
                    <a:pt x="11" y="17374"/>
                  </a:cubicBezTo>
                  <a:cubicBezTo>
                    <a:pt x="1" y="22802"/>
                    <a:pt x="2618" y="27199"/>
                    <a:pt x="6568" y="29348"/>
                  </a:cubicBezTo>
                  <a:lnTo>
                    <a:pt x="10281" y="31368"/>
                  </a:lnTo>
                  <a:cubicBezTo>
                    <a:pt x="6331" y="29218"/>
                    <a:pt x="3715" y="24822"/>
                    <a:pt x="3725" y="19394"/>
                  </a:cubicBezTo>
                  <a:cubicBezTo>
                    <a:pt x="3725" y="19132"/>
                    <a:pt x="3731" y="18873"/>
                    <a:pt x="3744" y="18613"/>
                  </a:cubicBezTo>
                  <a:cubicBezTo>
                    <a:pt x="3747" y="18529"/>
                    <a:pt x="3755" y="18446"/>
                    <a:pt x="3760" y="18362"/>
                  </a:cubicBezTo>
                  <a:cubicBezTo>
                    <a:pt x="3771" y="18186"/>
                    <a:pt x="3781" y="18011"/>
                    <a:pt x="3799" y="17837"/>
                  </a:cubicBezTo>
                  <a:cubicBezTo>
                    <a:pt x="3807" y="17734"/>
                    <a:pt x="3822" y="17634"/>
                    <a:pt x="3835" y="17531"/>
                  </a:cubicBezTo>
                  <a:cubicBezTo>
                    <a:pt x="3852" y="17376"/>
                    <a:pt x="3868" y="17220"/>
                    <a:pt x="3889" y="17065"/>
                  </a:cubicBezTo>
                  <a:cubicBezTo>
                    <a:pt x="3904" y="16957"/>
                    <a:pt x="3924" y="16852"/>
                    <a:pt x="3941" y="16744"/>
                  </a:cubicBezTo>
                  <a:cubicBezTo>
                    <a:pt x="3964" y="16597"/>
                    <a:pt x="3986" y="16449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7" y="15687"/>
                    <a:pt x="4170" y="15548"/>
                  </a:cubicBezTo>
                  <a:cubicBezTo>
                    <a:pt x="4196" y="15435"/>
                    <a:pt x="4226" y="15323"/>
                    <a:pt x="4255" y="15211"/>
                  </a:cubicBezTo>
                  <a:cubicBezTo>
                    <a:pt x="4288" y="15074"/>
                    <a:pt x="4321" y="14939"/>
                    <a:pt x="4359" y="14803"/>
                  </a:cubicBezTo>
                  <a:cubicBezTo>
                    <a:pt x="4390" y="14690"/>
                    <a:pt x="4426" y="14577"/>
                    <a:pt x="4459" y="14465"/>
                  </a:cubicBezTo>
                  <a:cubicBezTo>
                    <a:pt x="4498" y="14333"/>
                    <a:pt x="4537" y="14199"/>
                    <a:pt x="4579" y="14068"/>
                  </a:cubicBezTo>
                  <a:cubicBezTo>
                    <a:pt x="4615" y="13955"/>
                    <a:pt x="4657" y="13843"/>
                    <a:pt x="4694" y="13732"/>
                  </a:cubicBezTo>
                  <a:cubicBezTo>
                    <a:pt x="4737" y="13605"/>
                    <a:pt x="4779" y="13482"/>
                    <a:pt x="4825" y="13358"/>
                  </a:cubicBezTo>
                  <a:cubicBezTo>
                    <a:pt x="4959" y="12997"/>
                    <a:pt x="5106" y="12641"/>
                    <a:pt x="5261" y="12290"/>
                  </a:cubicBezTo>
                  <a:cubicBezTo>
                    <a:pt x="5291" y="12222"/>
                    <a:pt x="5320" y="12154"/>
                    <a:pt x="5350" y="12088"/>
                  </a:cubicBezTo>
                  <a:cubicBezTo>
                    <a:pt x="5507" y="11744"/>
                    <a:pt x="5674" y="11406"/>
                    <a:pt x="5851" y="11073"/>
                  </a:cubicBezTo>
                  <a:cubicBezTo>
                    <a:pt x="5887" y="11007"/>
                    <a:pt x="5923" y="10942"/>
                    <a:pt x="5959" y="10877"/>
                  </a:cubicBezTo>
                  <a:cubicBezTo>
                    <a:pt x="6088" y="10646"/>
                    <a:pt x="6219" y="10417"/>
                    <a:pt x="6355" y="10191"/>
                  </a:cubicBezTo>
                  <a:cubicBezTo>
                    <a:pt x="6397" y="10123"/>
                    <a:pt x="6437" y="10054"/>
                    <a:pt x="6479" y="9986"/>
                  </a:cubicBezTo>
                  <a:cubicBezTo>
                    <a:pt x="6649" y="9713"/>
                    <a:pt x="6826" y="9443"/>
                    <a:pt x="7010" y="9180"/>
                  </a:cubicBezTo>
                  <a:cubicBezTo>
                    <a:pt x="7048" y="9125"/>
                    <a:pt x="7087" y="9075"/>
                    <a:pt x="7124" y="9022"/>
                  </a:cubicBezTo>
                  <a:cubicBezTo>
                    <a:pt x="7268" y="8820"/>
                    <a:pt x="7415" y="8623"/>
                    <a:pt x="7566" y="8429"/>
                  </a:cubicBezTo>
                  <a:cubicBezTo>
                    <a:pt x="7624" y="8355"/>
                    <a:pt x="7680" y="8282"/>
                    <a:pt x="7739" y="8210"/>
                  </a:cubicBezTo>
                  <a:cubicBezTo>
                    <a:pt x="7894" y="8014"/>
                    <a:pt x="8054" y="7822"/>
                    <a:pt x="8218" y="7634"/>
                  </a:cubicBezTo>
                  <a:cubicBezTo>
                    <a:pt x="8259" y="7588"/>
                    <a:pt x="8296" y="7540"/>
                    <a:pt x="8336" y="7494"/>
                  </a:cubicBezTo>
                  <a:cubicBezTo>
                    <a:pt x="8539" y="7265"/>
                    <a:pt x="8748" y="7042"/>
                    <a:pt x="8963" y="6826"/>
                  </a:cubicBezTo>
                  <a:cubicBezTo>
                    <a:pt x="9016" y="6770"/>
                    <a:pt x="9072" y="6718"/>
                    <a:pt x="9128" y="6662"/>
                  </a:cubicBezTo>
                  <a:cubicBezTo>
                    <a:pt x="9295" y="6497"/>
                    <a:pt x="9466" y="6334"/>
                    <a:pt x="9639" y="6175"/>
                  </a:cubicBezTo>
                  <a:cubicBezTo>
                    <a:pt x="9704" y="6115"/>
                    <a:pt x="9769" y="6056"/>
                    <a:pt x="9835" y="5997"/>
                  </a:cubicBezTo>
                  <a:cubicBezTo>
                    <a:pt x="10077" y="5782"/>
                    <a:pt x="10322" y="5574"/>
                    <a:pt x="10574" y="5374"/>
                  </a:cubicBezTo>
                  <a:cubicBezTo>
                    <a:pt x="10597" y="5355"/>
                    <a:pt x="10620" y="5339"/>
                    <a:pt x="10641" y="5322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9"/>
                    <a:pt x="11482" y="4706"/>
                    <a:pt x="11545" y="4661"/>
                  </a:cubicBezTo>
                  <a:cubicBezTo>
                    <a:pt x="11863" y="4444"/>
                    <a:pt x="12189" y="4238"/>
                    <a:pt x="12521" y="4043"/>
                  </a:cubicBezTo>
                  <a:cubicBezTo>
                    <a:pt x="12576" y="4012"/>
                    <a:pt x="12629" y="3983"/>
                    <a:pt x="12683" y="3953"/>
                  </a:cubicBezTo>
                  <a:cubicBezTo>
                    <a:pt x="13025" y="3757"/>
                    <a:pt x="13375" y="3573"/>
                    <a:pt x="13732" y="3404"/>
                  </a:cubicBezTo>
                  <a:cubicBezTo>
                    <a:pt x="13771" y="3385"/>
                    <a:pt x="13813" y="3368"/>
                    <a:pt x="13853" y="3349"/>
                  </a:cubicBezTo>
                  <a:cubicBezTo>
                    <a:pt x="14108" y="3233"/>
                    <a:pt x="14364" y="3122"/>
                    <a:pt x="14625" y="3020"/>
                  </a:cubicBezTo>
                  <a:cubicBezTo>
                    <a:pt x="14701" y="2990"/>
                    <a:pt x="14777" y="2959"/>
                    <a:pt x="14854" y="2932"/>
                  </a:cubicBezTo>
                  <a:cubicBezTo>
                    <a:pt x="15152" y="2818"/>
                    <a:pt x="15454" y="2713"/>
                    <a:pt x="15759" y="2621"/>
                  </a:cubicBezTo>
                  <a:cubicBezTo>
                    <a:pt x="15785" y="2612"/>
                    <a:pt x="15811" y="2607"/>
                    <a:pt x="15837" y="2599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5" y="2356"/>
                    <a:pt x="16856" y="2339"/>
                    <a:pt x="16937" y="2320"/>
                  </a:cubicBezTo>
                  <a:cubicBezTo>
                    <a:pt x="17252" y="2254"/>
                    <a:pt x="17569" y="2193"/>
                    <a:pt x="17888" y="2149"/>
                  </a:cubicBezTo>
                  <a:cubicBezTo>
                    <a:pt x="18199" y="2106"/>
                    <a:pt x="18506" y="2077"/>
                    <a:pt x="18813" y="2055"/>
                  </a:cubicBezTo>
                  <a:cubicBezTo>
                    <a:pt x="18876" y="2051"/>
                    <a:pt x="18938" y="2045"/>
                    <a:pt x="19001" y="2042"/>
                  </a:cubicBezTo>
                  <a:cubicBezTo>
                    <a:pt x="19255" y="2027"/>
                    <a:pt x="19506" y="2020"/>
                    <a:pt x="19756" y="2020"/>
                  </a:cubicBezTo>
                  <a:cubicBezTo>
                    <a:pt x="19798" y="2020"/>
                    <a:pt x="19839" y="2020"/>
                    <a:pt x="19881" y="2021"/>
                  </a:cubicBezTo>
                  <a:cubicBezTo>
                    <a:pt x="19933" y="2021"/>
                    <a:pt x="19984" y="2025"/>
                    <a:pt x="20036" y="2025"/>
                  </a:cubicBezTo>
                  <a:cubicBezTo>
                    <a:pt x="20305" y="2032"/>
                    <a:pt x="20573" y="2047"/>
                    <a:pt x="20838" y="2070"/>
                  </a:cubicBezTo>
                  <a:cubicBezTo>
                    <a:pt x="20877" y="2074"/>
                    <a:pt x="20916" y="2075"/>
                    <a:pt x="20955" y="2080"/>
                  </a:cubicBezTo>
                  <a:cubicBezTo>
                    <a:pt x="21240" y="2107"/>
                    <a:pt x="21521" y="2147"/>
                    <a:pt x="21798" y="2193"/>
                  </a:cubicBezTo>
                  <a:cubicBezTo>
                    <a:pt x="21859" y="2205"/>
                    <a:pt x="21919" y="2215"/>
                    <a:pt x="21978" y="2227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6"/>
                  </a:cubicBezTo>
                  <a:cubicBezTo>
                    <a:pt x="24368" y="2941"/>
                    <a:pt x="24607" y="3043"/>
                    <a:pt x="24843" y="3154"/>
                  </a:cubicBezTo>
                  <a:cubicBezTo>
                    <a:pt x="25025" y="3241"/>
                    <a:pt x="25210" y="3325"/>
                    <a:pt x="25388" y="3421"/>
                  </a:cubicBezTo>
                  <a:lnTo>
                    <a:pt x="25388" y="3421"/>
                  </a:lnTo>
                  <a:lnTo>
                    <a:pt x="21725" y="1428"/>
                  </a:lnTo>
                  <a:cubicBezTo>
                    <a:pt x="21582" y="1350"/>
                    <a:pt x="21438" y="1275"/>
                    <a:pt x="21293" y="1204"/>
                  </a:cubicBezTo>
                  <a:cubicBezTo>
                    <a:pt x="21238" y="1178"/>
                    <a:pt x="21182" y="1158"/>
                    <a:pt x="21129" y="1134"/>
                  </a:cubicBezTo>
                  <a:cubicBezTo>
                    <a:pt x="20894" y="1023"/>
                    <a:pt x="20655" y="922"/>
                    <a:pt x="20412" y="826"/>
                  </a:cubicBezTo>
                  <a:cubicBezTo>
                    <a:pt x="20314" y="788"/>
                    <a:pt x="20219" y="747"/>
                    <a:pt x="20121" y="711"/>
                  </a:cubicBezTo>
                  <a:cubicBezTo>
                    <a:pt x="19780" y="588"/>
                    <a:pt x="19434" y="477"/>
                    <a:pt x="19080" y="385"/>
                  </a:cubicBezTo>
                  <a:cubicBezTo>
                    <a:pt x="19073" y="384"/>
                    <a:pt x="19066" y="381"/>
                    <a:pt x="19059" y="378"/>
                  </a:cubicBezTo>
                  <a:cubicBezTo>
                    <a:pt x="18798" y="312"/>
                    <a:pt x="18532" y="257"/>
                    <a:pt x="18265" y="207"/>
                  </a:cubicBezTo>
                  <a:cubicBezTo>
                    <a:pt x="18205" y="195"/>
                    <a:pt x="18145" y="185"/>
                    <a:pt x="18086" y="174"/>
                  </a:cubicBezTo>
                  <a:cubicBezTo>
                    <a:pt x="17808" y="128"/>
                    <a:pt x="17527" y="87"/>
                    <a:pt x="17242" y="60"/>
                  </a:cubicBezTo>
                  <a:cubicBezTo>
                    <a:pt x="17203" y="56"/>
                    <a:pt x="17163" y="54"/>
                    <a:pt x="17124" y="50"/>
                  </a:cubicBezTo>
                  <a:cubicBezTo>
                    <a:pt x="16860" y="27"/>
                    <a:pt x="16593" y="12"/>
                    <a:pt x="16322" y="5"/>
                  </a:cubicBezTo>
                  <a:cubicBezTo>
                    <a:pt x="16270" y="4"/>
                    <a:pt x="16220" y="2"/>
                    <a:pt x="16167" y="1"/>
                  </a:cubicBezTo>
                  <a:cubicBezTo>
                    <a:pt x="16125" y="0"/>
                    <a:pt x="16084" y="0"/>
                    <a:pt x="16042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3969650" y="1175650"/>
              <a:ext cx="707275" cy="769475"/>
            </a:xfrm>
            <a:custGeom>
              <a:avLst/>
              <a:gdLst/>
              <a:ahLst/>
              <a:cxnLst/>
              <a:rect l="l" t="t" r="r" b="b"/>
              <a:pathLst>
                <a:path w="28291" h="30779" extrusionOk="0">
                  <a:moveTo>
                    <a:pt x="16003" y="0"/>
                  </a:moveTo>
                  <a:cubicBezTo>
                    <a:pt x="15401" y="0"/>
                    <a:pt x="14788" y="43"/>
                    <a:pt x="14165" y="130"/>
                  </a:cubicBezTo>
                  <a:cubicBezTo>
                    <a:pt x="10284" y="678"/>
                    <a:pt x="6758" y="2861"/>
                    <a:pt x="4194" y="5965"/>
                  </a:cubicBezTo>
                  <a:cubicBezTo>
                    <a:pt x="3287" y="7060"/>
                    <a:pt x="2512" y="8257"/>
                    <a:pt x="1886" y="9534"/>
                  </a:cubicBezTo>
                  <a:cubicBezTo>
                    <a:pt x="687" y="11931"/>
                    <a:pt x="7" y="14618"/>
                    <a:pt x="0" y="17377"/>
                  </a:cubicBezTo>
                  <a:cubicBezTo>
                    <a:pt x="0" y="19254"/>
                    <a:pt x="313" y="21015"/>
                    <a:pt x="887" y="22594"/>
                  </a:cubicBezTo>
                  <a:cubicBezTo>
                    <a:pt x="2676" y="27531"/>
                    <a:pt x="7014" y="30778"/>
                    <a:pt x="12265" y="30778"/>
                  </a:cubicBezTo>
                  <a:cubicBezTo>
                    <a:pt x="12327" y="30778"/>
                    <a:pt x="12389" y="30778"/>
                    <a:pt x="12452" y="30777"/>
                  </a:cubicBezTo>
                  <a:lnTo>
                    <a:pt x="12432" y="25601"/>
                  </a:lnTo>
                  <a:cubicBezTo>
                    <a:pt x="8863" y="25414"/>
                    <a:pt x="5995" y="22927"/>
                    <a:pt x="5066" y="19317"/>
                  </a:cubicBezTo>
                  <a:cubicBezTo>
                    <a:pt x="4852" y="18500"/>
                    <a:pt x="4740" y="17626"/>
                    <a:pt x="4740" y="16712"/>
                  </a:cubicBezTo>
                  <a:cubicBezTo>
                    <a:pt x="4747" y="15000"/>
                    <a:pt x="5143" y="13337"/>
                    <a:pt x="5835" y="11827"/>
                  </a:cubicBezTo>
                  <a:cubicBezTo>
                    <a:pt x="6433" y="10525"/>
                    <a:pt x="7253" y="9339"/>
                    <a:pt x="8261" y="8320"/>
                  </a:cubicBezTo>
                  <a:cubicBezTo>
                    <a:pt x="9876" y="6692"/>
                    <a:pt x="11933" y="5563"/>
                    <a:pt x="14159" y="5251"/>
                  </a:cubicBezTo>
                  <a:cubicBezTo>
                    <a:pt x="14573" y="5193"/>
                    <a:pt x="14980" y="5164"/>
                    <a:pt x="15380" y="5164"/>
                  </a:cubicBezTo>
                  <a:cubicBezTo>
                    <a:pt x="19986" y="5164"/>
                    <a:pt x="23546" y="8919"/>
                    <a:pt x="23534" y="14064"/>
                  </a:cubicBezTo>
                  <a:cubicBezTo>
                    <a:pt x="23533" y="15040"/>
                    <a:pt x="23404" y="16012"/>
                    <a:pt x="23151" y="16953"/>
                  </a:cubicBezTo>
                  <a:lnTo>
                    <a:pt x="27218" y="19309"/>
                  </a:lnTo>
                  <a:cubicBezTo>
                    <a:pt x="27898" y="17437"/>
                    <a:pt x="28272" y="15436"/>
                    <a:pt x="28272" y="13399"/>
                  </a:cubicBezTo>
                  <a:cubicBezTo>
                    <a:pt x="28290" y="5652"/>
                    <a:pt x="22941" y="0"/>
                    <a:pt x="16003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4154175" y="1760425"/>
              <a:ext cx="88700" cy="49550"/>
            </a:xfrm>
            <a:custGeom>
              <a:avLst/>
              <a:gdLst/>
              <a:ahLst/>
              <a:cxnLst/>
              <a:rect l="l" t="t" r="r" b="b"/>
              <a:pathLst>
                <a:path w="3548" h="1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8" y="504"/>
                    <a:pt x="1087" y="933"/>
                    <a:pt x="1718" y="1275"/>
                  </a:cubicBezTo>
                  <a:lnTo>
                    <a:pt x="0" y="1"/>
                  </a:lnTo>
                  <a:close/>
                  <a:moveTo>
                    <a:pt x="3478" y="1969"/>
                  </a:moveTo>
                  <a:cubicBezTo>
                    <a:pt x="3482" y="1970"/>
                    <a:pt x="3485" y="1971"/>
                    <a:pt x="3489" y="1972"/>
                  </a:cubicBezTo>
                  <a:lnTo>
                    <a:pt x="3489" y="1972"/>
                  </a:lnTo>
                  <a:cubicBezTo>
                    <a:pt x="3486" y="1970"/>
                    <a:pt x="3482" y="1969"/>
                    <a:pt x="3478" y="1969"/>
                  </a:cubicBezTo>
                  <a:close/>
                  <a:moveTo>
                    <a:pt x="3489" y="1972"/>
                  </a:moveTo>
                  <a:cubicBezTo>
                    <a:pt x="3490" y="1973"/>
                    <a:pt x="3492" y="1973"/>
                    <a:pt x="3493" y="1974"/>
                  </a:cubicBezTo>
                  <a:cubicBezTo>
                    <a:pt x="3506" y="1980"/>
                    <a:pt x="3521" y="1982"/>
                    <a:pt x="3535" y="1982"/>
                  </a:cubicBezTo>
                  <a:cubicBezTo>
                    <a:pt x="3539" y="1982"/>
                    <a:pt x="3543" y="1982"/>
                    <a:pt x="3548" y="1981"/>
                  </a:cubicBezTo>
                  <a:cubicBezTo>
                    <a:pt x="3528" y="1980"/>
                    <a:pt x="3508" y="1977"/>
                    <a:pt x="3489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3228875" y="11552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59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3228875" y="1155225"/>
              <a:ext cx="290175" cy="483325"/>
            </a:xfrm>
            <a:custGeom>
              <a:avLst/>
              <a:gdLst/>
              <a:ahLst/>
              <a:cxnLst/>
              <a:rect l="l" t="t" r="r" b="b"/>
              <a:pathLst>
                <a:path w="11607" h="19333" extrusionOk="0">
                  <a:moveTo>
                    <a:pt x="1" y="1"/>
                  </a:moveTo>
                  <a:lnTo>
                    <a:pt x="21" y="5716"/>
                  </a:lnTo>
                  <a:lnTo>
                    <a:pt x="42" y="12618"/>
                  </a:lnTo>
                  <a:lnTo>
                    <a:pt x="11607" y="19332"/>
                  </a:lnTo>
                  <a:lnTo>
                    <a:pt x="11607" y="19332"/>
                  </a:lnTo>
                  <a:lnTo>
                    <a:pt x="11585" y="13901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3501175" y="1313375"/>
              <a:ext cx="16850" cy="59775"/>
            </a:xfrm>
            <a:custGeom>
              <a:avLst/>
              <a:gdLst/>
              <a:ahLst/>
              <a:cxnLst/>
              <a:rect l="l" t="t" r="r" b="b"/>
              <a:pathLst>
                <a:path w="674" h="2391" extrusionOk="0">
                  <a:moveTo>
                    <a:pt x="1" y="1"/>
                  </a:moveTo>
                  <a:lnTo>
                    <a:pt x="673" y="2391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3391675" y="13133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79" y="1"/>
                  </a:moveTo>
                  <a:cubicBezTo>
                    <a:pt x="4296" y="28"/>
                    <a:pt x="4220" y="50"/>
                    <a:pt x="4138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3" y="208"/>
                    <a:pt x="3320" y="264"/>
                    <a:pt x="3028" y="306"/>
                  </a:cubicBezTo>
                  <a:cubicBezTo>
                    <a:pt x="2766" y="341"/>
                    <a:pt x="2502" y="361"/>
                    <a:pt x="2246" y="375"/>
                  </a:cubicBezTo>
                  <a:cubicBezTo>
                    <a:pt x="2170" y="382"/>
                    <a:pt x="2086" y="382"/>
                    <a:pt x="2003" y="382"/>
                  </a:cubicBezTo>
                  <a:cubicBezTo>
                    <a:pt x="1916" y="386"/>
                    <a:pt x="1830" y="388"/>
                    <a:pt x="1743" y="388"/>
                  </a:cubicBezTo>
                  <a:cubicBezTo>
                    <a:pt x="1657" y="388"/>
                    <a:pt x="1570" y="386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2"/>
                    <a:pt x="472" y="284"/>
                  </a:cubicBezTo>
                  <a:cubicBezTo>
                    <a:pt x="312" y="257"/>
                    <a:pt x="160" y="230"/>
                    <a:pt x="0" y="188"/>
                  </a:cubicBezTo>
                  <a:lnTo>
                    <a:pt x="0" y="188"/>
                  </a:lnTo>
                  <a:lnTo>
                    <a:pt x="1720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9" y="1630"/>
                    <a:pt x="2076" y="1646"/>
                    <a:pt x="2115" y="1656"/>
                  </a:cubicBezTo>
                  <a:cubicBezTo>
                    <a:pt x="2273" y="1733"/>
                    <a:pt x="2433" y="1795"/>
                    <a:pt x="2593" y="1865"/>
                  </a:cubicBezTo>
                  <a:cubicBezTo>
                    <a:pt x="2699" y="1915"/>
                    <a:pt x="2810" y="1954"/>
                    <a:pt x="2925" y="1983"/>
                  </a:cubicBezTo>
                  <a:cubicBezTo>
                    <a:pt x="3071" y="2038"/>
                    <a:pt x="3223" y="2087"/>
                    <a:pt x="3375" y="2129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7" y="2156"/>
                    <a:pt x="3487" y="2156"/>
                    <a:pt x="3493" y="2163"/>
                  </a:cubicBezTo>
                  <a:cubicBezTo>
                    <a:pt x="3508" y="2168"/>
                    <a:pt x="3524" y="2171"/>
                    <a:pt x="3539" y="2171"/>
                  </a:cubicBezTo>
                  <a:cubicBezTo>
                    <a:pt x="3542" y="2171"/>
                    <a:pt x="3546" y="2171"/>
                    <a:pt x="3549" y="2170"/>
                  </a:cubicBezTo>
                  <a:cubicBezTo>
                    <a:pt x="3559" y="2174"/>
                    <a:pt x="3565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0" y="2225"/>
                    <a:pt x="3965" y="2260"/>
                    <a:pt x="4152" y="2294"/>
                  </a:cubicBezTo>
                  <a:cubicBezTo>
                    <a:pt x="4176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1" y="2379"/>
                    <a:pt x="4928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3114175" y="682850"/>
              <a:ext cx="635900" cy="784200"/>
            </a:xfrm>
            <a:custGeom>
              <a:avLst/>
              <a:gdLst/>
              <a:ahLst/>
              <a:cxnLst/>
              <a:rect l="l" t="t" r="r" b="b"/>
              <a:pathLst>
                <a:path w="25436" h="31368" extrusionOk="0">
                  <a:moveTo>
                    <a:pt x="25431" y="3443"/>
                  </a:moveTo>
                  <a:lnTo>
                    <a:pt x="25436" y="3446"/>
                  </a:lnTo>
                  <a:cubicBezTo>
                    <a:pt x="25434" y="3445"/>
                    <a:pt x="25432" y="3444"/>
                    <a:pt x="25431" y="3443"/>
                  </a:cubicBezTo>
                  <a:close/>
                  <a:moveTo>
                    <a:pt x="16040" y="0"/>
                  </a:moveTo>
                  <a:cubicBezTo>
                    <a:pt x="15791" y="0"/>
                    <a:pt x="15540" y="7"/>
                    <a:pt x="15287" y="21"/>
                  </a:cubicBezTo>
                  <a:cubicBezTo>
                    <a:pt x="15225" y="25"/>
                    <a:pt x="15161" y="29"/>
                    <a:pt x="15098" y="34"/>
                  </a:cubicBezTo>
                  <a:cubicBezTo>
                    <a:pt x="14793" y="55"/>
                    <a:pt x="14485" y="84"/>
                    <a:pt x="14174" y="129"/>
                  </a:cubicBezTo>
                  <a:cubicBezTo>
                    <a:pt x="13854" y="173"/>
                    <a:pt x="13537" y="234"/>
                    <a:pt x="13224" y="300"/>
                  </a:cubicBezTo>
                  <a:cubicBezTo>
                    <a:pt x="13141" y="317"/>
                    <a:pt x="13061" y="336"/>
                    <a:pt x="12980" y="355"/>
                  </a:cubicBezTo>
                  <a:cubicBezTo>
                    <a:pt x="12692" y="421"/>
                    <a:pt x="12406" y="494"/>
                    <a:pt x="12122" y="578"/>
                  </a:cubicBezTo>
                  <a:cubicBezTo>
                    <a:pt x="12096" y="587"/>
                    <a:pt x="12070" y="592"/>
                    <a:pt x="12044" y="600"/>
                  </a:cubicBezTo>
                  <a:cubicBezTo>
                    <a:pt x="11738" y="693"/>
                    <a:pt x="11438" y="798"/>
                    <a:pt x="11139" y="911"/>
                  </a:cubicBezTo>
                  <a:cubicBezTo>
                    <a:pt x="11063" y="939"/>
                    <a:pt x="10988" y="970"/>
                    <a:pt x="10911" y="1001"/>
                  </a:cubicBezTo>
                  <a:cubicBezTo>
                    <a:pt x="10651" y="1103"/>
                    <a:pt x="10393" y="1213"/>
                    <a:pt x="10138" y="1331"/>
                  </a:cubicBezTo>
                  <a:cubicBezTo>
                    <a:pt x="10107" y="1345"/>
                    <a:pt x="10074" y="1357"/>
                    <a:pt x="10043" y="1371"/>
                  </a:cubicBezTo>
                  <a:cubicBezTo>
                    <a:pt x="10035" y="1376"/>
                    <a:pt x="10026" y="1380"/>
                    <a:pt x="10017" y="1384"/>
                  </a:cubicBezTo>
                  <a:cubicBezTo>
                    <a:pt x="9660" y="1553"/>
                    <a:pt x="9312" y="1738"/>
                    <a:pt x="8968" y="1933"/>
                  </a:cubicBezTo>
                  <a:cubicBezTo>
                    <a:pt x="8915" y="1963"/>
                    <a:pt x="8860" y="1993"/>
                    <a:pt x="8807" y="2025"/>
                  </a:cubicBezTo>
                  <a:cubicBezTo>
                    <a:pt x="8474" y="2218"/>
                    <a:pt x="8149" y="2424"/>
                    <a:pt x="7831" y="2642"/>
                  </a:cubicBezTo>
                  <a:cubicBezTo>
                    <a:pt x="7803" y="2660"/>
                    <a:pt x="7773" y="2677"/>
                    <a:pt x="7746" y="2696"/>
                  </a:cubicBezTo>
                  <a:cubicBezTo>
                    <a:pt x="7710" y="2722"/>
                    <a:pt x="7677" y="2749"/>
                    <a:pt x="7641" y="2773"/>
                  </a:cubicBezTo>
                  <a:cubicBezTo>
                    <a:pt x="7399" y="2943"/>
                    <a:pt x="7160" y="3119"/>
                    <a:pt x="6927" y="3303"/>
                  </a:cubicBezTo>
                  <a:cubicBezTo>
                    <a:pt x="6904" y="3320"/>
                    <a:pt x="6880" y="3336"/>
                    <a:pt x="6859" y="3355"/>
                  </a:cubicBezTo>
                  <a:cubicBezTo>
                    <a:pt x="6607" y="3555"/>
                    <a:pt x="6361" y="3764"/>
                    <a:pt x="6120" y="3978"/>
                  </a:cubicBezTo>
                  <a:cubicBezTo>
                    <a:pt x="6093" y="4003"/>
                    <a:pt x="6064" y="4024"/>
                    <a:pt x="6037" y="4049"/>
                  </a:cubicBezTo>
                  <a:cubicBezTo>
                    <a:pt x="5998" y="4083"/>
                    <a:pt x="5963" y="4121"/>
                    <a:pt x="5925" y="4157"/>
                  </a:cubicBezTo>
                  <a:cubicBezTo>
                    <a:pt x="5752" y="4315"/>
                    <a:pt x="5580" y="4478"/>
                    <a:pt x="5413" y="4645"/>
                  </a:cubicBezTo>
                  <a:cubicBezTo>
                    <a:pt x="5359" y="4698"/>
                    <a:pt x="5303" y="4753"/>
                    <a:pt x="5248" y="4808"/>
                  </a:cubicBezTo>
                  <a:cubicBezTo>
                    <a:pt x="5035" y="5025"/>
                    <a:pt x="4826" y="5248"/>
                    <a:pt x="4623" y="5477"/>
                  </a:cubicBezTo>
                  <a:cubicBezTo>
                    <a:pt x="4613" y="5487"/>
                    <a:pt x="4603" y="5497"/>
                    <a:pt x="4594" y="5507"/>
                  </a:cubicBezTo>
                  <a:cubicBezTo>
                    <a:pt x="4563" y="5542"/>
                    <a:pt x="4535" y="5579"/>
                    <a:pt x="4504" y="5615"/>
                  </a:cubicBezTo>
                  <a:cubicBezTo>
                    <a:pt x="4341" y="5804"/>
                    <a:pt x="4181" y="5995"/>
                    <a:pt x="4024" y="6191"/>
                  </a:cubicBezTo>
                  <a:cubicBezTo>
                    <a:pt x="3967" y="6263"/>
                    <a:pt x="3909" y="6337"/>
                    <a:pt x="3851" y="6410"/>
                  </a:cubicBezTo>
                  <a:cubicBezTo>
                    <a:pt x="3700" y="6604"/>
                    <a:pt x="3553" y="6803"/>
                    <a:pt x="3410" y="7005"/>
                  </a:cubicBezTo>
                  <a:cubicBezTo>
                    <a:pt x="3381" y="7045"/>
                    <a:pt x="3350" y="7082"/>
                    <a:pt x="3322" y="7123"/>
                  </a:cubicBezTo>
                  <a:cubicBezTo>
                    <a:pt x="3313" y="7136"/>
                    <a:pt x="3304" y="7148"/>
                    <a:pt x="3296" y="7161"/>
                  </a:cubicBezTo>
                  <a:cubicBezTo>
                    <a:pt x="3112" y="7425"/>
                    <a:pt x="2934" y="7694"/>
                    <a:pt x="2765" y="7969"/>
                  </a:cubicBezTo>
                  <a:cubicBezTo>
                    <a:pt x="2723" y="8037"/>
                    <a:pt x="2682" y="8104"/>
                    <a:pt x="2642" y="8172"/>
                  </a:cubicBezTo>
                  <a:cubicBezTo>
                    <a:pt x="2505" y="8398"/>
                    <a:pt x="2374" y="8626"/>
                    <a:pt x="2246" y="8856"/>
                  </a:cubicBezTo>
                  <a:cubicBezTo>
                    <a:pt x="2222" y="8902"/>
                    <a:pt x="2194" y="8945"/>
                    <a:pt x="2169" y="8991"/>
                  </a:cubicBezTo>
                  <a:cubicBezTo>
                    <a:pt x="2158" y="9011"/>
                    <a:pt x="2148" y="9034"/>
                    <a:pt x="2138" y="9055"/>
                  </a:cubicBezTo>
                  <a:cubicBezTo>
                    <a:pt x="1961" y="9387"/>
                    <a:pt x="1794" y="9725"/>
                    <a:pt x="1637" y="10070"/>
                  </a:cubicBezTo>
                  <a:cubicBezTo>
                    <a:pt x="1607" y="10136"/>
                    <a:pt x="1577" y="10203"/>
                    <a:pt x="1548" y="10271"/>
                  </a:cubicBezTo>
                  <a:cubicBezTo>
                    <a:pt x="1393" y="10622"/>
                    <a:pt x="1244" y="10978"/>
                    <a:pt x="1112" y="11339"/>
                  </a:cubicBezTo>
                  <a:cubicBezTo>
                    <a:pt x="1108" y="11349"/>
                    <a:pt x="1103" y="11359"/>
                    <a:pt x="1099" y="11371"/>
                  </a:cubicBezTo>
                  <a:cubicBezTo>
                    <a:pt x="1057" y="11483"/>
                    <a:pt x="1021" y="11597"/>
                    <a:pt x="982" y="11711"/>
                  </a:cubicBezTo>
                  <a:cubicBezTo>
                    <a:pt x="943" y="11824"/>
                    <a:pt x="902" y="11935"/>
                    <a:pt x="866" y="12049"/>
                  </a:cubicBezTo>
                  <a:cubicBezTo>
                    <a:pt x="824" y="12179"/>
                    <a:pt x="785" y="12311"/>
                    <a:pt x="746" y="12442"/>
                  </a:cubicBezTo>
                  <a:cubicBezTo>
                    <a:pt x="713" y="12557"/>
                    <a:pt x="677" y="12670"/>
                    <a:pt x="645" y="12785"/>
                  </a:cubicBezTo>
                  <a:cubicBezTo>
                    <a:pt x="608" y="12919"/>
                    <a:pt x="576" y="13052"/>
                    <a:pt x="542" y="13188"/>
                  </a:cubicBezTo>
                  <a:cubicBezTo>
                    <a:pt x="513" y="13302"/>
                    <a:pt x="483" y="13414"/>
                    <a:pt x="455" y="13529"/>
                  </a:cubicBezTo>
                  <a:cubicBezTo>
                    <a:pt x="424" y="13669"/>
                    <a:pt x="396" y="13810"/>
                    <a:pt x="368" y="13949"/>
                  </a:cubicBezTo>
                  <a:cubicBezTo>
                    <a:pt x="345" y="14062"/>
                    <a:pt x="320" y="14172"/>
                    <a:pt x="298" y="14285"/>
                  </a:cubicBezTo>
                  <a:cubicBezTo>
                    <a:pt x="273" y="14429"/>
                    <a:pt x="251" y="14573"/>
                    <a:pt x="228" y="14718"/>
                  </a:cubicBezTo>
                  <a:cubicBezTo>
                    <a:pt x="209" y="14828"/>
                    <a:pt x="190" y="14937"/>
                    <a:pt x="175" y="15048"/>
                  </a:cubicBezTo>
                  <a:cubicBezTo>
                    <a:pt x="153" y="15199"/>
                    <a:pt x="139" y="15353"/>
                    <a:pt x="121" y="15506"/>
                  </a:cubicBezTo>
                  <a:cubicBezTo>
                    <a:pt x="108" y="15609"/>
                    <a:pt x="94" y="15713"/>
                    <a:pt x="85" y="15818"/>
                  </a:cubicBezTo>
                  <a:cubicBezTo>
                    <a:pt x="70" y="15985"/>
                    <a:pt x="59" y="16153"/>
                    <a:pt x="49" y="16322"/>
                  </a:cubicBezTo>
                  <a:cubicBezTo>
                    <a:pt x="42" y="16413"/>
                    <a:pt x="34" y="16502"/>
                    <a:pt x="29" y="16594"/>
                  </a:cubicBezTo>
                  <a:cubicBezTo>
                    <a:pt x="18" y="16853"/>
                    <a:pt x="11" y="17114"/>
                    <a:pt x="11" y="17376"/>
                  </a:cubicBezTo>
                  <a:cubicBezTo>
                    <a:pt x="0" y="22803"/>
                    <a:pt x="2616" y="27200"/>
                    <a:pt x="6567" y="29348"/>
                  </a:cubicBezTo>
                  <a:lnTo>
                    <a:pt x="10279" y="31368"/>
                  </a:lnTo>
                  <a:cubicBezTo>
                    <a:pt x="6329" y="29220"/>
                    <a:pt x="3713" y="24823"/>
                    <a:pt x="3723" y="19396"/>
                  </a:cubicBezTo>
                  <a:cubicBezTo>
                    <a:pt x="3723" y="19134"/>
                    <a:pt x="3729" y="18873"/>
                    <a:pt x="3742" y="18614"/>
                  </a:cubicBezTo>
                  <a:cubicBezTo>
                    <a:pt x="3745" y="18527"/>
                    <a:pt x="3754" y="18444"/>
                    <a:pt x="3759" y="18360"/>
                  </a:cubicBezTo>
                  <a:cubicBezTo>
                    <a:pt x="3769" y="18185"/>
                    <a:pt x="3779" y="18009"/>
                    <a:pt x="3797" y="17835"/>
                  </a:cubicBezTo>
                  <a:cubicBezTo>
                    <a:pt x="3805" y="17733"/>
                    <a:pt x="3820" y="17632"/>
                    <a:pt x="3833" y="17530"/>
                  </a:cubicBezTo>
                  <a:cubicBezTo>
                    <a:pt x="3850" y="17374"/>
                    <a:pt x="3866" y="17219"/>
                    <a:pt x="3887" y="17063"/>
                  </a:cubicBezTo>
                  <a:cubicBezTo>
                    <a:pt x="3902" y="16955"/>
                    <a:pt x="3922" y="16850"/>
                    <a:pt x="3939" y="16744"/>
                  </a:cubicBezTo>
                  <a:cubicBezTo>
                    <a:pt x="3962" y="16595"/>
                    <a:pt x="3984" y="16449"/>
                    <a:pt x="4011" y="16302"/>
                  </a:cubicBezTo>
                  <a:cubicBezTo>
                    <a:pt x="4031" y="16189"/>
                    <a:pt x="4057" y="16079"/>
                    <a:pt x="4080" y="15968"/>
                  </a:cubicBezTo>
                  <a:cubicBezTo>
                    <a:pt x="4109" y="15827"/>
                    <a:pt x="4135" y="15686"/>
                    <a:pt x="4168" y="15547"/>
                  </a:cubicBezTo>
                  <a:cubicBezTo>
                    <a:pt x="4194" y="15434"/>
                    <a:pt x="4224" y="15321"/>
                    <a:pt x="4253" y="15209"/>
                  </a:cubicBezTo>
                  <a:cubicBezTo>
                    <a:pt x="4288" y="15074"/>
                    <a:pt x="4319" y="14937"/>
                    <a:pt x="4357" y="14802"/>
                  </a:cubicBezTo>
                  <a:cubicBezTo>
                    <a:pt x="4388" y="14688"/>
                    <a:pt x="4424" y="14577"/>
                    <a:pt x="4458" y="14465"/>
                  </a:cubicBezTo>
                  <a:cubicBezTo>
                    <a:pt x="4496" y="14331"/>
                    <a:pt x="4535" y="14198"/>
                    <a:pt x="4577" y="14066"/>
                  </a:cubicBezTo>
                  <a:cubicBezTo>
                    <a:pt x="4613" y="13954"/>
                    <a:pt x="4655" y="13843"/>
                    <a:pt x="4694" y="13731"/>
                  </a:cubicBezTo>
                  <a:cubicBezTo>
                    <a:pt x="4737" y="13605"/>
                    <a:pt x="4779" y="13480"/>
                    <a:pt x="4823" y="13356"/>
                  </a:cubicBezTo>
                  <a:cubicBezTo>
                    <a:pt x="4957" y="12995"/>
                    <a:pt x="5104" y="12639"/>
                    <a:pt x="5259" y="12289"/>
                  </a:cubicBezTo>
                  <a:cubicBezTo>
                    <a:pt x="5290" y="12222"/>
                    <a:pt x="5320" y="12154"/>
                    <a:pt x="5350" y="12086"/>
                  </a:cubicBezTo>
                  <a:cubicBezTo>
                    <a:pt x="5507" y="11742"/>
                    <a:pt x="5674" y="11404"/>
                    <a:pt x="5851" y="11072"/>
                  </a:cubicBezTo>
                  <a:cubicBezTo>
                    <a:pt x="5886" y="11005"/>
                    <a:pt x="5923" y="10941"/>
                    <a:pt x="5959" y="10876"/>
                  </a:cubicBezTo>
                  <a:cubicBezTo>
                    <a:pt x="6086" y="10644"/>
                    <a:pt x="6218" y="10415"/>
                    <a:pt x="6355" y="10189"/>
                  </a:cubicBezTo>
                  <a:cubicBezTo>
                    <a:pt x="6395" y="10121"/>
                    <a:pt x="6436" y="10052"/>
                    <a:pt x="6477" y="9986"/>
                  </a:cubicBezTo>
                  <a:cubicBezTo>
                    <a:pt x="6649" y="9711"/>
                    <a:pt x="6826" y="9443"/>
                    <a:pt x="7009" y="9178"/>
                  </a:cubicBezTo>
                  <a:cubicBezTo>
                    <a:pt x="7046" y="9125"/>
                    <a:pt x="7085" y="9073"/>
                    <a:pt x="7122" y="9020"/>
                  </a:cubicBezTo>
                  <a:cubicBezTo>
                    <a:pt x="7266" y="8820"/>
                    <a:pt x="7415" y="8621"/>
                    <a:pt x="7564" y="8427"/>
                  </a:cubicBezTo>
                  <a:cubicBezTo>
                    <a:pt x="7622" y="8353"/>
                    <a:pt x="7679" y="8280"/>
                    <a:pt x="7737" y="8208"/>
                  </a:cubicBezTo>
                  <a:cubicBezTo>
                    <a:pt x="7893" y="8012"/>
                    <a:pt x="8052" y="7821"/>
                    <a:pt x="8216" y="7632"/>
                  </a:cubicBezTo>
                  <a:cubicBezTo>
                    <a:pt x="8257" y="7586"/>
                    <a:pt x="8296" y="7539"/>
                    <a:pt x="8336" y="7494"/>
                  </a:cubicBezTo>
                  <a:cubicBezTo>
                    <a:pt x="8539" y="7265"/>
                    <a:pt x="8748" y="7042"/>
                    <a:pt x="8961" y="6825"/>
                  </a:cubicBezTo>
                  <a:cubicBezTo>
                    <a:pt x="9015" y="6768"/>
                    <a:pt x="9072" y="6717"/>
                    <a:pt x="9126" y="6662"/>
                  </a:cubicBezTo>
                  <a:cubicBezTo>
                    <a:pt x="9295" y="6495"/>
                    <a:pt x="9465" y="6332"/>
                    <a:pt x="9637" y="6174"/>
                  </a:cubicBezTo>
                  <a:cubicBezTo>
                    <a:pt x="9702" y="6113"/>
                    <a:pt x="9768" y="6054"/>
                    <a:pt x="9833" y="5995"/>
                  </a:cubicBezTo>
                  <a:cubicBezTo>
                    <a:pt x="10075" y="5782"/>
                    <a:pt x="10320" y="5572"/>
                    <a:pt x="10572" y="5372"/>
                  </a:cubicBezTo>
                  <a:cubicBezTo>
                    <a:pt x="10595" y="5355"/>
                    <a:pt x="10618" y="5337"/>
                    <a:pt x="10641" y="5320"/>
                  </a:cubicBezTo>
                  <a:cubicBezTo>
                    <a:pt x="10874" y="5137"/>
                    <a:pt x="11113" y="4962"/>
                    <a:pt x="11355" y="4792"/>
                  </a:cubicBezTo>
                  <a:cubicBezTo>
                    <a:pt x="11417" y="4747"/>
                    <a:pt x="11480" y="4704"/>
                    <a:pt x="11543" y="4661"/>
                  </a:cubicBezTo>
                  <a:cubicBezTo>
                    <a:pt x="11863" y="4442"/>
                    <a:pt x="12188" y="4236"/>
                    <a:pt x="12520" y="4042"/>
                  </a:cubicBezTo>
                  <a:cubicBezTo>
                    <a:pt x="12574" y="4012"/>
                    <a:pt x="12628" y="3981"/>
                    <a:pt x="12681" y="3952"/>
                  </a:cubicBezTo>
                  <a:cubicBezTo>
                    <a:pt x="13025" y="3757"/>
                    <a:pt x="13373" y="3571"/>
                    <a:pt x="13730" y="3404"/>
                  </a:cubicBezTo>
                  <a:cubicBezTo>
                    <a:pt x="13771" y="3385"/>
                    <a:pt x="13811" y="3368"/>
                    <a:pt x="13851" y="3349"/>
                  </a:cubicBezTo>
                  <a:cubicBezTo>
                    <a:pt x="14106" y="3233"/>
                    <a:pt x="14364" y="3122"/>
                    <a:pt x="14624" y="3020"/>
                  </a:cubicBezTo>
                  <a:cubicBezTo>
                    <a:pt x="14701" y="2989"/>
                    <a:pt x="14775" y="2959"/>
                    <a:pt x="14852" y="2930"/>
                  </a:cubicBezTo>
                  <a:cubicBezTo>
                    <a:pt x="15151" y="2818"/>
                    <a:pt x="15452" y="2713"/>
                    <a:pt x="15757" y="2619"/>
                  </a:cubicBezTo>
                  <a:cubicBezTo>
                    <a:pt x="15783" y="2612"/>
                    <a:pt x="15809" y="2606"/>
                    <a:pt x="15835" y="2598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4" y="2356"/>
                    <a:pt x="16854" y="2337"/>
                    <a:pt x="16936" y="2320"/>
                  </a:cubicBezTo>
                  <a:cubicBezTo>
                    <a:pt x="17250" y="2254"/>
                    <a:pt x="17567" y="2195"/>
                    <a:pt x="17887" y="2149"/>
                  </a:cubicBezTo>
                  <a:cubicBezTo>
                    <a:pt x="18197" y="2104"/>
                    <a:pt x="18506" y="2077"/>
                    <a:pt x="18811" y="2054"/>
                  </a:cubicBezTo>
                  <a:cubicBezTo>
                    <a:pt x="18874" y="2049"/>
                    <a:pt x="18937" y="2045"/>
                    <a:pt x="19001" y="2041"/>
                  </a:cubicBezTo>
                  <a:cubicBezTo>
                    <a:pt x="19253" y="2027"/>
                    <a:pt x="19504" y="2020"/>
                    <a:pt x="19753" y="2020"/>
                  </a:cubicBezTo>
                  <a:cubicBezTo>
                    <a:pt x="19795" y="2020"/>
                    <a:pt x="19837" y="2020"/>
                    <a:pt x="19879" y="2020"/>
                  </a:cubicBezTo>
                  <a:cubicBezTo>
                    <a:pt x="19931" y="2020"/>
                    <a:pt x="19983" y="2023"/>
                    <a:pt x="20034" y="2025"/>
                  </a:cubicBezTo>
                  <a:cubicBezTo>
                    <a:pt x="20304" y="2032"/>
                    <a:pt x="20571" y="2046"/>
                    <a:pt x="20836" y="2069"/>
                  </a:cubicBezTo>
                  <a:cubicBezTo>
                    <a:pt x="20875" y="2074"/>
                    <a:pt x="20916" y="2075"/>
                    <a:pt x="20954" y="2080"/>
                  </a:cubicBezTo>
                  <a:cubicBezTo>
                    <a:pt x="21238" y="2107"/>
                    <a:pt x="21519" y="2147"/>
                    <a:pt x="21797" y="2193"/>
                  </a:cubicBezTo>
                  <a:cubicBezTo>
                    <a:pt x="21857" y="2203"/>
                    <a:pt x="21918" y="2215"/>
                    <a:pt x="21978" y="2226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6"/>
                    <a:pt x="23834" y="2730"/>
                  </a:cubicBezTo>
                  <a:cubicBezTo>
                    <a:pt x="23932" y="2766"/>
                    <a:pt x="24028" y="2808"/>
                    <a:pt x="24124" y="2845"/>
                  </a:cubicBezTo>
                  <a:cubicBezTo>
                    <a:pt x="24368" y="2940"/>
                    <a:pt x="24607" y="3044"/>
                    <a:pt x="24841" y="3153"/>
                  </a:cubicBezTo>
                  <a:cubicBezTo>
                    <a:pt x="25040" y="3246"/>
                    <a:pt x="25239" y="3339"/>
                    <a:pt x="25431" y="3443"/>
                  </a:cubicBezTo>
                  <a:lnTo>
                    <a:pt x="25431" y="3443"/>
                  </a:lnTo>
                  <a:lnTo>
                    <a:pt x="21723" y="1426"/>
                  </a:lnTo>
                  <a:cubicBezTo>
                    <a:pt x="21581" y="1350"/>
                    <a:pt x="21437" y="1275"/>
                    <a:pt x="21291" y="1203"/>
                  </a:cubicBezTo>
                  <a:cubicBezTo>
                    <a:pt x="21238" y="1177"/>
                    <a:pt x="21182" y="1158"/>
                    <a:pt x="21127" y="1134"/>
                  </a:cubicBezTo>
                  <a:cubicBezTo>
                    <a:pt x="20894" y="1023"/>
                    <a:pt x="20654" y="921"/>
                    <a:pt x="20412" y="826"/>
                  </a:cubicBezTo>
                  <a:cubicBezTo>
                    <a:pt x="20314" y="788"/>
                    <a:pt x="20219" y="746"/>
                    <a:pt x="20119" y="710"/>
                  </a:cubicBezTo>
                  <a:cubicBezTo>
                    <a:pt x="19780" y="587"/>
                    <a:pt x="19434" y="476"/>
                    <a:pt x="19079" y="385"/>
                  </a:cubicBezTo>
                  <a:cubicBezTo>
                    <a:pt x="19071" y="384"/>
                    <a:pt x="19064" y="379"/>
                    <a:pt x="19057" y="378"/>
                  </a:cubicBezTo>
                  <a:cubicBezTo>
                    <a:pt x="18796" y="312"/>
                    <a:pt x="18531" y="255"/>
                    <a:pt x="18264" y="207"/>
                  </a:cubicBezTo>
                  <a:cubicBezTo>
                    <a:pt x="18205" y="195"/>
                    <a:pt x="18144" y="183"/>
                    <a:pt x="18084" y="173"/>
                  </a:cubicBezTo>
                  <a:cubicBezTo>
                    <a:pt x="17806" y="126"/>
                    <a:pt x="17527" y="87"/>
                    <a:pt x="17242" y="58"/>
                  </a:cubicBezTo>
                  <a:cubicBezTo>
                    <a:pt x="17201" y="55"/>
                    <a:pt x="17162" y="54"/>
                    <a:pt x="17124" y="50"/>
                  </a:cubicBezTo>
                  <a:cubicBezTo>
                    <a:pt x="16859" y="27"/>
                    <a:pt x="16591" y="12"/>
                    <a:pt x="16322" y="5"/>
                  </a:cubicBezTo>
                  <a:cubicBezTo>
                    <a:pt x="16270" y="4"/>
                    <a:pt x="16218" y="2"/>
                    <a:pt x="16166" y="1"/>
                  </a:cubicBezTo>
                  <a:cubicBezTo>
                    <a:pt x="16124" y="0"/>
                    <a:pt x="16082" y="0"/>
                    <a:pt x="16040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207200" y="7333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4" y="1"/>
                  </a:moveTo>
                  <a:cubicBezTo>
                    <a:pt x="15402" y="1"/>
                    <a:pt x="14788" y="43"/>
                    <a:pt x="14164" y="131"/>
                  </a:cubicBezTo>
                  <a:cubicBezTo>
                    <a:pt x="10284" y="678"/>
                    <a:pt x="6757" y="2860"/>
                    <a:pt x="4193" y="5964"/>
                  </a:cubicBezTo>
                  <a:cubicBezTo>
                    <a:pt x="3288" y="7060"/>
                    <a:pt x="2513" y="8257"/>
                    <a:pt x="1885" y="9533"/>
                  </a:cubicBezTo>
                  <a:cubicBezTo>
                    <a:pt x="688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8" y="22593"/>
                  </a:cubicBezTo>
                  <a:cubicBezTo>
                    <a:pt x="2675" y="27533"/>
                    <a:pt x="7016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2" y="25601"/>
                  </a:lnTo>
                  <a:cubicBezTo>
                    <a:pt x="8863" y="25414"/>
                    <a:pt x="5994" y="22926"/>
                    <a:pt x="5066" y="19317"/>
                  </a:cubicBezTo>
                  <a:cubicBezTo>
                    <a:pt x="4851" y="18499"/>
                    <a:pt x="4740" y="17627"/>
                    <a:pt x="4740" y="16711"/>
                  </a:cubicBezTo>
                  <a:cubicBezTo>
                    <a:pt x="4747" y="14999"/>
                    <a:pt x="5142" y="13336"/>
                    <a:pt x="5836" y="11826"/>
                  </a:cubicBezTo>
                  <a:cubicBezTo>
                    <a:pt x="6433" y="10525"/>
                    <a:pt x="7254" y="9339"/>
                    <a:pt x="8260" y="8321"/>
                  </a:cubicBezTo>
                  <a:cubicBezTo>
                    <a:pt x="9875" y="6692"/>
                    <a:pt x="11933" y="5562"/>
                    <a:pt x="14157" y="5250"/>
                  </a:cubicBezTo>
                  <a:cubicBezTo>
                    <a:pt x="14570" y="5192"/>
                    <a:pt x="14978" y="5164"/>
                    <a:pt x="15377" y="5164"/>
                  </a:cubicBezTo>
                  <a:cubicBezTo>
                    <a:pt x="19984" y="5164"/>
                    <a:pt x="23545" y="8919"/>
                    <a:pt x="23533" y="14063"/>
                  </a:cubicBezTo>
                  <a:cubicBezTo>
                    <a:pt x="23532" y="15040"/>
                    <a:pt x="23404" y="16011"/>
                    <a:pt x="23152" y="16954"/>
                  </a:cubicBezTo>
                  <a:lnTo>
                    <a:pt x="27219" y="19310"/>
                  </a:lnTo>
                  <a:cubicBezTo>
                    <a:pt x="27897" y="17438"/>
                    <a:pt x="28271" y="15435"/>
                    <a:pt x="28271" y="13398"/>
                  </a:cubicBezTo>
                  <a:cubicBezTo>
                    <a:pt x="28291" y="5653"/>
                    <a:pt x="22942" y="1"/>
                    <a:pt x="16004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391700" y="13180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10" y="505"/>
                    <a:pt x="1087" y="935"/>
                    <a:pt x="1719" y="1275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lnTo>
                    <a:pt x="3488" y="1972"/>
                  </a:ln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4"/>
                    <a:pt x="3538" y="1984"/>
                  </a:cubicBezTo>
                  <a:cubicBezTo>
                    <a:pt x="3541" y="1984"/>
                    <a:pt x="3545" y="1984"/>
                    <a:pt x="3548" y="1983"/>
                  </a:cubicBezTo>
                  <a:cubicBezTo>
                    <a:pt x="3528" y="1982"/>
                    <a:pt x="3508" y="1978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2462625" y="7105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2462625" y="710525"/>
              <a:ext cx="290150" cy="483325"/>
            </a:xfrm>
            <a:custGeom>
              <a:avLst/>
              <a:gdLst/>
              <a:ahLst/>
              <a:cxnLst/>
              <a:rect l="l" t="t" r="r" b="b"/>
              <a:pathLst>
                <a:path w="11606" h="19333" extrusionOk="0">
                  <a:moveTo>
                    <a:pt x="1" y="1"/>
                  </a:moveTo>
                  <a:lnTo>
                    <a:pt x="21" y="5718"/>
                  </a:lnTo>
                  <a:lnTo>
                    <a:pt x="41" y="12618"/>
                  </a:lnTo>
                  <a:lnTo>
                    <a:pt x="11606" y="19332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2734925" y="868675"/>
              <a:ext cx="16850" cy="59800"/>
            </a:xfrm>
            <a:custGeom>
              <a:avLst/>
              <a:gdLst/>
              <a:ahLst/>
              <a:cxnLst/>
              <a:rect l="l" t="t" r="r" b="b"/>
              <a:pathLst>
                <a:path w="674" h="2392" extrusionOk="0">
                  <a:moveTo>
                    <a:pt x="1" y="1"/>
                  </a:moveTo>
                  <a:lnTo>
                    <a:pt x="673" y="2392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2625425" y="8686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80" y="1"/>
                  </a:moveTo>
                  <a:cubicBezTo>
                    <a:pt x="4296" y="28"/>
                    <a:pt x="4220" y="49"/>
                    <a:pt x="4136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4" y="208"/>
                    <a:pt x="3318" y="264"/>
                    <a:pt x="3028" y="306"/>
                  </a:cubicBezTo>
                  <a:cubicBezTo>
                    <a:pt x="2764" y="340"/>
                    <a:pt x="2502" y="360"/>
                    <a:pt x="2245" y="375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6" y="385"/>
                    <a:pt x="1830" y="386"/>
                    <a:pt x="1743" y="386"/>
                  </a:cubicBezTo>
                  <a:cubicBezTo>
                    <a:pt x="1656" y="386"/>
                    <a:pt x="1569" y="385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1"/>
                    <a:pt x="472" y="284"/>
                  </a:cubicBezTo>
                  <a:cubicBezTo>
                    <a:pt x="313" y="257"/>
                    <a:pt x="160" y="229"/>
                    <a:pt x="0" y="188"/>
                  </a:cubicBezTo>
                  <a:lnTo>
                    <a:pt x="0" y="188"/>
                  </a:lnTo>
                  <a:lnTo>
                    <a:pt x="1719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7" y="1630"/>
                    <a:pt x="2075" y="1646"/>
                    <a:pt x="2115" y="1656"/>
                  </a:cubicBezTo>
                  <a:cubicBezTo>
                    <a:pt x="2273" y="1732"/>
                    <a:pt x="2433" y="1796"/>
                    <a:pt x="2593" y="1865"/>
                  </a:cubicBezTo>
                  <a:cubicBezTo>
                    <a:pt x="2699" y="1915"/>
                    <a:pt x="2810" y="1954"/>
                    <a:pt x="2925" y="1981"/>
                  </a:cubicBezTo>
                  <a:cubicBezTo>
                    <a:pt x="3071" y="2038"/>
                    <a:pt x="3223" y="2087"/>
                    <a:pt x="3375" y="2128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5" y="2156"/>
                    <a:pt x="3485" y="2156"/>
                    <a:pt x="3493" y="2163"/>
                  </a:cubicBezTo>
                  <a:cubicBezTo>
                    <a:pt x="3508" y="2168"/>
                    <a:pt x="3524" y="2170"/>
                    <a:pt x="3539" y="2170"/>
                  </a:cubicBezTo>
                  <a:cubicBezTo>
                    <a:pt x="3542" y="2170"/>
                    <a:pt x="3546" y="2170"/>
                    <a:pt x="3549" y="2170"/>
                  </a:cubicBezTo>
                  <a:cubicBezTo>
                    <a:pt x="3558" y="2174"/>
                    <a:pt x="3564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1" y="2225"/>
                    <a:pt x="3965" y="2259"/>
                    <a:pt x="4151" y="2294"/>
                  </a:cubicBezTo>
                  <a:cubicBezTo>
                    <a:pt x="4177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0" y="2379"/>
                    <a:pt x="4927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2347900" y="238125"/>
              <a:ext cx="635900" cy="784175"/>
            </a:xfrm>
            <a:custGeom>
              <a:avLst/>
              <a:gdLst/>
              <a:ahLst/>
              <a:cxnLst/>
              <a:rect l="l" t="t" r="r" b="b"/>
              <a:pathLst>
                <a:path w="25436" h="31367" extrusionOk="0">
                  <a:moveTo>
                    <a:pt x="25430" y="3444"/>
                  </a:moveTo>
                  <a:lnTo>
                    <a:pt x="25436" y="3447"/>
                  </a:lnTo>
                  <a:cubicBezTo>
                    <a:pt x="25434" y="3446"/>
                    <a:pt x="25432" y="3445"/>
                    <a:pt x="25430" y="3444"/>
                  </a:cubicBezTo>
                  <a:close/>
                  <a:moveTo>
                    <a:pt x="16040" y="1"/>
                  </a:moveTo>
                  <a:cubicBezTo>
                    <a:pt x="15792" y="1"/>
                    <a:pt x="15540" y="8"/>
                    <a:pt x="15288" y="22"/>
                  </a:cubicBezTo>
                  <a:cubicBezTo>
                    <a:pt x="15224" y="26"/>
                    <a:pt x="15161" y="30"/>
                    <a:pt x="15098" y="35"/>
                  </a:cubicBezTo>
                  <a:cubicBezTo>
                    <a:pt x="14792" y="56"/>
                    <a:pt x="14484" y="85"/>
                    <a:pt x="14173" y="130"/>
                  </a:cubicBezTo>
                  <a:cubicBezTo>
                    <a:pt x="13854" y="174"/>
                    <a:pt x="13537" y="235"/>
                    <a:pt x="13223" y="301"/>
                  </a:cubicBezTo>
                  <a:cubicBezTo>
                    <a:pt x="13141" y="318"/>
                    <a:pt x="13060" y="337"/>
                    <a:pt x="12980" y="356"/>
                  </a:cubicBezTo>
                  <a:cubicBezTo>
                    <a:pt x="12692" y="422"/>
                    <a:pt x="12405" y="495"/>
                    <a:pt x="12122" y="579"/>
                  </a:cubicBezTo>
                  <a:cubicBezTo>
                    <a:pt x="12096" y="587"/>
                    <a:pt x="12070" y="593"/>
                    <a:pt x="12044" y="600"/>
                  </a:cubicBezTo>
                  <a:cubicBezTo>
                    <a:pt x="11739" y="694"/>
                    <a:pt x="11438" y="799"/>
                    <a:pt x="11140" y="911"/>
                  </a:cubicBezTo>
                  <a:cubicBezTo>
                    <a:pt x="11062" y="940"/>
                    <a:pt x="10987" y="970"/>
                    <a:pt x="10911" y="1001"/>
                  </a:cubicBezTo>
                  <a:cubicBezTo>
                    <a:pt x="10651" y="1103"/>
                    <a:pt x="10393" y="1214"/>
                    <a:pt x="10138" y="1330"/>
                  </a:cubicBezTo>
                  <a:cubicBezTo>
                    <a:pt x="10106" y="1345"/>
                    <a:pt x="10075" y="1356"/>
                    <a:pt x="10043" y="1371"/>
                  </a:cubicBezTo>
                  <a:cubicBezTo>
                    <a:pt x="10034" y="1375"/>
                    <a:pt x="10026" y="1381"/>
                    <a:pt x="10017" y="1385"/>
                  </a:cubicBezTo>
                  <a:cubicBezTo>
                    <a:pt x="9661" y="1552"/>
                    <a:pt x="9312" y="1738"/>
                    <a:pt x="8968" y="1932"/>
                  </a:cubicBezTo>
                  <a:cubicBezTo>
                    <a:pt x="8914" y="1964"/>
                    <a:pt x="8860" y="1992"/>
                    <a:pt x="8806" y="2024"/>
                  </a:cubicBezTo>
                  <a:cubicBezTo>
                    <a:pt x="8475" y="2217"/>
                    <a:pt x="8150" y="2423"/>
                    <a:pt x="7832" y="2642"/>
                  </a:cubicBezTo>
                  <a:cubicBezTo>
                    <a:pt x="7803" y="2660"/>
                    <a:pt x="7774" y="2676"/>
                    <a:pt x="7747" y="2696"/>
                  </a:cubicBezTo>
                  <a:cubicBezTo>
                    <a:pt x="7711" y="2721"/>
                    <a:pt x="7678" y="2748"/>
                    <a:pt x="7642" y="2774"/>
                  </a:cubicBezTo>
                  <a:cubicBezTo>
                    <a:pt x="7400" y="2944"/>
                    <a:pt x="7161" y="3120"/>
                    <a:pt x="6928" y="3303"/>
                  </a:cubicBezTo>
                  <a:cubicBezTo>
                    <a:pt x="6905" y="3320"/>
                    <a:pt x="6882" y="3337"/>
                    <a:pt x="6859" y="3354"/>
                  </a:cubicBezTo>
                  <a:cubicBezTo>
                    <a:pt x="6607" y="3554"/>
                    <a:pt x="6362" y="3763"/>
                    <a:pt x="6121" y="3978"/>
                  </a:cubicBezTo>
                  <a:cubicBezTo>
                    <a:pt x="6094" y="4002"/>
                    <a:pt x="6065" y="4024"/>
                    <a:pt x="6038" y="4048"/>
                  </a:cubicBezTo>
                  <a:cubicBezTo>
                    <a:pt x="5999" y="4083"/>
                    <a:pt x="5963" y="4120"/>
                    <a:pt x="5926" y="4156"/>
                  </a:cubicBezTo>
                  <a:cubicBezTo>
                    <a:pt x="5751" y="4316"/>
                    <a:pt x="5582" y="4477"/>
                    <a:pt x="5415" y="4644"/>
                  </a:cubicBezTo>
                  <a:cubicBezTo>
                    <a:pt x="5360" y="4698"/>
                    <a:pt x="5304" y="4752"/>
                    <a:pt x="5249" y="4807"/>
                  </a:cubicBezTo>
                  <a:cubicBezTo>
                    <a:pt x="5034" y="5024"/>
                    <a:pt x="4827" y="5247"/>
                    <a:pt x="4623" y="5476"/>
                  </a:cubicBezTo>
                  <a:cubicBezTo>
                    <a:pt x="4614" y="5486"/>
                    <a:pt x="4604" y="5497"/>
                    <a:pt x="4595" y="5507"/>
                  </a:cubicBezTo>
                  <a:cubicBezTo>
                    <a:pt x="4564" y="5543"/>
                    <a:pt x="4535" y="5579"/>
                    <a:pt x="4505" y="5615"/>
                  </a:cubicBezTo>
                  <a:cubicBezTo>
                    <a:pt x="4341" y="5803"/>
                    <a:pt x="4181" y="5995"/>
                    <a:pt x="4025" y="6190"/>
                  </a:cubicBezTo>
                  <a:cubicBezTo>
                    <a:pt x="3968" y="6262"/>
                    <a:pt x="3910" y="6336"/>
                    <a:pt x="3853" y="6409"/>
                  </a:cubicBezTo>
                  <a:cubicBezTo>
                    <a:pt x="3701" y="6605"/>
                    <a:pt x="3555" y="6802"/>
                    <a:pt x="3411" y="7004"/>
                  </a:cubicBezTo>
                  <a:cubicBezTo>
                    <a:pt x="3382" y="7044"/>
                    <a:pt x="3350" y="7082"/>
                    <a:pt x="3323" y="7123"/>
                  </a:cubicBezTo>
                  <a:cubicBezTo>
                    <a:pt x="3313" y="7135"/>
                    <a:pt x="3305" y="7149"/>
                    <a:pt x="3297" y="7161"/>
                  </a:cubicBezTo>
                  <a:cubicBezTo>
                    <a:pt x="3113" y="7426"/>
                    <a:pt x="2935" y="7695"/>
                    <a:pt x="2766" y="7968"/>
                  </a:cubicBezTo>
                  <a:cubicBezTo>
                    <a:pt x="2724" y="8036"/>
                    <a:pt x="2684" y="8104"/>
                    <a:pt x="2642" y="8173"/>
                  </a:cubicBezTo>
                  <a:cubicBezTo>
                    <a:pt x="2506" y="8397"/>
                    <a:pt x="2374" y="8625"/>
                    <a:pt x="2247" y="8857"/>
                  </a:cubicBezTo>
                  <a:cubicBezTo>
                    <a:pt x="2223" y="8901"/>
                    <a:pt x="2194" y="8944"/>
                    <a:pt x="2170" y="8991"/>
                  </a:cubicBezTo>
                  <a:cubicBezTo>
                    <a:pt x="2158" y="9012"/>
                    <a:pt x="2149" y="9034"/>
                    <a:pt x="2138" y="9055"/>
                  </a:cubicBezTo>
                  <a:cubicBezTo>
                    <a:pt x="1961" y="9386"/>
                    <a:pt x="1794" y="9725"/>
                    <a:pt x="1638" y="10069"/>
                  </a:cubicBezTo>
                  <a:cubicBezTo>
                    <a:pt x="1607" y="10137"/>
                    <a:pt x="1578" y="10204"/>
                    <a:pt x="1548" y="10272"/>
                  </a:cubicBezTo>
                  <a:cubicBezTo>
                    <a:pt x="1392" y="10623"/>
                    <a:pt x="1245" y="10977"/>
                    <a:pt x="1111" y="11339"/>
                  </a:cubicBezTo>
                  <a:cubicBezTo>
                    <a:pt x="1109" y="11350"/>
                    <a:pt x="1103" y="11360"/>
                    <a:pt x="1100" y="11370"/>
                  </a:cubicBezTo>
                  <a:cubicBezTo>
                    <a:pt x="1058" y="11483"/>
                    <a:pt x="1022" y="11596"/>
                    <a:pt x="982" y="11710"/>
                  </a:cubicBezTo>
                  <a:cubicBezTo>
                    <a:pt x="943" y="11824"/>
                    <a:pt x="903" y="11935"/>
                    <a:pt x="867" y="12048"/>
                  </a:cubicBezTo>
                  <a:cubicBezTo>
                    <a:pt x="824" y="12179"/>
                    <a:pt x="786" y="12310"/>
                    <a:pt x="747" y="12443"/>
                  </a:cubicBezTo>
                  <a:cubicBezTo>
                    <a:pt x="713" y="12557"/>
                    <a:pt x="677" y="12670"/>
                    <a:pt x="645" y="12784"/>
                  </a:cubicBezTo>
                  <a:cubicBezTo>
                    <a:pt x="609" y="12918"/>
                    <a:pt x="576" y="13053"/>
                    <a:pt x="543" y="13187"/>
                  </a:cubicBezTo>
                  <a:cubicBezTo>
                    <a:pt x="514" y="13301"/>
                    <a:pt x="482" y="13415"/>
                    <a:pt x="456" y="13530"/>
                  </a:cubicBezTo>
                  <a:cubicBezTo>
                    <a:pt x="425" y="13669"/>
                    <a:pt x="397" y="13809"/>
                    <a:pt x="369" y="13950"/>
                  </a:cubicBezTo>
                  <a:cubicBezTo>
                    <a:pt x="346" y="14061"/>
                    <a:pt x="320" y="14172"/>
                    <a:pt x="300" y="14284"/>
                  </a:cubicBezTo>
                  <a:cubicBezTo>
                    <a:pt x="272" y="14428"/>
                    <a:pt x="252" y="14573"/>
                    <a:pt x="229" y="14719"/>
                  </a:cubicBezTo>
                  <a:cubicBezTo>
                    <a:pt x="210" y="14828"/>
                    <a:pt x="192" y="14938"/>
                    <a:pt x="174" y="15047"/>
                  </a:cubicBezTo>
                  <a:cubicBezTo>
                    <a:pt x="154" y="15200"/>
                    <a:pt x="138" y="15354"/>
                    <a:pt x="121" y="15505"/>
                  </a:cubicBezTo>
                  <a:cubicBezTo>
                    <a:pt x="109" y="15610"/>
                    <a:pt x="94" y="15712"/>
                    <a:pt x="85" y="15817"/>
                  </a:cubicBezTo>
                  <a:cubicBezTo>
                    <a:pt x="69" y="15984"/>
                    <a:pt x="59" y="16154"/>
                    <a:pt x="49" y="16323"/>
                  </a:cubicBezTo>
                  <a:cubicBezTo>
                    <a:pt x="43" y="16412"/>
                    <a:pt x="33" y="16503"/>
                    <a:pt x="29" y="16593"/>
                  </a:cubicBezTo>
                  <a:cubicBezTo>
                    <a:pt x="17" y="16854"/>
                    <a:pt x="10" y="17114"/>
                    <a:pt x="10" y="17375"/>
                  </a:cubicBezTo>
                  <a:cubicBezTo>
                    <a:pt x="0" y="22802"/>
                    <a:pt x="2616" y="27199"/>
                    <a:pt x="6566" y="29349"/>
                  </a:cubicBezTo>
                  <a:lnTo>
                    <a:pt x="10279" y="31367"/>
                  </a:lnTo>
                  <a:cubicBezTo>
                    <a:pt x="6329" y="29218"/>
                    <a:pt x="3713" y="24821"/>
                    <a:pt x="3723" y="19393"/>
                  </a:cubicBezTo>
                  <a:cubicBezTo>
                    <a:pt x="3723" y="19131"/>
                    <a:pt x="3729" y="18871"/>
                    <a:pt x="3742" y="18612"/>
                  </a:cubicBezTo>
                  <a:cubicBezTo>
                    <a:pt x="3746" y="18528"/>
                    <a:pt x="3755" y="18446"/>
                    <a:pt x="3760" y="18361"/>
                  </a:cubicBezTo>
                  <a:cubicBezTo>
                    <a:pt x="3770" y="18186"/>
                    <a:pt x="3781" y="18010"/>
                    <a:pt x="3798" y="17836"/>
                  </a:cubicBezTo>
                  <a:cubicBezTo>
                    <a:pt x="3806" y="17734"/>
                    <a:pt x="3821" y="17633"/>
                    <a:pt x="3834" y="17531"/>
                  </a:cubicBezTo>
                  <a:cubicBezTo>
                    <a:pt x="3851" y="17375"/>
                    <a:pt x="3867" y="17220"/>
                    <a:pt x="3889" y="17066"/>
                  </a:cubicBezTo>
                  <a:cubicBezTo>
                    <a:pt x="3903" y="16958"/>
                    <a:pt x="3923" y="16851"/>
                    <a:pt x="3940" y="16744"/>
                  </a:cubicBezTo>
                  <a:cubicBezTo>
                    <a:pt x="3963" y="16596"/>
                    <a:pt x="3985" y="16449"/>
                    <a:pt x="4012" y="16303"/>
                  </a:cubicBezTo>
                  <a:cubicBezTo>
                    <a:pt x="4032" y="16190"/>
                    <a:pt x="4058" y="16079"/>
                    <a:pt x="4081" y="15969"/>
                  </a:cubicBezTo>
                  <a:cubicBezTo>
                    <a:pt x="4110" y="15827"/>
                    <a:pt x="4136" y="15686"/>
                    <a:pt x="4169" y="15548"/>
                  </a:cubicBezTo>
                  <a:cubicBezTo>
                    <a:pt x="4195" y="15434"/>
                    <a:pt x="4225" y="15322"/>
                    <a:pt x="4254" y="15210"/>
                  </a:cubicBezTo>
                  <a:cubicBezTo>
                    <a:pt x="4287" y="15074"/>
                    <a:pt x="4320" y="14938"/>
                    <a:pt x="4358" y="14802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497" y="14332"/>
                    <a:pt x="4536" y="14199"/>
                    <a:pt x="4578" y="14067"/>
                  </a:cubicBezTo>
                  <a:cubicBezTo>
                    <a:pt x="4614" y="13954"/>
                    <a:pt x="4656" y="13844"/>
                    <a:pt x="4693" y="13731"/>
                  </a:cubicBezTo>
                  <a:cubicBezTo>
                    <a:pt x="4736" y="13606"/>
                    <a:pt x="4778" y="13481"/>
                    <a:pt x="4824" y="13357"/>
                  </a:cubicBezTo>
                  <a:cubicBezTo>
                    <a:pt x="4958" y="12996"/>
                    <a:pt x="5105" y="12641"/>
                    <a:pt x="5261" y="12290"/>
                  </a:cubicBezTo>
                  <a:cubicBezTo>
                    <a:pt x="5291" y="12223"/>
                    <a:pt x="5320" y="12155"/>
                    <a:pt x="5350" y="12087"/>
                  </a:cubicBezTo>
                  <a:cubicBezTo>
                    <a:pt x="5507" y="11743"/>
                    <a:pt x="5674" y="11405"/>
                    <a:pt x="5851" y="11072"/>
                  </a:cubicBezTo>
                  <a:cubicBezTo>
                    <a:pt x="5887" y="11006"/>
                    <a:pt x="5923" y="10941"/>
                    <a:pt x="5959" y="10876"/>
                  </a:cubicBezTo>
                  <a:cubicBezTo>
                    <a:pt x="6087" y="10645"/>
                    <a:pt x="6218" y="10416"/>
                    <a:pt x="6355" y="10190"/>
                  </a:cubicBezTo>
                  <a:cubicBezTo>
                    <a:pt x="6396" y="10122"/>
                    <a:pt x="6437" y="10054"/>
                    <a:pt x="6478" y="9987"/>
                  </a:cubicBezTo>
                  <a:cubicBezTo>
                    <a:pt x="6648" y="9713"/>
                    <a:pt x="6825" y="9444"/>
                    <a:pt x="7010" y="9179"/>
                  </a:cubicBezTo>
                  <a:cubicBezTo>
                    <a:pt x="7047" y="9126"/>
                    <a:pt x="7086" y="9074"/>
                    <a:pt x="7123" y="9022"/>
                  </a:cubicBezTo>
                  <a:cubicBezTo>
                    <a:pt x="7267" y="8821"/>
                    <a:pt x="7414" y="8622"/>
                    <a:pt x="7565" y="8428"/>
                  </a:cubicBezTo>
                  <a:cubicBezTo>
                    <a:pt x="7623" y="8354"/>
                    <a:pt x="7679" y="8281"/>
                    <a:pt x="7738" y="8209"/>
                  </a:cubicBezTo>
                  <a:cubicBezTo>
                    <a:pt x="7894" y="8013"/>
                    <a:pt x="8053" y="7822"/>
                    <a:pt x="8218" y="7633"/>
                  </a:cubicBezTo>
                  <a:cubicBezTo>
                    <a:pt x="8258" y="7587"/>
                    <a:pt x="8295" y="7539"/>
                    <a:pt x="8336" y="7495"/>
                  </a:cubicBezTo>
                  <a:cubicBezTo>
                    <a:pt x="8539" y="7266"/>
                    <a:pt x="8747" y="7043"/>
                    <a:pt x="8962" y="6825"/>
                  </a:cubicBezTo>
                  <a:cubicBezTo>
                    <a:pt x="9015" y="6771"/>
                    <a:pt x="9071" y="6717"/>
                    <a:pt x="9127" y="6663"/>
                  </a:cubicBezTo>
                  <a:cubicBezTo>
                    <a:pt x="9294" y="6496"/>
                    <a:pt x="9466" y="6333"/>
                    <a:pt x="9638" y="6175"/>
                  </a:cubicBezTo>
                  <a:cubicBezTo>
                    <a:pt x="9703" y="6116"/>
                    <a:pt x="9768" y="6055"/>
                    <a:pt x="9834" y="5998"/>
                  </a:cubicBezTo>
                  <a:cubicBezTo>
                    <a:pt x="10076" y="5783"/>
                    <a:pt x="10321" y="5573"/>
                    <a:pt x="10573" y="5373"/>
                  </a:cubicBezTo>
                  <a:cubicBezTo>
                    <a:pt x="10596" y="5355"/>
                    <a:pt x="10619" y="5340"/>
                    <a:pt x="10640" y="5321"/>
                  </a:cubicBezTo>
                  <a:cubicBezTo>
                    <a:pt x="10875" y="5138"/>
                    <a:pt x="11113" y="4962"/>
                    <a:pt x="11354" y="4793"/>
                  </a:cubicBezTo>
                  <a:cubicBezTo>
                    <a:pt x="11418" y="4748"/>
                    <a:pt x="11481" y="4705"/>
                    <a:pt x="11545" y="4662"/>
                  </a:cubicBezTo>
                  <a:cubicBezTo>
                    <a:pt x="11863" y="4443"/>
                    <a:pt x="12188" y="4237"/>
                    <a:pt x="12521" y="4043"/>
                  </a:cubicBezTo>
                  <a:cubicBezTo>
                    <a:pt x="12575" y="4012"/>
                    <a:pt x="12629" y="3982"/>
                    <a:pt x="12682" y="3953"/>
                  </a:cubicBezTo>
                  <a:cubicBezTo>
                    <a:pt x="13024" y="3757"/>
                    <a:pt x="13374" y="3573"/>
                    <a:pt x="13731" y="3405"/>
                  </a:cubicBezTo>
                  <a:cubicBezTo>
                    <a:pt x="13770" y="3386"/>
                    <a:pt x="13812" y="3369"/>
                    <a:pt x="13852" y="3350"/>
                  </a:cubicBezTo>
                  <a:cubicBezTo>
                    <a:pt x="14107" y="3232"/>
                    <a:pt x="14363" y="3123"/>
                    <a:pt x="14624" y="3020"/>
                  </a:cubicBezTo>
                  <a:cubicBezTo>
                    <a:pt x="14700" y="2990"/>
                    <a:pt x="14777" y="2960"/>
                    <a:pt x="14853" y="2931"/>
                  </a:cubicBezTo>
                  <a:cubicBezTo>
                    <a:pt x="15152" y="2819"/>
                    <a:pt x="15453" y="2714"/>
                    <a:pt x="15758" y="2622"/>
                  </a:cubicBezTo>
                  <a:cubicBezTo>
                    <a:pt x="15784" y="2613"/>
                    <a:pt x="15810" y="2607"/>
                    <a:pt x="15836" y="2599"/>
                  </a:cubicBezTo>
                  <a:cubicBezTo>
                    <a:pt x="16118" y="2515"/>
                    <a:pt x="16405" y="2442"/>
                    <a:pt x="16694" y="2375"/>
                  </a:cubicBezTo>
                  <a:cubicBezTo>
                    <a:pt x="16775" y="2357"/>
                    <a:pt x="16855" y="2338"/>
                    <a:pt x="16936" y="2321"/>
                  </a:cubicBezTo>
                  <a:cubicBezTo>
                    <a:pt x="17251" y="2254"/>
                    <a:pt x="17568" y="2195"/>
                    <a:pt x="17888" y="2149"/>
                  </a:cubicBezTo>
                  <a:cubicBezTo>
                    <a:pt x="18199" y="2105"/>
                    <a:pt x="18505" y="2077"/>
                    <a:pt x="18812" y="2056"/>
                  </a:cubicBezTo>
                  <a:cubicBezTo>
                    <a:pt x="18875" y="2050"/>
                    <a:pt x="18937" y="2046"/>
                    <a:pt x="19000" y="2043"/>
                  </a:cubicBezTo>
                  <a:cubicBezTo>
                    <a:pt x="19255" y="2028"/>
                    <a:pt x="19506" y="2021"/>
                    <a:pt x="19755" y="2021"/>
                  </a:cubicBezTo>
                  <a:cubicBezTo>
                    <a:pt x="19797" y="2021"/>
                    <a:pt x="19839" y="2021"/>
                    <a:pt x="19880" y="2021"/>
                  </a:cubicBezTo>
                  <a:cubicBezTo>
                    <a:pt x="19932" y="2021"/>
                    <a:pt x="19984" y="2024"/>
                    <a:pt x="20036" y="2026"/>
                  </a:cubicBezTo>
                  <a:cubicBezTo>
                    <a:pt x="20305" y="2033"/>
                    <a:pt x="20573" y="2047"/>
                    <a:pt x="20837" y="2070"/>
                  </a:cubicBezTo>
                  <a:cubicBezTo>
                    <a:pt x="20876" y="2075"/>
                    <a:pt x="20915" y="2076"/>
                    <a:pt x="20954" y="2079"/>
                  </a:cubicBezTo>
                  <a:cubicBezTo>
                    <a:pt x="21239" y="2108"/>
                    <a:pt x="21520" y="2147"/>
                    <a:pt x="21798" y="2194"/>
                  </a:cubicBezTo>
                  <a:cubicBezTo>
                    <a:pt x="21858" y="2204"/>
                    <a:pt x="21919" y="2216"/>
                    <a:pt x="21978" y="2227"/>
                  </a:cubicBezTo>
                  <a:cubicBezTo>
                    <a:pt x="22253" y="2278"/>
                    <a:pt x="22525" y="2337"/>
                    <a:pt x="22792" y="2406"/>
                  </a:cubicBezTo>
                  <a:cubicBezTo>
                    <a:pt x="23147" y="2498"/>
                    <a:pt x="23494" y="2609"/>
                    <a:pt x="23833" y="2731"/>
                  </a:cubicBezTo>
                  <a:cubicBezTo>
                    <a:pt x="23931" y="2767"/>
                    <a:pt x="24028" y="2807"/>
                    <a:pt x="24124" y="2846"/>
                  </a:cubicBezTo>
                  <a:cubicBezTo>
                    <a:pt x="24367" y="2941"/>
                    <a:pt x="24606" y="3045"/>
                    <a:pt x="24842" y="3154"/>
                  </a:cubicBezTo>
                  <a:cubicBezTo>
                    <a:pt x="25039" y="3247"/>
                    <a:pt x="25239" y="3340"/>
                    <a:pt x="25430" y="3444"/>
                  </a:cubicBezTo>
                  <a:lnTo>
                    <a:pt x="25430" y="3444"/>
                  </a:lnTo>
                  <a:lnTo>
                    <a:pt x="21723" y="1427"/>
                  </a:lnTo>
                  <a:cubicBezTo>
                    <a:pt x="21580" y="1350"/>
                    <a:pt x="21438" y="1276"/>
                    <a:pt x="21292" y="1204"/>
                  </a:cubicBezTo>
                  <a:cubicBezTo>
                    <a:pt x="21238" y="1178"/>
                    <a:pt x="21181" y="1159"/>
                    <a:pt x="21128" y="1134"/>
                  </a:cubicBezTo>
                  <a:cubicBezTo>
                    <a:pt x="20894" y="1024"/>
                    <a:pt x="20655" y="921"/>
                    <a:pt x="20411" y="826"/>
                  </a:cubicBezTo>
                  <a:cubicBezTo>
                    <a:pt x="20313" y="787"/>
                    <a:pt x="20218" y="747"/>
                    <a:pt x="20120" y="711"/>
                  </a:cubicBezTo>
                  <a:cubicBezTo>
                    <a:pt x="19779" y="587"/>
                    <a:pt x="19434" y="477"/>
                    <a:pt x="19080" y="386"/>
                  </a:cubicBezTo>
                  <a:cubicBezTo>
                    <a:pt x="19071" y="383"/>
                    <a:pt x="19065" y="380"/>
                    <a:pt x="19057" y="379"/>
                  </a:cubicBezTo>
                  <a:cubicBezTo>
                    <a:pt x="18797" y="312"/>
                    <a:pt x="18531" y="256"/>
                    <a:pt x="18265" y="207"/>
                  </a:cubicBezTo>
                  <a:cubicBezTo>
                    <a:pt x="18204" y="196"/>
                    <a:pt x="18144" y="184"/>
                    <a:pt x="18085" y="174"/>
                  </a:cubicBezTo>
                  <a:cubicBezTo>
                    <a:pt x="17806" y="127"/>
                    <a:pt x="17526" y="88"/>
                    <a:pt x="17241" y="59"/>
                  </a:cubicBezTo>
                  <a:cubicBezTo>
                    <a:pt x="17202" y="56"/>
                    <a:pt x="17162" y="55"/>
                    <a:pt x="17123" y="50"/>
                  </a:cubicBezTo>
                  <a:cubicBezTo>
                    <a:pt x="16860" y="27"/>
                    <a:pt x="16592" y="13"/>
                    <a:pt x="16321" y="6"/>
                  </a:cubicBezTo>
                  <a:cubicBezTo>
                    <a:pt x="16269" y="4"/>
                    <a:pt x="16218" y="1"/>
                    <a:pt x="16166" y="1"/>
                  </a:cubicBezTo>
                  <a:cubicBezTo>
                    <a:pt x="16124" y="1"/>
                    <a:pt x="16082" y="1"/>
                    <a:pt x="16040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2440925" y="288600"/>
              <a:ext cx="707325" cy="769475"/>
            </a:xfrm>
            <a:custGeom>
              <a:avLst/>
              <a:gdLst/>
              <a:ahLst/>
              <a:cxnLst/>
              <a:rect l="l" t="t" r="r" b="b"/>
              <a:pathLst>
                <a:path w="28293" h="30779" extrusionOk="0">
                  <a:moveTo>
                    <a:pt x="16005" y="0"/>
                  </a:moveTo>
                  <a:cubicBezTo>
                    <a:pt x="15403" y="0"/>
                    <a:pt x="14789" y="43"/>
                    <a:pt x="14165" y="130"/>
                  </a:cubicBezTo>
                  <a:cubicBezTo>
                    <a:pt x="10284" y="677"/>
                    <a:pt x="6758" y="2860"/>
                    <a:pt x="4194" y="5964"/>
                  </a:cubicBezTo>
                  <a:cubicBezTo>
                    <a:pt x="3287" y="7059"/>
                    <a:pt x="2513" y="8257"/>
                    <a:pt x="1886" y="9533"/>
                  </a:cubicBezTo>
                  <a:cubicBezTo>
                    <a:pt x="687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7" y="22595"/>
                  </a:cubicBezTo>
                  <a:cubicBezTo>
                    <a:pt x="2676" y="27533"/>
                    <a:pt x="7016" y="30779"/>
                    <a:pt x="12269" y="30779"/>
                  </a:cubicBezTo>
                  <a:cubicBezTo>
                    <a:pt x="12330" y="30779"/>
                    <a:pt x="12391" y="30778"/>
                    <a:pt x="12452" y="30777"/>
                  </a:cubicBezTo>
                  <a:lnTo>
                    <a:pt x="12432" y="25601"/>
                  </a:lnTo>
                  <a:cubicBezTo>
                    <a:pt x="8863" y="25413"/>
                    <a:pt x="5995" y="22927"/>
                    <a:pt x="5067" y="19316"/>
                  </a:cubicBezTo>
                  <a:cubicBezTo>
                    <a:pt x="4852" y="18499"/>
                    <a:pt x="4740" y="17625"/>
                    <a:pt x="4740" y="16711"/>
                  </a:cubicBezTo>
                  <a:cubicBezTo>
                    <a:pt x="4747" y="14999"/>
                    <a:pt x="5143" y="13336"/>
                    <a:pt x="5835" y="11826"/>
                  </a:cubicBezTo>
                  <a:cubicBezTo>
                    <a:pt x="6433" y="10525"/>
                    <a:pt x="7253" y="9338"/>
                    <a:pt x="8261" y="8321"/>
                  </a:cubicBezTo>
                  <a:cubicBezTo>
                    <a:pt x="9876" y="6691"/>
                    <a:pt x="11934" y="5562"/>
                    <a:pt x="14159" y="5251"/>
                  </a:cubicBezTo>
                  <a:cubicBezTo>
                    <a:pt x="14573" y="5193"/>
                    <a:pt x="14980" y="5165"/>
                    <a:pt x="15380" y="5165"/>
                  </a:cubicBezTo>
                  <a:cubicBezTo>
                    <a:pt x="19986" y="5165"/>
                    <a:pt x="23546" y="8919"/>
                    <a:pt x="23534" y="14065"/>
                  </a:cubicBezTo>
                  <a:cubicBezTo>
                    <a:pt x="23534" y="15041"/>
                    <a:pt x="23406" y="16013"/>
                    <a:pt x="23153" y="16954"/>
                  </a:cubicBezTo>
                  <a:lnTo>
                    <a:pt x="27220" y="19311"/>
                  </a:lnTo>
                  <a:cubicBezTo>
                    <a:pt x="27899" y="17439"/>
                    <a:pt x="28274" y="15437"/>
                    <a:pt x="28274" y="13400"/>
                  </a:cubicBezTo>
                  <a:cubicBezTo>
                    <a:pt x="28292" y="5653"/>
                    <a:pt x="22943" y="0"/>
                    <a:pt x="16005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2625450" y="8733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09" y="505"/>
                    <a:pt x="1087" y="935"/>
                    <a:pt x="1718" y="1276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3"/>
                    <a:pt x="3538" y="1983"/>
                  </a:cubicBezTo>
                  <a:cubicBezTo>
                    <a:pt x="3541" y="1983"/>
                    <a:pt x="3545" y="1983"/>
                    <a:pt x="3548" y="1983"/>
                  </a:cubicBezTo>
                  <a:cubicBezTo>
                    <a:pt x="3528" y="1982"/>
                    <a:pt x="3507" y="1977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795625" y="2287375"/>
              <a:ext cx="1559100" cy="3189550"/>
            </a:xfrm>
            <a:custGeom>
              <a:avLst/>
              <a:gdLst/>
              <a:ahLst/>
              <a:cxnLst/>
              <a:rect l="l" t="t" r="r" b="b"/>
              <a:pathLst>
                <a:path w="62364" h="127582" extrusionOk="0">
                  <a:moveTo>
                    <a:pt x="37701" y="0"/>
                  </a:moveTo>
                  <a:lnTo>
                    <a:pt x="37676" y="113"/>
                  </a:lnTo>
                  <a:lnTo>
                    <a:pt x="37676" y="56"/>
                  </a:lnTo>
                  <a:lnTo>
                    <a:pt x="37674" y="58"/>
                  </a:lnTo>
                  <a:lnTo>
                    <a:pt x="37674" y="55"/>
                  </a:lnTo>
                  <a:lnTo>
                    <a:pt x="35399" y="1227"/>
                  </a:lnTo>
                  <a:lnTo>
                    <a:pt x="33169" y="2374"/>
                  </a:lnTo>
                  <a:lnTo>
                    <a:pt x="33170" y="2380"/>
                  </a:lnTo>
                  <a:lnTo>
                    <a:pt x="1" y="127581"/>
                  </a:lnTo>
                  <a:lnTo>
                    <a:pt x="5880" y="124092"/>
                  </a:lnTo>
                  <a:lnTo>
                    <a:pt x="35179" y="9786"/>
                  </a:lnTo>
                  <a:lnTo>
                    <a:pt x="57818" y="93270"/>
                  </a:lnTo>
                  <a:lnTo>
                    <a:pt x="62363" y="91022"/>
                  </a:lnTo>
                  <a:lnTo>
                    <a:pt x="3770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2638950" y="1856575"/>
              <a:ext cx="550900" cy="649300"/>
            </a:xfrm>
            <a:custGeom>
              <a:avLst/>
              <a:gdLst/>
              <a:ahLst/>
              <a:cxnLst/>
              <a:rect l="l" t="t" r="r" b="b"/>
              <a:pathLst>
                <a:path w="22036" h="25972" extrusionOk="0">
                  <a:moveTo>
                    <a:pt x="6347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6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1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6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3231025" y="219637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1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1" y="7726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3823125" y="25349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6" y="25973"/>
                    <a:pt x="17940" y="25212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1861875" y="2174300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6" y="1"/>
                  </a:moveTo>
                  <a:cubicBezTo>
                    <a:pt x="5192" y="1"/>
                    <a:pt x="4097" y="761"/>
                    <a:pt x="3779" y="1981"/>
                  </a:cubicBezTo>
                  <a:lnTo>
                    <a:pt x="302" y="15280"/>
                  </a:lnTo>
                  <a:cubicBezTo>
                    <a:pt x="0" y="16436"/>
                    <a:pt x="510" y="17651"/>
                    <a:pt x="1546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1" y="25973"/>
                  </a:cubicBezTo>
                  <a:cubicBezTo>
                    <a:pt x="16845" y="25973"/>
                    <a:pt x="17938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2453600" y="25155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1"/>
                  </a:moveTo>
                  <a:cubicBezTo>
                    <a:pt x="5192" y="1"/>
                    <a:pt x="4098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3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1" y="25973"/>
                  </a:cubicBezTo>
                  <a:cubicBezTo>
                    <a:pt x="16844" y="25973"/>
                    <a:pt x="17938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1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3045675" y="2855400"/>
              <a:ext cx="550950" cy="649350"/>
            </a:xfrm>
            <a:custGeom>
              <a:avLst/>
              <a:gdLst/>
              <a:ahLst/>
              <a:cxnLst/>
              <a:rect l="l" t="t" r="r" b="b"/>
              <a:pathLst>
                <a:path w="22038" h="25974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1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3637775" y="3193900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9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9"/>
                  </a:lnTo>
                  <a:cubicBezTo>
                    <a:pt x="14796" y="25861"/>
                    <a:pt x="15248" y="25974"/>
                    <a:pt x="15692" y="25974"/>
                  </a:cubicBezTo>
                  <a:cubicBezTo>
                    <a:pt x="16846" y="25974"/>
                    <a:pt x="17940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2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1655925" y="284362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7" y="1"/>
                  </a:moveTo>
                  <a:cubicBezTo>
                    <a:pt x="5192" y="1"/>
                    <a:pt x="4098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5" y="25973"/>
                    <a:pt x="17939" y="25212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7" y="8321"/>
                    <a:pt x="20491" y="7725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2247650" y="3184900"/>
              <a:ext cx="550900" cy="649350"/>
            </a:xfrm>
            <a:custGeom>
              <a:avLst/>
              <a:gdLst/>
              <a:ahLst/>
              <a:cxnLst/>
              <a:rect l="l" t="t" r="r" b="b"/>
              <a:pathLst>
                <a:path w="22036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7"/>
                  </a:cubicBezTo>
                  <a:lnTo>
                    <a:pt x="14375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6" y="9537"/>
                    <a:pt x="21528" y="8322"/>
                    <a:pt x="20491" y="7728"/>
                  </a:cubicBezTo>
                  <a:lnTo>
                    <a:pt x="7662" y="355"/>
                  </a:lnTo>
                  <a:cubicBezTo>
                    <a:pt x="7242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2839750" y="3524725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0" y="25973"/>
                  </a:cubicBezTo>
                  <a:cubicBezTo>
                    <a:pt x="16844" y="25973"/>
                    <a:pt x="17938" y="25213"/>
                    <a:pt x="18258" y="23991"/>
                  </a:cubicBezTo>
                  <a:lnTo>
                    <a:pt x="21734" y="10693"/>
                  </a:lnTo>
                  <a:cubicBezTo>
                    <a:pt x="22037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3431825" y="3863250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1"/>
                  </a:moveTo>
                  <a:cubicBezTo>
                    <a:pt x="5193" y="1"/>
                    <a:pt x="4099" y="760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2"/>
                    <a:pt x="1547" y="18246"/>
                  </a:cubicBezTo>
                  <a:lnTo>
                    <a:pt x="14376" y="25619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3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8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2047225" y="151527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0"/>
                  </a:moveTo>
                  <a:cubicBezTo>
                    <a:pt x="5192" y="0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5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2237600" y="168157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5" y="1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8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9" y="5745"/>
                    <a:pt x="8898" y="5475"/>
                    <a:pt x="9012" y="5040"/>
                  </a:cubicBezTo>
                  <a:lnTo>
                    <a:pt x="9025" y="5064"/>
                  </a:lnTo>
                  <a:cubicBezTo>
                    <a:pt x="9133" y="4652"/>
                    <a:pt x="8951" y="4218"/>
                    <a:pt x="8583" y="4007"/>
                  </a:cubicBezTo>
                  <a:lnTo>
                    <a:pt x="1504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2201800" y="1786100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7629" y="5619"/>
                  </a:lnTo>
                  <a:cubicBezTo>
                    <a:pt x="7779" y="5705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1" y="5040"/>
                  </a:cubicBezTo>
                  <a:lnTo>
                    <a:pt x="9026" y="5063"/>
                  </a:lnTo>
                  <a:cubicBezTo>
                    <a:pt x="9132" y="4651"/>
                    <a:pt x="8951" y="4218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2204675" y="19135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5" y="0"/>
                  </a:moveTo>
                  <a:cubicBezTo>
                    <a:pt x="625" y="0"/>
                    <a:pt x="235" y="271"/>
                    <a:pt x="122" y="705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1" y="1739"/>
                  </a:cubicBezTo>
                  <a:lnTo>
                    <a:pt x="4016" y="3655"/>
                  </a:lnTo>
                  <a:cubicBezTo>
                    <a:pt x="4165" y="3741"/>
                    <a:pt x="4327" y="3781"/>
                    <a:pt x="4484" y="3781"/>
                  </a:cubicBezTo>
                  <a:cubicBezTo>
                    <a:pt x="4895" y="3781"/>
                    <a:pt x="5285" y="3511"/>
                    <a:pt x="5398" y="3076"/>
                  </a:cubicBezTo>
                  <a:lnTo>
                    <a:pt x="5411" y="3099"/>
                  </a:lnTo>
                  <a:cubicBezTo>
                    <a:pt x="5519" y="2688"/>
                    <a:pt x="5337" y="2254"/>
                    <a:pt x="4969" y="2043"/>
                  </a:cubicBezTo>
                  <a:lnTo>
                    <a:pt x="1504" y="126"/>
                  </a:lnTo>
                  <a:cubicBezTo>
                    <a:pt x="1354" y="40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2647150" y="266822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4" y="1"/>
                    <a:pt x="235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1" y="1740"/>
                  </a:cubicBezTo>
                  <a:lnTo>
                    <a:pt x="7629" y="5620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1"/>
                    <a:pt x="8951" y="4219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2611375" y="2772750"/>
              <a:ext cx="228325" cy="143625"/>
            </a:xfrm>
            <a:custGeom>
              <a:avLst/>
              <a:gdLst/>
              <a:ahLst/>
              <a:cxnLst/>
              <a:rect l="l" t="t" r="r" b="b"/>
              <a:pathLst>
                <a:path w="9133" h="5745" extrusionOk="0">
                  <a:moveTo>
                    <a:pt x="1035" y="0"/>
                  </a:moveTo>
                  <a:cubicBezTo>
                    <a:pt x="624" y="0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9" y="5619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2"/>
                    <a:pt x="8951" y="4219"/>
                    <a:pt x="8582" y="4007"/>
                  </a:cubicBezTo>
                  <a:lnTo>
                    <a:pt x="1504" y="127"/>
                  </a:lnTo>
                  <a:cubicBezTo>
                    <a:pt x="1354" y="41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2614225" y="2900175"/>
              <a:ext cx="137975" cy="94575"/>
            </a:xfrm>
            <a:custGeom>
              <a:avLst/>
              <a:gdLst/>
              <a:ahLst/>
              <a:cxnLst/>
              <a:rect l="l" t="t" r="r" b="b"/>
              <a:pathLst>
                <a:path w="5519" h="3783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2" y="1527"/>
                    <a:pt x="550" y="1740"/>
                  </a:cubicBezTo>
                  <a:lnTo>
                    <a:pt x="4016" y="3656"/>
                  </a:lnTo>
                  <a:cubicBezTo>
                    <a:pt x="4165" y="3742"/>
                    <a:pt x="4326" y="3782"/>
                    <a:pt x="4483" y="3782"/>
                  </a:cubicBezTo>
                  <a:cubicBezTo>
                    <a:pt x="4894" y="3782"/>
                    <a:pt x="5284" y="3511"/>
                    <a:pt x="5398" y="3076"/>
                  </a:cubicBezTo>
                  <a:lnTo>
                    <a:pt x="5411" y="3101"/>
                  </a:lnTo>
                  <a:cubicBezTo>
                    <a:pt x="5519" y="2688"/>
                    <a:pt x="5337" y="2256"/>
                    <a:pt x="4969" y="2044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3838575" y="3357025"/>
              <a:ext cx="228300" cy="143625"/>
            </a:xfrm>
            <a:custGeom>
              <a:avLst/>
              <a:gdLst/>
              <a:ahLst/>
              <a:cxnLst/>
              <a:rect l="l" t="t" r="r" b="b"/>
              <a:pathLst>
                <a:path w="9132" h="5745" extrusionOk="0">
                  <a:moveTo>
                    <a:pt x="1036" y="0"/>
                  </a:moveTo>
                  <a:cubicBezTo>
                    <a:pt x="625" y="0"/>
                    <a:pt x="234" y="271"/>
                    <a:pt x="121" y="706"/>
                  </a:cubicBezTo>
                  <a:lnTo>
                    <a:pt x="108" y="683"/>
                  </a:lnTo>
                  <a:lnTo>
                    <a:pt x="108" y="683"/>
                  </a:lnTo>
                  <a:cubicBezTo>
                    <a:pt x="0" y="1095"/>
                    <a:pt x="181" y="1527"/>
                    <a:pt x="551" y="1738"/>
                  </a:cubicBezTo>
                  <a:lnTo>
                    <a:pt x="7629" y="5618"/>
                  </a:lnTo>
                  <a:cubicBezTo>
                    <a:pt x="7778" y="5704"/>
                    <a:pt x="7940" y="5745"/>
                    <a:pt x="8098" y="5745"/>
                  </a:cubicBezTo>
                  <a:cubicBezTo>
                    <a:pt x="8508" y="5745"/>
                    <a:pt x="8897" y="5474"/>
                    <a:pt x="9011" y="5039"/>
                  </a:cubicBezTo>
                  <a:lnTo>
                    <a:pt x="9025" y="5062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5" y="126"/>
                  </a:lnTo>
                  <a:cubicBezTo>
                    <a:pt x="1355" y="40"/>
                    <a:pt x="1194" y="0"/>
                    <a:pt x="1036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3802800" y="346152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4" y="1"/>
                    <a:pt x="234" y="272"/>
                    <a:pt x="120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7" y="5620"/>
                  </a:lnTo>
                  <a:cubicBezTo>
                    <a:pt x="7777" y="5706"/>
                    <a:pt x="7938" y="5746"/>
                    <a:pt x="8096" y="5746"/>
                  </a:cubicBezTo>
                  <a:cubicBezTo>
                    <a:pt x="8507" y="5746"/>
                    <a:pt x="8896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0" y="4008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3805625" y="3588975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1"/>
                  </a:moveTo>
                  <a:cubicBezTo>
                    <a:pt x="625" y="1"/>
                    <a:pt x="235" y="272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1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8" y="2255"/>
                    <a:pt x="4969" y="2042"/>
                  </a:cubicBezTo>
                  <a:lnTo>
                    <a:pt x="1505" y="126"/>
                  </a:lnTo>
                  <a:cubicBezTo>
                    <a:pt x="1356" y="40"/>
                    <a:pt x="1195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3038100" y="367347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5" y="1"/>
                    <a:pt x="234" y="272"/>
                    <a:pt x="121" y="707"/>
                  </a:cubicBezTo>
                  <a:lnTo>
                    <a:pt x="108" y="684"/>
                  </a:lnTo>
                  <a:lnTo>
                    <a:pt x="108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9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8" y="5745"/>
                    <a:pt x="8897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3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3002275" y="3778000"/>
              <a:ext cx="228350" cy="143650"/>
            </a:xfrm>
            <a:custGeom>
              <a:avLst/>
              <a:gdLst/>
              <a:ahLst/>
              <a:cxnLst/>
              <a:rect l="l" t="t" r="r" b="b"/>
              <a:pathLst>
                <a:path w="9134" h="5746" extrusionOk="0">
                  <a:moveTo>
                    <a:pt x="1037" y="1"/>
                  </a:moveTo>
                  <a:cubicBezTo>
                    <a:pt x="626" y="1"/>
                    <a:pt x="236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2" y="1740"/>
                  </a:cubicBezTo>
                  <a:lnTo>
                    <a:pt x="7629" y="5620"/>
                  </a:lnTo>
                  <a:cubicBezTo>
                    <a:pt x="7779" y="5706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3" y="5040"/>
                  </a:cubicBezTo>
                  <a:lnTo>
                    <a:pt x="9026" y="5063"/>
                  </a:lnTo>
                  <a:cubicBezTo>
                    <a:pt x="9134" y="4651"/>
                    <a:pt x="8952" y="4219"/>
                    <a:pt x="8582" y="4008"/>
                  </a:cubicBezTo>
                  <a:lnTo>
                    <a:pt x="1505" y="126"/>
                  </a:lnTo>
                  <a:cubicBezTo>
                    <a:pt x="1355" y="40"/>
                    <a:pt x="1194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3005150" y="39054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0"/>
                  </a:moveTo>
                  <a:cubicBezTo>
                    <a:pt x="625" y="0"/>
                    <a:pt x="235" y="271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3"/>
                    <a:pt x="182" y="1527"/>
                    <a:pt x="552" y="1738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0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9" y="2255"/>
                    <a:pt x="4969" y="2042"/>
                  </a:cubicBezTo>
                  <a:lnTo>
                    <a:pt x="1505" y="126"/>
                  </a:lnTo>
                  <a:cubicBezTo>
                    <a:pt x="1355" y="40"/>
                    <a:pt x="1195" y="0"/>
                    <a:pt x="1037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1972550" y="2418525"/>
              <a:ext cx="319425" cy="190225"/>
            </a:xfrm>
            <a:custGeom>
              <a:avLst/>
              <a:gdLst/>
              <a:ahLst/>
              <a:cxnLst/>
              <a:rect l="l" t="t" r="r" b="b"/>
              <a:pathLst>
                <a:path w="12777" h="7609" extrusionOk="0">
                  <a:moveTo>
                    <a:pt x="11720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0" y="3418"/>
                  </a:lnTo>
                  <a:lnTo>
                    <a:pt x="2411" y="7609"/>
                  </a:lnTo>
                  <a:lnTo>
                    <a:pt x="12777" y="1832"/>
                  </a:lnTo>
                  <a:lnTo>
                    <a:pt x="11720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2382075" y="3414475"/>
              <a:ext cx="319450" cy="190225"/>
            </a:xfrm>
            <a:custGeom>
              <a:avLst/>
              <a:gdLst/>
              <a:ahLst/>
              <a:cxnLst/>
              <a:rect l="l" t="t" r="r" b="b"/>
              <a:pathLst>
                <a:path w="12778" h="7609" extrusionOk="0">
                  <a:moveTo>
                    <a:pt x="11721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2" y="7609"/>
                  </a:lnTo>
                  <a:lnTo>
                    <a:pt x="12778" y="1833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3350125" y="2427850"/>
              <a:ext cx="319425" cy="190200"/>
            </a:xfrm>
            <a:custGeom>
              <a:avLst/>
              <a:gdLst/>
              <a:ahLst/>
              <a:cxnLst/>
              <a:rect l="l" t="t" r="r" b="b"/>
              <a:pathLst>
                <a:path w="12777" h="7608" extrusionOk="0">
                  <a:moveTo>
                    <a:pt x="11721" y="0"/>
                  </a:moveTo>
                  <a:lnTo>
                    <a:pt x="3178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1" y="7607"/>
                  </a:lnTo>
                  <a:lnTo>
                    <a:pt x="12776" y="1832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631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>
            <a:extLst>
              <a:ext uri="{FF2B5EF4-FFF2-40B4-BE49-F238E27FC236}">
                <a16:creationId xmlns:a16="http://schemas.microsoft.com/office/drawing/2014/main" id="{F6165735-06C3-42E5-A0D6-4384529B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0" y="1110745"/>
            <a:ext cx="8348600" cy="292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327;p30">
            <a:extLst>
              <a:ext uri="{FF2B5EF4-FFF2-40B4-BE49-F238E27FC236}">
                <a16:creationId xmlns:a16="http://schemas.microsoft.com/office/drawing/2014/main" id="{D4F2DE70-AEE0-4CE7-912A-EC2EBA840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849FC-236D-48DE-ACFB-19FB436B1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92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846;p49">
            <a:extLst>
              <a:ext uri="{FF2B5EF4-FFF2-40B4-BE49-F238E27FC236}">
                <a16:creationId xmlns:a16="http://schemas.microsoft.com/office/drawing/2014/main" id="{1B558A57-509B-4262-B27A-827647838E30}"/>
              </a:ext>
            </a:extLst>
          </p:cNvPr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332568" y="1972200"/>
            <a:ext cx="3817500" cy="11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4788"/>
                </a:solidFill>
              </a:rPr>
              <a:t>JAZAKUMULLAH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KHAIRAN KATSIRAN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971274" y="271278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7"/>
                </a:lnTo>
                <a:lnTo>
                  <a:pt x="1" y="98903"/>
                </a:lnTo>
                <a:lnTo>
                  <a:pt x="162290" y="5217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5007791" y="2658492"/>
            <a:ext cx="4667200" cy="1589074"/>
          </a:xfrm>
          <a:custGeom>
            <a:avLst/>
            <a:gdLst/>
            <a:ahLst/>
            <a:cxnLst/>
            <a:rect l="l" t="t" r="r" b="b"/>
            <a:pathLst>
              <a:path w="286595" h="97579" extrusionOk="0">
                <a:moveTo>
                  <a:pt x="282866" y="1"/>
                </a:moveTo>
                <a:lnTo>
                  <a:pt x="272101" y="1000"/>
                </a:lnTo>
                <a:lnTo>
                  <a:pt x="23749" y="24106"/>
                </a:lnTo>
                <a:lnTo>
                  <a:pt x="21773" y="24306"/>
                </a:lnTo>
                <a:lnTo>
                  <a:pt x="11142" y="25281"/>
                </a:lnTo>
                <a:lnTo>
                  <a:pt x="3639" y="25992"/>
                </a:lnTo>
                <a:lnTo>
                  <a:pt x="3351" y="26013"/>
                </a:lnTo>
                <a:cubicBezTo>
                  <a:pt x="3351" y="26013"/>
                  <a:pt x="2774" y="26370"/>
                  <a:pt x="1953" y="26879"/>
                </a:cubicBezTo>
                <a:cubicBezTo>
                  <a:pt x="1708" y="27036"/>
                  <a:pt x="1466" y="27190"/>
                  <a:pt x="1199" y="27368"/>
                </a:cubicBezTo>
                <a:cubicBezTo>
                  <a:pt x="1" y="28101"/>
                  <a:pt x="755" y="29720"/>
                  <a:pt x="2885" y="30942"/>
                </a:cubicBezTo>
                <a:lnTo>
                  <a:pt x="4571" y="31918"/>
                </a:lnTo>
                <a:lnTo>
                  <a:pt x="8901" y="34405"/>
                </a:lnTo>
                <a:lnTo>
                  <a:pt x="17669" y="39465"/>
                </a:lnTo>
                <a:lnTo>
                  <a:pt x="20332" y="41018"/>
                </a:lnTo>
                <a:lnTo>
                  <a:pt x="116730" y="96663"/>
                </a:lnTo>
                <a:cubicBezTo>
                  <a:pt x="117795" y="97273"/>
                  <a:pt x="119187" y="97578"/>
                  <a:pt x="120577" y="97578"/>
                </a:cubicBezTo>
                <a:cubicBezTo>
                  <a:pt x="121967" y="97578"/>
                  <a:pt x="123354" y="97273"/>
                  <a:pt x="124409" y="96663"/>
                </a:cubicBezTo>
                <a:lnTo>
                  <a:pt x="283820" y="4640"/>
                </a:lnTo>
                <a:cubicBezTo>
                  <a:pt x="285951" y="3418"/>
                  <a:pt x="286595" y="1865"/>
                  <a:pt x="285263" y="1199"/>
                </a:cubicBezTo>
                <a:lnTo>
                  <a:pt x="282866" y="1"/>
                </a:lnTo>
                <a:close/>
              </a:path>
            </a:pathLst>
          </a:custGeom>
          <a:solidFill>
            <a:srgbClr val="FF66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5062541" y="1471414"/>
            <a:ext cx="4551625" cy="2627910"/>
          </a:xfrm>
          <a:custGeom>
            <a:avLst/>
            <a:gdLst/>
            <a:ahLst/>
            <a:cxnLst/>
            <a:rect l="l" t="t" r="r" b="b"/>
            <a:pathLst>
              <a:path w="279498" h="161370" extrusionOk="0">
                <a:moveTo>
                  <a:pt x="162289" y="0"/>
                </a:moveTo>
                <a:lnTo>
                  <a:pt x="0" y="93699"/>
                </a:lnTo>
                <a:lnTo>
                  <a:pt x="117209" y="161370"/>
                </a:lnTo>
                <a:lnTo>
                  <a:pt x="279498" y="67671"/>
                </a:lnTo>
                <a:lnTo>
                  <a:pt x="162289" y="0"/>
                </a:lnTo>
                <a:close/>
              </a:path>
            </a:pathLst>
          </a:custGeom>
          <a:solidFill>
            <a:srgbClr val="F5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6971274" y="257343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9"/>
                </a:lnTo>
                <a:lnTo>
                  <a:pt x="1" y="98903"/>
                </a:lnTo>
                <a:lnTo>
                  <a:pt x="162290" y="5220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545049" y="1919577"/>
            <a:ext cx="3439816" cy="1986395"/>
          </a:xfrm>
          <a:custGeom>
            <a:avLst/>
            <a:gdLst/>
            <a:ahLst/>
            <a:cxnLst/>
            <a:rect l="l" t="t" r="r" b="b"/>
            <a:pathLst>
              <a:path w="211226" h="121977" fill="none" extrusionOk="0">
                <a:moveTo>
                  <a:pt x="117879" y="1839"/>
                </a:moveTo>
                <a:lnTo>
                  <a:pt x="3185" y="68056"/>
                </a:lnTo>
                <a:cubicBezTo>
                  <a:pt x="0" y="69894"/>
                  <a:pt x="0" y="72878"/>
                  <a:pt x="3185" y="74718"/>
                </a:cubicBezTo>
                <a:lnTo>
                  <a:pt x="81768" y="120136"/>
                </a:lnTo>
                <a:cubicBezTo>
                  <a:pt x="84951" y="121977"/>
                  <a:pt x="90114" y="121977"/>
                  <a:pt x="93299" y="120138"/>
                </a:cubicBezTo>
                <a:lnTo>
                  <a:pt x="208040" y="53893"/>
                </a:lnTo>
                <a:cubicBezTo>
                  <a:pt x="211225" y="52055"/>
                  <a:pt x="211225" y="49073"/>
                  <a:pt x="208040" y="47235"/>
                </a:cubicBezTo>
                <a:lnTo>
                  <a:pt x="129413" y="1839"/>
                </a:lnTo>
                <a:cubicBezTo>
                  <a:pt x="126228" y="0"/>
                  <a:pt x="121064" y="0"/>
                  <a:pt x="117879" y="1839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7411815" y="1980043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0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7264974" y="2064839"/>
            <a:ext cx="1468256" cy="847716"/>
          </a:xfrm>
          <a:custGeom>
            <a:avLst/>
            <a:gdLst/>
            <a:ahLst/>
            <a:cxnLst/>
            <a:rect l="l" t="t" r="r" b="b"/>
            <a:pathLst>
              <a:path w="90160" h="52055" fill="none" extrusionOk="0">
                <a:moveTo>
                  <a:pt x="1" y="0"/>
                </a:moveTo>
                <a:lnTo>
                  <a:pt x="90160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7118115" y="2149619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6971241" y="2234431"/>
            <a:ext cx="1468288" cy="847699"/>
          </a:xfrm>
          <a:custGeom>
            <a:avLst/>
            <a:gdLst/>
            <a:ahLst/>
            <a:cxnLst/>
            <a:rect l="l" t="t" r="r" b="b"/>
            <a:pathLst>
              <a:path w="90162" h="52054" fill="none" extrusionOk="0">
                <a:moveTo>
                  <a:pt x="1" y="1"/>
                </a:moveTo>
                <a:lnTo>
                  <a:pt x="90162" y="52053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6824415" y="2319227"/>
            <a:ext cx="1468239" cy="847716"/>
          </a:xfrm>
          <a:custGeom>
            <a:avLst/>
            <a:gdLst/>
            <a:ahLst/>
            <a:cxnLst/>
            <a:rect l="l" t="t" r="r" b="b"/>
            <a:pathLst>
              <a:path w="90159" h="52055" fill="none" extrusionOk="0">
                <a:moveTo>
                  <a:pt x="0" y="0"/>
                </a:moveTo>
                <a:lnTo>
                  <a:pt x="90159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677541" y="2404007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6530667" y="2488786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6383841" y="257358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6236967" y="265836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6090092" y="2743142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7738639" y="1744757"/>
            <a:ext cx="1548150" cy="894730"/>
          </a:xfrm>
          <a:custGeom>
            <a:avLst/>
            <a:gdLst/>
            <a:ahLst/>
            <a:cxnLst/>
            <a:rect l="l" t="t" r="r" b="b"/>
            <a:pathLst>
              <a:path w="95066" h="54942" fill="none" extrusionOk="0">
                <a:moveTo>
                  <a:pt x="2486" y="1442"/>
                </a:moveTo>
                <a:cubicBezTo>
                  <a:pt x="4973" y="0"/>
                  <a:pt x="9142" y="76"/>
                  <a:pt x="11796" y="1607"/>
                </a:cubicBezTo>
                <a:lnTo>
                  <a:pt x="92333" y="48120"/>
                </a:lnTo>
                <a:cubicBezTo>
                  <a:pt x="94988" y="49654"/>
                  <a:pt x="95065" y="52063"/>
                  <a:pt x="92505" y="53502"/>
                </a:cubicBezTo>
                <a:cubicBezTo>
                  <a:pt x="89945" y="54942"/>
                  <a:pt x="85720" y="54864"/>
                  <a:pt x="83070" y="53329"/>
                </a:cubicBezTo>
                <a:lnTo>
                  <a:pt x="2784" y="6833"/>
                </a:lnTo>
                <a:cubicBezTo>
                  <a:pt x="132" y="5295"/>
                  <a:pt x="1" y="2883"/>
                  <a:pt x="2486" y="1442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682EAAE-2029-4892-9416-0889BCEF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Newsletter by Slidesgo">
  <a:themeElements>
    <a:clrScheme name="Simple Light">
      <a:dk1>
        <a:srgbClr val="324788"/>
      </a:dk1>
      <a:lt1>
        <a:srgbClr val="F5FBFB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500</Words>
  <Application>Microsoft Office PowerPoint</Application>
  <PresentationFormat>On-screen Show (16:9)</PresentationFormat>
  <Paragraphs>130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Nunito Light</vt:lpstr>
      <vt:lpstr>Fira Sans Extra Condensed Medium</vt:lpstr>
      <vt:lpstr>Raleway Light</vt:lpstr>
      <vt:lpstr>Dosis ExtraLight</vt:lpstr>
      <vt:lpstr>Raleway</vt:lpstr>
      <vt:lpstr>College Newsletter by Slidesgo</vt:lpstr>
      <vt:lpstr>RANCANG BANGUN APLIKASI LINK-MATCH KAMPUS STT-NF MODUL DOSEN BERBASIS MOBILE MENGGUNAKAN FLUTTER</vt:lpstr>
      <vt:lpstr>TABLE OF CONTENTS</vt:lpstr>
      <vt:lpstr>TABLE OF CONTENTS</vt:lpstr>
      <vt:lpstr>LATAR BELAKANG</vt:lpstr>
      <vt:lpstr>LATAR BELAKANG</vt:lpstr>
      <vt:lpstr>LATAR BELAKANG</vt:lpstr>
      <vt:lpstr>IDENTIFIKASI MASALAH</vt:lpstr>
      <vt:lpstr>02</vt:lpstr>
      <vt:lpstr>TUJUAN PENELITIAN</vt:lpstr>
      <vt:lpstr>TUJUAN PENELITIAN</vt:lpstr>
      <vt:lpstr>BATASAN PENELITIAN</vt:lpstr>
      <vt:lpstr>BATASAN PENELITIAN</vt:lpstr>
      <vt:lpstr>03</vt:lpstr>
      <vt:lpstr>PENELITIAN TERKAIT</vt:lpstr>
      <vt:lpstr>PENELITIAN TERKAIT</vt:lpstr>
      <vt:lpstr>PowerPoint Presentation</vt:lpstr>
      <vt:lpstr>ALAT DAN BAHAN</vt:lpstr>
      <vt:lpstr>PowerPoint Presentation</vt:lpstr>
      <vt:lpstr>TAHAPAN PENELITIAN</vt:lpstr>
      <vt:lpstr>TAHAPAN PENELITIAN</vt:lpstr>
      <vt:lpstr>JADWAL PENELITIAN</vt:lpstr>
      <vt:lpstr>JADWAL PENELITIAN</vt:lpstr>
      <vt:lpstr>JAZAKUMULLAH KHAIRAN KATSIRAN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creator>Ardith Lutfiawan</dc:creator>
  <cp:lastModifiedBy>Ardith Lutfiawan</cp:lastModifiedBy>
  <cp:revision>45</cp:revision>
  <dcterms:modified xsi:type="dcterms:W3CDTF">2020-08-30T23:12:20Z</dcterms:modified>
</cp:coreProperties>
</file>